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717" r:id="rId3"/>
    <p:sldId id="718" r:id="rId4"/>
    <p:sldId id="719" r:id="rId5"/>
    <p:sldId id="720" r:id="rId6"/>
    <p:sldId id="721" r:id="rId7"/>
    <p:sldId id="722" r:id="rId9"/>
    <p:sldId id="723" r:id="rId10"/>
    <p:sldId id="724" r:id="rId11"/>
    <p:sldId id="725" r:id="rId12"/>
    <p:sldId id="726" r:id="rId13"/>
    <p:sldId id="727" r:id="rId14"/>
    <p:sldId id="728" r:id="rId15"/>
    <p:sldId id="729" r:id="rId16"/>
    <p:sldId id="730" r:id="rId17"/>
    <p:sldId id="731" r:id="rId18"/>
    <p:sldId id="732" r:id="rId19"/>
    <p:sldId id="733" r:id="rId20"/>
    <p:sldId id="734" r:id="rId21"/>
    <p:sldId id="735" r:id="rId22"/>
    <p:sldId id="736" r:id="rId23"/>
    <p:sldId id="737" r:id="rId24"/>
    <p:sldId id="738" r:id="rId25"/>
    <p:sldId id="739" r:id="rId26"/>
    <p:sldId id="740" r:id="rId27"/>
    <p:sldId id="741" r:id="rId28"/>
    <p:sldId id="742" r:id="rId29"/>
    <p:sldId id="743" r:id="rId30"/>
    <p:sldId id="744" r:id="rId31"/>
    <p:sldId id="745" r:id="rId32"/>
    <p:sldId id="746" r:id="rId33"/>
    <p:sldId id="747" r:id="rId34"/>
    <p:sldId id="748" r:id="rId35"/>
    <p:sldId id="749" r:id="rId36"/>
    <p:sldId id="750" r:id="rId37"/>
    <p:sldId id="751" r:id="rId38"/>
    <p:sldId id="752" r:id="rId39"/>
    <p:sldId id="753" r:id="rId40"/>
    <p:sldId id="754" r:id="rId41"/>
    <p:sldId id="755" r:id="rId42"/>
    <p:sldId id="756" r:id="rId43"/>
    <p:sldId id="757" r:id="rId44"/>
    <p:sldId id="758" r:id="rId45"/>
    <p:sldId id="759" r:id="rId46"/>
    <p:sldId id="760" r:id="rId47"/>
    <p:sldId id="761" r:id="rId48"/>
    <p:sldId id="762" r:id="rId49"/>
    <p:sldId id="763" r:id="rId50"/>
    <p:sldId id="764" r:id="rId51"/>
    <p:sldId id="765" r:id="rId52"/>
    <p:sldId id="766" r:id="rId53"/>
    <p:sldId id="767" r:id="rId54"/>
    <p:sldId id="768" r:id="rId55"/>
    <p:sldId id="769" r:id="rId56"/>
    <p:sldId id="770" r:id="rId57"/>
    <p:sldId id="771" r:id="rId58"/>
    <p:sldId id="772" r:id="rId59"/>
    <p:sldId id="773" r:id="rId60"/>
    <p:sldId id="774" r:id="rId61"/>
    <p:sldId id="775" r:id="rId62"/>
    <p:sldId id="776" r:id="rId63"/>
    <p:sldId id="777" r:id="rId64"/>
    <p:sldId id="778" r:id="rId65"/>
    <p:sldId id="779" r:id="rId66"/>
    <p:sldId id="780" r:id="rId67"/>
    <p:sldId id="781" r:id="rId68"/>
    <p:sldId id="782" r:id="rId69"/>
    <p:sldId id="783" r:id="rId70"/>
    <p:sldId id="784" r:id="rId71"/>
    <p:sldId id="785" r:id="rId72"/>
    <p:sldId id="786" r:id="rId73"/>
    <p:sldId id="787" r:id="rId74"/>
    <p:sldId id="788" r:id="rId75"/>
    <p:sldId id="789" r:id="rId76"/>
    <p:sldId id="790" r:id="rId77"/>
    <p:sldId id="791" r:id="rId78"/>
    <p:sldId id="792" r:id="rId79"/>
    <p:sldId id="793" r:id="rId80"/>
    <p:sldId id="794" r:id="rId81"/>
    <p:sldId id="795" r:id="rId82"/>
    <p:sldId id="796" r:id="rId83"/>
    <p:sldId id="797" r:id="rId84"/>
    <p:sldId id="798" r:id="rId85"/>
    <p:sldId id="799" r:id="rId86"/>
    <p:sldId id="800" r:id="rId87"/>
    <p:sldId id="801" r:id="rId88"/>
    <p:sldId id="802" r:id="rId89"/>
    <p:sldId id="803" r:id="rId90"/>
    <p:sldId id="804" r:id="rId91"/>
  </p:sldIdLst>
  <p:sldSz cx="12192000" cy="6858000"/>
  <p:notesSz cx="6858000" cy="9144000"/>
  <p:custDataLst>
    <p:tags r:id="rId9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5" Type="http://schemas.openxmlformats.org/officeDocument/2006/relationships/tags" Target="tags/tag1.xml"/><Relationship Id="rId94" Type="http://schemas.openxmlformats.org/officeDocument/2006/relationships/tableStyles" Target="tableStyles.xml"/><Relationship Id="rId93" Type="http://schemas.openxmlformats.org/officeDocument/2006/relationships/viewProps" Target="viewProps.xml"/><Relationship Id="rId92" Type="http://schemas.openxmlformats.org/officeDocument/2006/relationships/presProps" Target="presProps.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notesMaster" Target="notesMasters/notesMaster1.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201489-A3E9-488C-9C6D-2A5A323F62D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3FEB1E-0E89-4E64-8056-AD52CBDA4E8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Rectangle 1031"/>
          <p:cNvSpPr>
            <a:spLocks noGrp="1" noChangeArrowheads="1"/>
          </p:cNvSpPr>
          <p:nvPr>
            <p:ph type="sldNum" sz="quarter" idx="5"/>
          </p:nvPr>
        </p:nvSpPr>
        <p:spPr>
          <a:noFill/>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60C10269-FA24-47F6-B2D9-890A550A0F0F}" type="slidenum">
              <a:rPr kumimoji="0" lang="en-US" altLang="zh-CN" sz="1200" b="0" i="0" u="none" strike="noStrike" kern="1200" cap="none" spc="0" normalizeH="0" baseline="0" noProof="0" smtClean="0">
                <a:ln>
                  <a:noFill/>
                </a:ln>
                <a:solidFill>
                  <a:srgbClr val="000000"/>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Verdana" panose="020B0604030504040204" pitchFamily="34" charset="0"/>
              <a:ea typeface="宋体" panose="02010600030101010101" pitchFamily="2" charset="-122"/>
              <a:cs typeface="+mn-cs"/>
            </a:endParaRPr>
          </a:p>
        </p:txBody>
      </p:sp>
      <p:sp>
        <p:nvSpPr>
          <p:cNvPr id="410627" name="Rectangle 2"/>
          <p:cNvSpPr>
            <a:spLocks noChangeArrowheads="1" noTextEdit="1"/>
          </p:cNvSpPr>
          <p:nvPr>
            <p:ph type="sldImg"/>
          </p:nvPr>
        </p:nvSpPr>
        <p:spPr/>
      </p:sp>
      <p:sp>
        <p:nvSpPr>
          <p:cNvPr id="410628"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Rectangle 1031"/>
          <p:cNvSpPr>
            <a:spLocks noGrp="1" noChangeArrowheads="1"/>
          </p:cNvSpPr>
          <p:nvPr>
            <p:ph type="sldNum" sz="quarter" idx="5"/>
          </p:nvPr>
        </p:nvSpPr>
        <p:spPr>
          <a:noFill/>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017346E5-0274-4B14-AF33-91861A1070DB}" type="slidenum">
              <a:rPr kumimoji="0" lang="en-US" altLang="zh-CN" sz="1200" b="0" i="0" u="none" strike="noStrike" kern="1200" cap="none" spc="0" normalizeH="0" baseline="0" noProof="0" smtClean="0">
                <a:ln>
                  <a:noFill/>
                </a:ln>
                <a:solidFill>
                  <a:srgbClr val="000000"/>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Verdana" panose="020B0604030504040204" pitchFamily="34" charset="0"/>
              <a:ea typeface="宋体" panose="02010600030101010101" pitchFamily="2" charset="-122"/>
              <a:cs typeface="+mn-cs"/>
            </a:endParaRPr>
          </a:p>
        </p:txBody>
      </p:sp>
      <p:sp>
        <p:nvSpPr>
          <p:cNvPr id="412675" name="Rectangle 2"/>
          <p:cNvSpPr>
            <a:spLocks noChangeArrowheads="1" noTextEdit="1"/>
          </p:cNvSpPr>
          <p:nvPr>
            <p:ph type="sldImg"/>
          </p:nvPr>
        </p:nvSpPr>
        <p:spPr/>
      </p:sp>
      <p:sp>
        <p:nvSpPr>
          <p:cNvPr id="412676"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1031"/>
          <p:cNvSpPr>
            <a:spLocks noGrp="1" noChangeArrowheads="1"/>
          </p:cNvSpPr>
          <p:nvPr>
            <p:ph type="sldNum" sz="quarter" idx="5"/>
          </p:nvPr>
        </p:nvSpPr>
        <p:spPr>
          <a:noFill/>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CD11B003-1CBE-42F4-97F5-0ED42038A2D9}" type="slidenum">
              <a:rPr kumimoji="0" lang="en-US" altLang="zh-CN" sz="1200" b="0" i="0" u="none" strike="noStrike" kern="1200" cap="none" spc="0" normalizeH="0" baseline="0" noProof="0" smtClean="0">
                <a:ln>
                  <a:noFill/>
                </a:ln>
                <a:solidFill>
                  <a:srgbClr val="000000"/>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Verdana" panose="020B0604030504040204" pitchFamily="34" charset="0"/>
              <a:ea typeface="宋体" panose="02010600030101010101" pitchFamily="2" charset="-122"/>
              <a:cs typeface="+mn-cs"/>
            </a:endParaRPr>
          </a:p>
        </p:txBody>
      </p:sp>
      <p:sp>
        <p:nvSpPr>
          <p:cNvPr id="414723" name="Rectangle 2"/>
          <p:cNvSpPr>
            <a:spLocks noChangeArrowheads="1" noTextEdit="1"/>
          </p:cNvSpPr>
          <p:nvPr>
            <p:ph type="sldImg"/>
          </p:nvPr>
        </p:nvSpPr>
        <p:spPr/>
      </p:sp>
      <p:sp>
        <p:nvSpPr>
          <p:cNvPr id="414724"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Rectangle 1031"/>
          <p:cNvSpPr>
            <a:spLocks noGrp="1" noChangeArrowheads="1"/>
          </p:cNvSpPr>
          <p:nvPr>
            <p:ph type="sldNum" sz="quarter" idx="5"/>
          </p:nvPr>
        </p:nvSpPr>
        <p:spPr>
          <a:noFill/>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17CC83A2-89FA-4A79-B9D7-D022E1D12267}" type="slidenum">
              <a:rPr kumimoji="0" lang="en-US" altLang="zh-CN" sz="1200" b="0" i="0" u="none" strike="noStrike" kern="1200" cap="none" spc="0" normalizeH="0" baseline="0" noProof="0" smtClean="0">
                <a:ln>
                  <a:noFill/>
                </a:ln>
                <a:solidFill>
                  <a:srgbClr val="000000"/>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Verdana" panose="020B0604030504040204" pitchFamily="34" charset="0"/>
              <a:ea typeface="宋体" panose="02010600030101010101" pitchFamily="2" charset="-122"/>
              <a:cs typeface="+mn-cs"/>
            </a:endParaRPr>
          </a:p>
        </p:txBody>
      </p:sp>
      <p:sp>
        <p:nvSpPr>
          <p:cNvPr id="416771" name="Rectangle 2"/>
          <p:cNvSpPr>
            <a:spLocks noChangeArrowheads="1" noTextEdit="1"/>
          </p:cNvSpPr>
          <p:nvPr>
            <p:ph type="sldImg"/>
          </p:nvPr>
        </p:nvSpPr>
        <p:spPr/>
      </p:sp>
      <p:sp>
        <p:nvSpPr>
          <p:cNvPr id="4167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Rectangle 1031"/>
          <p:cNvSpPr>
            <a:spLocks noGrp="1" noChangeArrowheads="1"/>
          </p:cNvSpPr>
          <p:nvPr>
            <p:ph type="sldNum" sz="quarter" idx="5"/>
          </p:nvPr>
        </p:nvSpPr>
        <p:spPr>
          <a:noFill/>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9FEC4BBD-85C5-424B-86E9-CF37B46CDF44}" type="slidenum">
              <a:rPr kumimoji="0" lang="en-US" altLang="zh-CN" sz="1200" b="0" i="0" u="none" strike="noStrike" kern="1200" cap="none" spc="0" normalizeH="0" baseline="0" noProof="0" smtClean="0">
                <a:ln>
                  <a:noFill/>
                </a:ln>
                <a:solidFill>
                  <a:srgbClr val="000000"/>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Verdana" panose="020B0604030504040204" pitchFamily="34" charset="0"/>
              <a:ea typeface="宋体" panose="02010600030101010101" pitchFamily="2" charset="-122"/>
              <a:cs typeface="+mn-cs"/>
            </a:endParaRPr>
          </a:p>
        </p:txBody>
      </p:sp>
      <p:sp>
        <p:nvSpPr>
          <p:cNvPr id="418819" name="Rectangle 2"/>
          <p:cNvSpPr>
            <a:spLocks noChangeArrowheads="1" noTextEdit="1"/>
          </p:cNvSpPr>
          <p:nvPr>
            <p:ph type="sldImg"/>
          </p:nvPr>
        </p:nvSpPr>
        <p:spPr/>
      </p:sp>
      <p:sp>
        <p:nvSpPr>
          <p:cNvPr id="418820"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1026" descr="waseda_mark"/>
          <p:cNvPicPr>
            <a:picLocks noChangeAspect="1" noChangeArrowheads="1"/>
          </p:cNvPicPr>
          <p:nvPr/>
        </p:nvPicPr>
        <p:blipFill>
          <a:blip r:embed="rId2">
            <a:grayscl/>
            <a:lum bright="80000" contrast="-90000"/>
            <a:extLst>
              <a:ext uri="{28A0092B-C50C-407E-A947-70E740481C1C}">
                <a14:useLocalDpi xmlns:a14="http://schemas.microsoft.com/office/drawing/2010/main" val="0"/>
              </a:ext>
            </a:extLst>
          </a:blip>
          <a:srcRect/>
          <a:stretch>
            <a:fillRect/>
          </a:stretch>
        </p:blipFill>
        <p:spPr bwMode="auto">
          <a:xfrm>
            <a:off x="1488018" y="930276"/>
            <a:ext cx="9120716" cy="530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027" descr="wsd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661026"/>
            <a:ext cx="12192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AutoShape 1031"/>
          <p:cNvSpPr>
            <a:spLocks noChangeArrowheads="1"/>
          </p:cNvSpPr>
          <p:nvPr/>
        </p:nvSpPr>
        <p:spPr bwMode="auto">
          <a:xfrm>
            <a:off x="914400" y="3395664"/>
            <a:ext cx="10363200" cy="109537"/>
          </a:xfrm>
          <a:custGeom>
            <a:avLst/>
            <a:gdLst>
              <a:gd name="T0" fmla="*/ 0 w 1000"/>
              <a:gd name="T1" fmla="*/ 0 h 1000"/>
              <a:gd name="T2" fmla="*/ 2147483646 w 1000"/>
              <a:gd name="T3" fmla="*/ 0 h 1000"/>
              <a:gd name="T4" fmla="*/ 2147483646 w 1000"/>
              <a:gd name="T5" fmla="*/ 11998354 h 1000"/>
              <a:gd name="T6" fmla="*/ 0 w 1000"/>
              <a:gd name="T7" fmla="*/ 11998354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a:solidFill>
              <a:schemeClr val="accent2"/>
            </a:solidFill>
            <a:round/>
          </a:ln>
        </p:spPr>
        <p:txBody>
          <a:bodyPr/>
          <a:lstStyle/>
          <a:p>
            <a:endParaRPr lang="zh-CN" altLang="en-US" sz="1800"/>
          </a:p>
        </p:txBody>
      </p:sp>
      <p:sp>
        <p:nvSpPr>
          <p:cNvPr id="7" name="Text Box 1034"/>
          <p:cNvSpPr txBox="1">
            <a:spLocks noChangeArrowheads="1"/>
          </p:cNvSpPr>
          <p:nvPr userDrawn="1"/>
        </p:nvSpPr>
        <p:spPr bwMode="auto">
          <a:xfrm>
            <a:off x="0" y="76201"/>
            <a:ext cx="1219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defRPr/>
            </a:pPr>
            <a:r>
              <a:rPr lang="en-US" altLang="zh-CN" sz="2000">
                <a:solidFill>
                  <a:schemeClr val="accent2"/>
                </a:solidFill>
                <a:latin typeface="Arial" panose="020B0604020202020204" pitchFamily="34" charset="0"/>
              </a:rPr>
              <a:t>Introduction of Artificial Intelligence</a:t>
            </a:r>
            <a:endParaRPr lang="en-US" altLang="zh-CN" sz="2000">
              <a:solidFill>
                <a:schemeClr val="accent2"/>
              </a:solidFill>
              <a:latin typeface="Arial" panose="020B0604020202020204" pitchFamily="34" charset="0"/>
            </a:endParaRPr>
          </a:p>
        </p:txBody>
      </p:sp>
      <p:sp>
        <p:nvSpPr>
          <p:cNvPr id="8" name="Line 1035"/>
          <p:cNvSpPr>
            <a:spLocks noChangeShapeType="1"/>
          </p:cNvSpPr>
          <p:nvPr userDrawn="1"/>
        </p:nvSpPr>
        <p:spPr bwMode="auto">
          <a:xfrm>
            <a:off x="0" y="457200"/>
            <a:ext cx="12192000" cy="0"/>
          </a:xfrm>
          <a:prstGeom prst="line">
            <a:avLst/>
          </a:prstGeom>
          <a:noFill/>
          <a:ln w="57150" cmpd="thinThick">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sp>
        <p:nvSpPr>
          <p:cNvPr id="111620" name="Rectangle 1028"/>
          <p:cNvSpPr>
            <a:spLocks noGrp="1" noChangeArrowheads="1"/>
          </p:cNvSpPr>
          <p:nvPr>
            <p:ph type="ctrTitle"/>
          </p:nvPr>
        </p:nvSpPr>
        <p:spPr>
          <a:xfrm>
            <a:off x="914400" y="836613"/>
            <a:ext cx="10363200" cy="2019300"/>
          </a:xfrm>
          <a:noFill/>
          <a:extLst>
            <a:ext uri="{909E8E84-426E-40DD-AFC4-6F175D3DCCD1}">
              <a14:hiddenFill xmlns:a14="http://schemas.microsoft.com/office/drawing/2010/main">
                <a:solidFill>
                  <a:schemeClr val="accent1"/>
                </a:solidFill>
              </a14:hiddenFill>
            </a:ext>
          </a:extLst>
        </p:spPr>
        <p:txBody>
          <a:bodyPr/>
          <a:lstStyle>
            <a:lvl1pPr>
              <a:defRPr/>
            </a:lvl1pPr>
          </a:lstStyle>
          <a:p>
            <a:pPr lvl="0"/>
            <a:r>
              <a:rPr lang="ja-JP" altLang="en-US" noProof="0"/>
              <a:t>マスタ タイトルの書式設定</a:t>
            </a:r>
            <a:endParaRPr lang="ja-JP" altLang="en-US" noProof="0"/>
          </a:p>
        </p:txBody>
      </p:sp>
      <p:sp>
        <p:nvSpPr>
          <p:cNvPr id="111621" name="Rectangle 1029"/>
          <p:cNvSpPr>
            <a:spLocks noGrp="1" noChangeArrowheads="1"/>
          </p:cNvSpPr>
          <p:nvPr>
            <p:ph type="subTitle" idx="1"/>
          </p:nvPr>
        </p:nvSpPr>
        <p:spPr>
          <a:xfrm>
            <a:off x="1930400" y="3213100"/>
            <a:ext cx="9347200" cy="1816100"/>
          </a:xfrm>
        </p:spPr>
        <p:txBody>
          <a:bodyPr/>
          <a:lstStyle>
            <a:lvl1pPr marL="0" indent="0" algn="ctr">
              <a:buFont typeface="Wingdings" panose="05000000000000000000" pitchFamily="2" charset="2"/>
              <a:buNone/>
              <a:defRPr/>
            </a:lvl1pPr>
          </a:lstStyle>
          <a:p>
            <a:pPr lvl="0"/>
            <a:r>
              <a:rPr lang="ja-JP" altLang="en-US" noProof="0"/>
              <a:t>マスタ サブタイトルの書式設定</a:t>
            </a:r>
            <a:endParaRPr lang="ja-JP" altLang="en-US" noProof="0"/>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6"/>
          <p:cNvSpPr>
            <a:spLocks noGrp="1" noChangeArrowheads="1"/>
          </p:cNvSpPr>
          <p:nvPr>
            <p:ph type="sldNum" sz="quarter" idx="10"/>
          </p:nvPr>
        </p:nvSpPr>
        <p:spPr/>
        <p:txBody>
          <a:bodyPr/>
          <a:lstStyle>
            <a:lvl1pPr>
              <a:defRPr/>
            </a:lvl1pPr>
          </a:lstStyle>
          <a:p>
            <a:pPr>
              <a:defRPr/>
            </a:pPr>
            <a:fld id="{D5AEF5B3-F251-4B90-98EC-DDCFF2E324D5}" type="slidenum">
              <a:rPr lang="ja-JP" altLang="en-US"/>
            </a:fld>
            <a:endParaRPr lang="en-US" altLang="ja-JP"/>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4" name="Rectangle 6"/>
          <p:cNvSpPr>
            <a:spLocks noGrp="1" noChangeArrowheads="1"/>
          </p:cNvSpPr>
          <p:nvPr>
            <p:ph type="sldNum" sz="quarter" idx="10"/>
          </p:nvPr>
        </p:nvSpPr>
        <p:spPr/>
        <p:txBody>
          <a:bodyPr/>
          <a:lstStyle>
            <a:lvl1pPr>
              <a:defRPr/>
            </a:lvl1pPr>
          </a:lstStyle>
          <a:p>
            <a:pPr>
              <a:defRPr/>
            </a:pPr>
            <a:fld id="{BE730B1D-1012-4DDF-B1B8-69581D8CCDB6}" type="slidenum">
              <a:rPr lang="ja-JP" altLang="en-US"/>
            </a:fld>
            <a:endParaRPr lang="en-US" altLang="ja-JP"/>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334434" y="908051"/>
            <a:ext cx="5659967" cy="540067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97601" y="908051"/>
            <a:ext cx="5659967" cy="540067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6"/>
          <p:cNvSpPr>
            <a:spLocks noGrp="1" noChangeArrowheads="1"/>
          </p:cNvSpPr>
          <p:nvPr>
            <p:ph type="sldNum" sz="quarter" idx="10"/>
          </p:nvPr>
        </p:nvSpPr>
        <p:spPr/>
        <p:txBody>
          <a:bodyPr/>
          <a:lstStyle>
            <a:lvl1pPr>
              <a:defRPr/>
            </a:lvl1pPr>
          </a:lstStyle>
          <a:p>
            <a:pPr>
              <a:defRPr/>
            </a:pPr>
            <a:fld id="{14E83CF1-EDD1-4BB6-B841-F3992C0AD5C2}" type="slidenum">
              <a:rPr lang="ja-JP" altLang="en-US"/>
            </a:fld>
            <a:endParaRPr lang="en-US" altLang="ja-JP"/>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6"/>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40318" y="2505075"/>
            <a:ext cx="5158316"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71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6"/>
          <p:cNvSpPr>
            <a:spLocks noGrp="1" noChangeArrowheads="1"/>
          </p:cNvSpPr>
          <p:nvPr>
            <p:ph type="sldNum" sz="quarter" idx="10"/>
          </p:nvPr>
        </p:nvSpPr>
        <p:spPr/>
        <p:txBody>
          <a:bodyPr/>
          <a:lstStyle>
            <a:lvl1pPr>
              <a:defRPr/>
            </a:lvl1pPr>
          </a:lstStyle>
          <a:p>
            <a:pPr>
              <a:defRPr/>
            </a:pPr>
            <a:fld id="{FB9A8848-AE77-483A-8671-065F067E82F9}" type="slidenum">
              <a:rPr lang="ja-JP" altLang="en-US"/>
            </a:fld>
            <a:endParaRPr lang="en-US" altLang="ja-JP"/>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6"/>
          <p:cNvSpPr>
            <a:spLocks noGrp="1" noChangeArrowheads="1"/>
          </p:cNvSpPr>
          <p:nvPr>
            <p:ph type="sldNum" sz="quarter" idx="10"/>
          </p:nvPr>
        </p:nvSpPr>
        <p:spPr/>
        <p:txBody>
          <a:bodyPr/>
          <a:lstStyle>
            <a:lvl1pPr>
              <a:defRPr/>
            </a:lvl1pPr>
          </a:lstStyle>
          <a:p>
            <a:pPr>
              <a:defRPr/>
            </a:pPr>
            <a:fld id="{60F318CD-A140-4E7C-B3AD-86380D30BDA1}" type="slidenum">
              <a:rPr lang="ja-JP" altLang="en-US"/>
            </a:fld>
            <a:endParaRPr lang="en-US" altLang="ja-JP"/>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p:txBody>
          <a:bodyPr/>
          <a:lstStyle>
            <a:lvl1pPr>
              <a:defRPr/>
            </a:lvl1pPr>
          </a:lstStyle>
          <a:p>
            <a:pPr>
              <a:defRPr/>
            </a:pPr>
            <a:fld id="{4917164A-2B98-441B-B515-6B1483B92900}" type="slidenum">
              <a:rPr lang="ja-JP" altLang="en-US"/>
            </a:fld>
            <a:endParaRPr lang="en-US" altLang="ja-JP"/>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Rectangle 6"/>
          <p:cNvSpPr>
            <a:spLocks noGrp="1" noChangeArrowheads="1"/>
          </p:cNvSpPr>
          <p:nvPr>
            <p:ph type="sldNum" sz="quarter" idx="10"/>
          </p:nvPr>
        </p:nvSpPr>
        <p:spPr/>
        <p:txBody>
          <a:bodyPr/>
          <a:lstStyle>
            <a:lvl1pPr>
              <a:defRPr/>
            </a:lvl1pPr>
          </a:lstStyle>
          <a:p>
            <a:pPr>
              <a:defRPr/>
            </a:pPr>
            <a:fld id="{B6491B27-1E63-4DDE-A729-91C190CA2BCA}" type="slidenum">
              <a:rPr lang="ja-JP" altLang="en-US"/>
            </a:fld>
            <a:endParaRPr lang="en-US" altLang="ja-JP"/>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hasCustomPrompt="1"/>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Rectangle 6"/>
          <p:cNvSpPr>
            <a:spLocks noGrp="1" noChangeArrowheads="1"/>
          </p:cNvSpPr>
          <p:nvPr>
            <p:ph type="sldNum" sz="quarter" idx="10"/>
          </p:nvPr>
        </p:nvSpPr>
        <p:spPr/>
        <p:txBody>
          <a:bodyPr/>
          <a:lstStyle>
            <a:lvl1pPr>
              <a:defRPr/>
            </a:lvl1pPr>
          </a:lstStyle>
          <a:p>
            <a:pPr>
              <a:defRPr/>
            </a:pPr>
            <a:fld id="{B95613F8-DB63-40BE-8017-95F1BB6A4F92}" type="slidenum">
              <a:rPr lang="ja-JP" altLang="en-US"/>
            </a:fld>
            <a:endParaRPr lang="en-US" altLang="ja-JP"/>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6"/>
          <p:cNvSpPr>
            <a:spLocks noGrp="1" noChangeArrowheads="1"/>
          </p:cNvSpPr>
          <p:nvPr>
            <p:ph type="sldNum" sz="quarter" idx="10"/>
          </p:nvPr>
        </p:nvSpPr>
        <p:spPr/>
        <p:txBody>
          <a:bodyPr/>
          <a:lstStyle>
            <a:lvl1pPr>
              <a:defRPr/>
            </a:lvl1pPr>
          </a:lstStyle>
          <a:p>
            <a:pPr>
              <a:defRPr/>
            </a:pPr>
            <a:fld id="{495E655E-344F-4887-9763-228000C22193}" type="slidenum">
              <a:rPr lang="ja-JP" altLang="en-US"/>
            </a:fld>
            <a:endParaRPr lang="en-US" altLang="ja-JP"/>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144000" y="1"/>
            <a:ext cx="3048000" cy="63087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0" y="1"/>
            <a:ext cx="8940800" cy="6308725"/>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6"/>
          <p:cNvSpPr>
            <a:spLocks noGrp="1" noChangeArrowheads="1"/>
          </p:cNvSpPr>
          <p:nvPr>
            <p:ph type="sldNum" sz="quarter" idx="10"/>
          </p:nvPr>
        </p:nvSpPr>
        <p:spPr/>
        <p:txBody>
          <a:bodyPr/>
          <a:lstStyle>
            <a:lvl1pPr>
              <a:defRPr/>
            </a:lvl1pPr>
          </a:lstStyle>
          <a:p>
            <a:pPr>
              <a:defRPr/>
            </a:pPr>
            <a:fld id="{3862906D-478A-45EE-83A5-FA453B5808FE}" type="slidenum">
              <a:rPr lang="ja-JP" altLang="en-US"/>
            </a:fld>
            <a:endParaRPr lang="en-US" altLang="ja-JP"/>
          </a:p>
        </p:txBody>
      </p:sp>
    </p:spTree>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0" y="1"/>
            <a:ext cx="12192000" cy="765175"/>
          </a:xfrm>
        </p:spPr>
        <p:txBody>
          <a:bodyPr/>
          <a:lstStyle/>
          <a:p>
            <a:r>
              <a:rPr lang="zh-CN" altLang="en-US"/>
              <a:t>单击此处编辑母版标题样式</a:t>
            </a:r>
            <a:endParaRPr lang="zh-CN" altLang="en-US"/>
          </a:p>
        </p:txBody>
      </p:sp>
      <p:sp>
        <p:nvSpPr>
          <p:cNvPr id="3" name="内容占位符 2"/>
          <p:cNvSpPr>
            <a:spLocks noGrp="1"/>
          </p:cNvSpPr>
          <p:nvPr>
            <p:ph sz="quarter" idx="1" hasCustomPrompt="1"/>
          </p:nvPr>
        </p:nvSpPr>
        <p:spPr>
          <a:xfrm>
            <a:off x="334434" y="908050"/>
            <a:ext cx="5659967" cy="26241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hasCustomPrompt="1"/>
          </p:nvPr>
        </p:nvSpPr>
        <p:spPr>
          <a:xfrm>
            <a:off x="6197601" y="908050"/>
            <a:ext cx="5659967" cy="26241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hasCustomPrompt="1"/>
          </p:nvPr>
        </p:nvSpPr>
        <p:spPr>
          <a:xfrm>
            <a:off x="334434" y="3684589"/>
            <a:ext cx="5659967" cy="2624137"/>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hasCustomPrompt="1"/>
          </p:nvPr>
        </p:nvSpPr>
        <p:spPr>
          <a:xfrm>
            <a:off x="6197601" y="3684589"/>
            <a:ext cx="5659967" cy="2624137"/>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6"/>
          <p:cNvSpPr>
            <a:spLocks noGrp="1" noChangeArrowheads="1"/>
          </p:cNvSpPr>
          <p:nvPr>
            <p:ph type="sldNum" sz="quarter" idx="10"/>
          </p:nvPr>
        </p:nvSpPr>
        <p:spPr/>
        <p:txBody>
          <a:bodyPr/>
          <a:lstStyle>
            <a:lvl1pPr>
              <a:defRPr/>
            </a:lvl1pPr>
          </a:lstStyle>
          <a:p>
            <a:pPr>
              <a:defRPr/>
            </a:pPr>
            <a:fld id="{F432B3D4-2CBE-400F-8FBB-79439BCD0586}" type="slidenum">
              <a:rPr lang="ja-JP" altLang="en-US"/>
            </a:fld>
            <a:endParaRPr lang="en-US" altLang="ja-JP"/>
          </a:p>
        </p:txBody>
      </p:sp>
    </p:spTree>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0" y="1"/>
            <a:ext cx="12192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hasCustomPrompt="1"/>
          </p:nvPr>
        </p:nvSpPr>
        <p:spPr>
          <a:xfrm>
            <a:off x="334434" y="908051"/>
            <a:ext cx="5659967" cy="540067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hasCustomPrompt="1"/>
          </p:nvPr>
        </p:nvSpPr>
        <p:spPr>
          <a:xfrm>
            <a:off x="6197601" y="908050"/>
            <a:ext cx="5659967" cy="26241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hasCustomPrompt="1"/>
          </p:nvPr>
        </p:nvSpPr>
        <p:spPr>
          <a:xfrm>
            <a:off x="6197601" y="3684589"/>
            <a:ext cx="5659967" cy="2624137"/>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Rectangle 6"/>
          <p:cNvSpPr>
            <a:spLocks noGrp="1" noChangeArrowheads="1"/>
          </p:cNvSpPr>
          <p:nvPr>
            <p:ph type="sldNum" sz="quarter" idx="10"/>
          </p:nvPr>
        </p:nvSpPr>
        <p:spPr/>
        <p:txBody>
          <a:bodyPr/>
          <a:lstStyle>
            <a:lvl1pPr>
              <a:defRPr/>
            </a:lvl1pPr>
          </a:lstStyle>
          <a:p>
            <a:pPr>
              <a:defRPr/>
            </a:pPr>
            <a:fld id="{B54C36ED-6C8A-4DA7-A127-7BE8E3C08988}" type="slidenum">
              <a:rPr lang="ja-JP" altLang="en-US"/>
            </a:fld>
            <a:endParaRPr lang="en-US" altLang="ja-JP"/>
          </a:p>
        </p:txBody>
      </p:sp>
    </p:spTree>
  </p:cSld>
  <p:clrMapOvr>
    <a:masterClrMapping/>
  </p:clrMapOvr>
  <p:transition>
    <p:rand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1"/>
            <a:ext cx="12192000" cy="765175"/>
          </a:xfrm>
        </p:spPr>
        <p:txBody>
          <a:bodyPr/>
          <a:lstStyle/>
          <a:p>
            <a:r>
              <a:rPr lang="zh-CN" altLang="en-US"/>
              <a:t>单击此处编辑母版标题样式</a:t>
            </a:r>
            <a:endParaRPr lang="zh-CN" altLang="en-US"/>
          </a:p>
        </p:txBody>
      </p:sp>
      <p:sp>
        <p:nvSpPr>
          <p:cNvPr id="3" name="文本占位符 2"/>
          <p:cNvSpPr>
            <a:spLocks noGrp="1"/>
          </p:cNvSpPr>
          <p:nvPr>
            <p:ph type="body" sz="half" idx="1" hasCustomPrompt="1"/>
          </p:nvPr>
        </p:nvSpPr>
        <p:spPr>
          <a:xfrm>
            <a:off x="334434" y="908051"/>
            <a:ext cx="5659967" cy="540067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97601" y="908051"/>
            <a:ext cx="5659967" cy="540067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6"/>
          <p:cNvSpPr>
            <a:spLocks noGrp="1" noChangeArrowheads="1"/>
          </p:cNvSpPr>
          <p:nvPr>
            <p:ph type="sldNum" sz="quarter" idx="10"/>
          </p:nvPr>
        </p:nvSpPr>
        <p:spPr/>
        <p:txBody>
          <a:bodyPr/>
          <a:lstStyle>
            <a:lvl1pPr>
              <a:defRPr/>
            </a:lvl1pPr>
          </a:lstStyle>
          <a:p>
            <a:pPr>
              <a:defRPr/>
            </a:pPr>
            <a:fld id="{932BED31-6FAE-4FEC-B16A-387AECA0C8D5}" type="slidenum">
              <a:rPr lang="ja-JP" altLang="en-US"/>
            </a:fld>
            <a:endParaRPr lang="en-US" altLang="ja-JP"/>
          </a:p>
        </p:txBody>
      </p:sp>
    </p:spTree>
  </p:cSld>
  <p:clrMapOvr>
    <a:masterClrMapping/>
  </p:clrMapOvr>
  <p:transition>
    <p:rand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hasCustomPrompt="1"/>
          </p:nvPr>
        </p:nvSpPr>
        <p:spPr>
          <a:xfrm>
            <a:off x="0" y="1"/>
            <a:ext cx="12192000" cy="630872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Rectangle 6"/>
          <p:cNvSpPr>
            <a:spLocks noGrp="1" noChangeArrowheads="1"/>
          </p:cNvSpPr>
          <p:nvPr>
            <p:ph type="sldNum" sz="quarter" idx="10"/>
          </p:nvPr>
        </p:nvSpPr>
        <p:spPr/>
        <p:txBody>
          <a:bodyPr/>
          <a:lstStyle>
            <a:lvl1pPr>
              <a:defRPr/>
            </a:lvl1pPr>
          </a:lstStyle>
          <a:p>
            <a:pPr>
              <a:defRPr/>
            </a:pPr>
            <a:fld id="{235A46C3-7CB9-4FD9-98FE-8A9172452D17}" type="slidenum">
              <a:rPr lang="ja-JP" altLang="en-US"/>
            </a:fld>
            <a:endParaRPr lang="en-US" altLang="ja-JP"/>
          </a:p>
        </p:txBody>
      </p:sp>
    </p:spTree>
  </p:cSld>
  <p:clrMapOvr>
    <a:masterClrMapping/>
  </p:clrMapOvr>
  <p:transition>
    <p:rand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0" y="1"/>
            <a:ext cx="12192000" cy="765175"/>
          </a:xfr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334434" y="908051"/>
            <a:ext cx="5659967" cy="540067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hasCustomPrompt="1"/>
          </p:nvPr>
        </p:nvSpPr>
        <p:spPr>
          <a:xfrm>
            <a:off x="6197601" y="908050"/>
            <a:ext cx="5659967" cy="26241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hasCustomPrompt="1"/>
          </p:nvPr>
        </p:nvSpPr>
        <p:spPr>
          <a:xfrm>
            <a:off x="6197601" y="3684589"/>
            <a:ext cx="5659967" cy="2624137"/>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Rectangle 6"/>
          <p:cNvSpPr>
            <a:spLocks noGrp="1" noChangeArrowheads="1"/>
          </p:cNvSpPr>
          <p:nvPr>
            <p:ph type="sldNum" sz="quarter" idx="10"/>
          </p:nvPr>
        </p:nvSpPr>
        <p:spPr/>
        <p:txBody>
          <a:bodyPr/>
          <a:lstStyle>
            <a:lvl1pPr>
              <a:defRPr/>
            </a:lvl1pPr>
          </a:lstStyle>
          <a:p>
            <a:pPr>
              <a:defRPr/>
            </a:pPr>
            <a:fld id="{B95D6D7D-46DE-467F-92C4-A968F83A1777}" type="slidenum">
              <a:rPr lang="ja-JP" altLang="en-US"/>
            </a:fld>
            <a:endParaRPr lang="en-US" altLang="ja-JP"/>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image" Target="../media/image3.png"/><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7"/>
          <a:srcRect/>
          <a:tile tx="0" ty="0" sx="100000" sy="100000" flip="none" algn="tl"/>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ja-JP" altLang="en-US"/>
              <a:t>マスタ タイトルの書式設定</a:t>
            </a:r>
            <a:endParaRPr lang="ja-JP" altLang="en-US"/>
          </a:p>
        </p:txBody>
      </p:sp>
      <p:sp>
        <p:nvSpPr>
          <p:cNvPr id="2051" name="Rectangle 3"/>
          <p:cNvSpPr>
            <a:spLocks noGrp="1" noChangeArrowheads="1"/>
          </p:cNvSpPr>
          <p:nvPr>
            <p:ph type="body" idx="1"/>
          </p:nvPr>
        </p:nvSpPr>
        <p:spPr bwMode="auto">
          <a:xfrm>
            <a:off x="334434" y="908051"/>
            <a:ext cx="11523133" cy="540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ja-JP" altLang="en-US"/>
              <a:t>マスタ テキストの書式設定</a:t>
            </a:r>
            <a:endParaRPr lang="ja-JP" altLang="en-US"/>
          </a:p>
          <a:p>
            <a:pPr lvl="1"/>
            <a:r>
              <a:rPr lang="ja-JP" altLang="en-US"/>
              <a:t>第 </a:t>
            </a:r>
            <a:r>
              <a:rPr lang="en-US" altLang="ja-JP"/>
              <a:t>2 </a:t>
            </a:r>
            <a:r>
              <a:rPr lang="ja-JP" altLang="en-US"/>
              <a:t>レベル</a:t>
            </a:r>
            <a:endParaRPr lang="ja-JP" altLang="en-US"/>
          </a:p>
          <a:p>
            <a:pPr lvl="2"/>
            <a:r>
              <a:rPr lang="ja-JP" altLang="en-US"/>
              <a:t>第 </a:t>
            </a:r>
            <a:r>
              <a:rPr lang="en-US" altLang="ja-JP"/>
              <a:t>3 </a:t>
            </a:r>
            <a:r>
              <a:rPr lang="ja-JP" altLang="en-US"/>
              <a:t>レベル</a:t>
            </a:r>
            <a:endParaRPr lang="ja-JP" altLang="en-US"/>
          </a:p>
          <a:p>
            <a:pPr lvl="3"/>
            <a:r>
              <a:rPr lang="ja-JP" altLang="en-US"/>
              <a:t>第 </a:t>
            </a:r>
            <a:r>
              <a:rPr lang="en-US" altLang="ja-JP"/>
              <a:t>4 </a:t>
            </a:r>
            <a:r>
              <a:rPr lang="ja-JP" altLang="en-US"/>
              <a:t>レベル</a:t>
            </a:r>
            <a:endParaRPr lang="ja-JP" altLang="en-US"/>
          </a:p>
          <a:p>
            <a:pPr lvl="4"/>
            <a:r>
              <a:rPr lang="ja-JP" altLang="en-US"/>
              <a:t>第 </a:t>
            </a:r>
            <a:r>
              <a:rPr lang="en-US" altLang="ja-JP"/>
              <a:t>5 </a:t>
            </a:r>
            <a:r>
              <a:rPr lang="ja-JP" altLang="en-US"/>
              <a:t>レベル</a:t>
            </a:r>
            <a:r>
              <a:rPr lang="ja-JP" altLang="zh-CN"/>
              <a:t>：</a:t>
            </a:r>
            <a:endParaRPr lang="ja-JP" altLang="en-US"/>
          </a:p>
        </p:txBody>
      </p:sp>
      <p:sp>
        <p:nvSpPr>
          <p:cNvPr id="110598" name="Rectangle 6"/>
          <p:cNvSpPr>
            <a:spLocks noGrp="1" noChangeArrowheads="1"/>
          </p:cNvSpPr>
          <p:nvPr>
            <p:ph type="sldNum" sz="quarter" idx="4"/>
          </p:nvPr>
        </p:nvSpPr>
        <p:spPr bwMode="auto">
          <a:xfrm>
            <a:off x="9245600" y="6477001"/>
            <a:ext cx="2641600"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a:solidFill>
                  <a:srgbClr val="A50021"/>
                </a:solidFill>
                <a:latin typeface="+mn-lt"/>
                <a:ea typeface="MS PGothic" panose="020B0600070205080204" pitchFamily="34" charset="-128"/>
              </a:defRPr>
            </a:lvl1pPr>
          </a:lstStyle>
          <a:p>
            <a:pPr>
              <a:defRPr/>
            </a:pPr>
            <a:fld id="{37271C5A-ED4E-4DD3-B8AB-B5AB70469FA1}" type="slidenum">
              <a:rPr lang="ja-JP" altLang="en-US"/>
            </a:fld>
            <a:endParaRPr lang="en-US" altLang="ja-JP"/>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ransition>
    <p:random/>
  </p:transition>
  <p:hf hdr="0" ftr="0" dt="0"/>
  <p:txStyles>
    <p:titleStyle>
      <a:lvl1pPr indent="176530" algn="l" rtl="0" eaLnBrk="0" fontAlgn="base" hangingPunct="0">
        <a:spcBef>
          <a:spcPct val="0"/>
        </a:spcBef>
        <a:spcAft>
          <a:spcPct val="0"/>
        </a:spcAft>
        <a:defRPr sz="3800" b="1" kern="1200">
          <a:solidFill>
            <a:schemeClr val="bg1"/>
          </a:solidFill>
          <a:latin typeface="+mj-lt"/>
          <a:ea typeface="+mj-ea"/>
          <a:cs typeface="+mj-cs"/>
        </a:defRPr>
      </a:lvl1pPr>
      <a:lvl2pPr indent="176530" algn="l" rtl="0" eaLnBrk="0" fontAlgn="base" hangingPunct="0">
        <a:spcBef>
          <a:spcPct val="0"/>
        </a:spcBef>
        <a:spcAft>
          <a:spcPct val="0"/>
        </a:spcAft>
        <a:defRPr sz="3800" b="1">
          <a:solidFill>
            <a:schemeClr val="bg1"/>
          </a:solidFill>
          <a:latin typeface="Arial" panose="020B0604020202020204" pitchFamily="34" charset="0"/>
          <a:ea typeface="宋体" panose="02010600030101010101" pitchFamily="2" charset="-122"/>
        </a:defRPr>
      </a:lvl2pPr>
      <a:lvl3pPr indent="176530" algn="l" rtl="0" eaLnBrk="0" fontAlgn="base" hangingPunct="0">
        <a:spcBef>
          <a:spcPct val="0"/>
        </a:spcBef>
        <a:spcAft>
          <a:spcPct val="0"/>
        </a:spcAft>
        <a:defRPr sz="3800" b="1">
          <a:solidFill>
            <a:schemeClr val="bg1"/>
          </a:solidFill>
          <a:latin typeface="Arial" panose="020B0604020202020204" pitchFamily="34" charset="0"/>
          <a:ea typeface="宋体" panose="02010600030101010101" pitchFamily="2" charset="-122"/>
        </a:defRPr>
      </a:lvl3pPr>
      <a:lvl4pPr indent="176530" algn="l" rtl="0" eaLnBrk="0" fontAlgn="base" hangingPunct="0">
        <a:spcBef>
          <a:spcPct val="0"/>
        </a:spcBef>
        <a:spcAft>
          <a:spcPct val="0"/>
        </a:spcAft>
        <a:defRPr sz="3800" b="1">
          <a:solidFill>
            <a:schemeClr val="bg1"/>
          </a:solidFill>
          <a:latin typeface="Arial" panose="020B0604020202020204" pitchFamily="34" charset="0"/>
          <a:ea typeface="宋体" panose="02010600030101010101" pitchFamily="2" charset="-122"/>
        </a:defRPr>
      </a:lvl4pPr>
      <a:lvl5pPr indent="176530" algn="l" rtl="0" eaLnBrk="0" fontAlgn="base" hangingPunct="0">
        <a:spcBef>
          <a:spcPct val="0"/>
        </a:spcBef>
        <a:spcAft>
          <a:spcPct val="0"/>
        </a:spcAft>
        <a:defRPr sz="3800" b="1">
          <a:solidFill>
            <a:schemeClr val="bg1"/>
          </a:solidFill>
          <a:latin typeface="Arial" panose="020B0604020202020204" pitchFamily="34" charset="0"/>
          <a:ea typeface="宋体" panose="02010600030101010101" pitchFamily="2" charset="-122"/>
        </a:defRPr>
      </a:lvl5pPr>
      <a:lvl6pPr marL="457200" indent="176530" algn="l" rtl="0" fontAlgn="base">
        <a:spcBef>
          <a:spcPct val="0"/>
        </a:spcBef>
        <a:spcAft>
          <a:spcPct val="0"/>
        </a:spcAft>
        <a:defRPr sz="3800" b="1">
          <a:solidFill>
            <a:schemeClr val="bg1"/>
          </a:solidFill>
          <a:latin typeface="Arial" panose="020B0604020202020204" pitchFamily="34" charset="0"/>
          <a:ea typeface="宋体" panose="02010600030101010101" pitchFamily="2" charset="-122"/>
        </a:defRPr>
      </a:lvl6pPr>
      <a:lvl7pPr marL="914400" indent="176530" algn="l" rtl="0" fontAlgn="base">
        <a:spcBef>
          <a:spcPct val="0"/>
        </a:spcBef>
        <a:spcAft>
          <a:spcPct val="0"/>
        </a:spcAft>
        <a:defRPr sz="3800" b="1">
          <a:solidFill>
            <a:schemeClr val="bg1"/>
          </a:solidFill>
          <a:latin typeface="Arial" panose="020B0604020202020204" pitchFamily="34" charset="0"/>
          <a:ea typeface="宋体" panose="02010600030101010101" pitchFamily="2" charset="-122"/>
        </a:defRPr>
      </a:lvl7pPr>
      <a:lvl8pPr marL="1371600" indent="176530" algn="l" rtl="0" fontAlgn="base">
        <a:spcBef>
          <a:spcPct val="0"/>
        </a:spcBef>
        <a:spcAft>
          <a:spcPct val="0"/>
        </a:spcAft>
        <a:defRPr sz="3800" b="1">
          <a:solidFill>
            <a:schemeClr val="bg1"/>
          </a:solidFill>
          <a:latin typeface="Arial" panose="020B0604020202020204" pitchFamily="34" charset="0"/>
          <a:ea typeface="宋体" panose="02010600030101010101" pitchFamily="2" charset="-122"/>
        </a:defRPr>
      </a:lvl8pPr>
      <a:lvl9pPr marL="1828800" indent="176530" algn="l" rtl="0" fontAlgn="base">
        <a:spcBef>
          <a:spcPct val="0"/>
        </a:spcBef>
        <a:spcAft>
          <a:spcPct val="0"/>
        </a:spcAft>
        <a:defRPr sz="3800" b="1">
          <a:solidFill>
            <a:schemeClr val="bg1"/>
          </a:solidFill>
          <a:latin typeface="Arial" panose="020B0604020202020204" pitchFamily="34" charset="0"/>
          <a:ea typeface="宋体" panose="02010600030101010101" pitchFamily="2" charset="-122"/>
        </a:defRPr>
      </a:lvl9pPr>
    </p:titleStyle>
    <p:bodyStyle>
      <a:lvl1pPr marL="469900" indent="-469900" algn="l" rtl="0" eaLnBrk="0" fontAlgn="base" hangingPunct="0">
        <a:lnSpc>
          <a:spcPct val="120000"/>
        </a:lnSpc>
        <a:spcBef>
          <a:spcPct val="40000"/>
        </a:spcBef>
        <a:spcAft>
          <a:spcPct val="0"/>
        </a:spcAft>
        <a:buClr>
          <a:schemeClr val="accent2"/>
        </a:buClr>
        <a:buFont typeface="Wingdings" panose="05000000000000000000" pitchFamily="2" charset="2"/>
        <a:buChar char="o"/>
        <a:defRPr sz="2800" kern="12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kern="1200">
          <a:solidFill>
            <a:schemeClr val="folHlink"/>
          </a:solidFill>
          <a:latin typeface="+mn-lt"/>
          <a:ea typeface="+mn-ea"/>
          <a:cs typeface="+mn-cs"/>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kern="1200">
          <a:solidFill>
            <a:srgbClr val="009900"/>
          </a:solidFill>
          <a:latin typeface="+mn-lt"/>
          <a:ea typeface="+mn-ea"/>
          <a:cs typeface="+mn-cs"/>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rgbClr val="0099CC"/>
          </a:solidFill>
          <a:latin typeface="+mn-lt"/>
          <a:ea typeface="+mn-ea"/>
          <a:cs typeface="+mn-cs"/>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kern="1200">
          <a:solidFill>
            <a:srgbClr val="99CC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wmf"/><Relationship Id="rId1" Type="http://schemas.openxmlformats.org/officeDocument/2006/relationships/image" Target="../media/image11.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wmf"/></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p:cNvSpPr>
            <a:spLocks noGrp="1" noChangeArrowheads="1"/>
          </p:cNvSpPr>
          <p:nvPr>
            <p:ph type="ctrTitle"/>
          </p:nvPr>
        </p:nvSpPr>
        <p:spPr>
          <a:xfrm>
            <a:off x="1981200" y="1181100"/>
            <a:ext cx="8153400" cy="2019300"/>
          </a:xfrm>
          <a:noFill/>
        </p:spPr>
        <p:txBody>
          <a:bodyPr/>
          <a:lstStyle/>
          <a:p>
            <a:pPr algn="ctr" eaLnBrk="1" hangingPunct="1"/>
            <a:r>
              <a:rPr lang="zh-CN" altLang="en-US" sz="5300" dirty="0">
                <a:solidFill>
                  <a:schemeClr val="tx1"/>
                </a:solidFill>
                <a:latin typeface="Times New Roman" panose="02020603050405020304" pitchFamily="18" charset="0"/>
                <a:ea typeface="黑体" panose="02010609060101010101" pitchFamily="49" charset="-122"/>
              </a:rPr>
              <a:t>第 </a:t>
            </a:r>
            <a:r>
              <a:rPr lang="en-US" altLang="zh-CN" sz="5300">
                <a:solidFill>
                  <a:schemeClr val="tx1"/>
                </a:solidFill>
                <a:latin typeface="Times New Roman" panose="02020603050405020304" pitchFamily="18" charset="0"/>
                <a:ea typeface="黑体" panose="02010609060101010101" pitchFamily="49" charset="-122"/>
              </a:rPr>
              <a:t>10 </a:t>
            </a:r>
            <a:r>
              <a:rPr lang="zh-CN" altLang="en-US" sz="5300" dirty="0">
                <a:solidFill>
                  <a:schemeClr val="tx1"/>
                </a:solidFill>
                <a:latin typeface="Times New Roman" panose="02020603050405020304" pitchFamily="18" charset="0"/>
                <a:ea typeface="黑体" panose="02010609060101010101" pitchFamily="49" charset="-122"/>
              </a:rPr>
              <a:t>章   专家系统与机器学习</a:t>
            </a:r>
            <a:endParaRPr lang="zh-CN" altLang="en-US" sz="5300" dirty="0">
              <a:solidFill>
                <a:schemeClr val="tx1"/>
              </a:solidFill>
              <a:latin typeface="Times New Roman" panose="02020603050405020304" pitchFamily="18" charset="0"/>
              <a:ea typeface="黑体" panose="02010609060101010101" pitchFamily="49" charset="-122"/>
            </a:endParaRPr>
          </a:p>
        </p:txBody>
      </p:sp>
      <p:sp>
        <p:nvSpPr>
          <p:cNvPr id="405507" name="Rectangle 3"/>
          <p:cNvSpPr>
            <a:spLocks noGrp="1" noChangeArrowheads="1"/>
          </p:cNvSpPr>
          <p:nvPr>
            <p:ph type="subTitle" idx="1"/>
          </p:nvPr>
        </p:nvSpPr>
        <p:spPr>
          <a:xfrm>
            <a:off x="2133600" y="3667125"/>
            <a:ext cx="8305800" cy="2192338"/>
          </a:xfrm>
          <a:noFill/>
        </p:spPr>
        <p:txBody>
          <a:bodyPr/>
          <a:lstStyle/>
          <a:p>
            <a:pPr algn="l" eaLnBrk="1" hangingPunct="1">
              <a:lnSpc>
                <a:spcPct val="110000"/>
              </a:lnSpc>
            </a:pPr>
            <a:r>
              <a:rPr lang="zh-CN" altLang="en-US" sz="3400" b="1">
                <a:solidFill>
                  <a:schemeClr val="accent2"/>
                </a:solidFill>
                <a:latin typeface="Times New Roman" panose="02020603050405020304" pitchFamily="18" charset="0"/>
                <a:ea typeface="华文琥珀" panose="02010800040101010101" pitchFamily="2" charset="-122"/>
              </a:rPr>
              <a:t>教材：</a:t>
            </a:r>
            <a:endParaRPr lang="zh-CN" altLang="en-US" sz="3400" b="1">
              <a:solidFill>
                <a:schemeClr val="accent2"/>
              </a:solidFill>
              <a:latin typeface="Times New Roman" panose="02020603050405020304" pitchFamily="18" charset="0"/>
              <a:ea typeface="华文琥珀" panose="02010800040101010101" pitchFamily="2" charset="-122"/>
            </a:endParaRPr>
          </a:p>
          <a:p>
            <a:pPr eaLnBrk="1" hangingPunct="1">
              <a:lnSpc>
                <a:spcPct val="110000"/>
              </a:lnSpc>
            </a:pPr>
            <a:r>
              <a:rPr lang="zh-CN" altLang="en-US" sz="3200" b="1">
                <a:solidFill>
                  <a:srgbClr val="0000FF"/>
                </a:solidFill>
                <a:latin typeface="Times New Roman" panose="02020603050405020304" pitchFamily="18" charset="0"/>
                <a:ea typeface="楷体_GB2312" pitchFamily="49" charset="-122"/>
              </a:rPr>
              <a:t>         王万良</a:t>
            </a:r>
            <a:r>
              <a:rPr lang="en-US" altLang="zh-CN" sz="3200" b="1">
                <a:solidFill>
                  <a:srgbClr val="0000FF"/>
                </a:solidFill>
                <a:latin typeface="Times New Roman" panose="02020603050405020304" pitchFamily="18" charset="0"/>
                <a:ea typeface="楷体_GB2312" pitchFamily="49" charset="-122"/>
              </a:rPr>
              <a:t>《</a:t>
            </a:r>
            <a:r>
              <a:rPr lang="zh-CN" altLang="en-US" sz="3200" b="1">
                <a:solidFill>
                  <a:srgbClr val="0000FF"/>
                </a:solidFill>
                <a:latin typeface="Times New Roman" panose="02020603050405020304" pitchFamily="18" charset="0"/>
                <a:ea typeface="楷体_GB2312" pitchFamily="49" charset="-122"/>
              </a:rPr>
              <a:t>人工智能导论</a:t>
            </a:r>
            <a:r>
              <a:rPr lang="en-US" altLang="zh-CN" sz="3200" b="1">
                <a:solidFill>
                  <a:srgbClr val="0000FF"/>
                </a:solidFill>
                <a:latin typeface="Times New Roman" panose="02020603050405020304" pitchFamily="18" charset="0"/>
                <a:ea typeface="楷体_GB2312" pitchFamily="49" charset="-122"/>
              </a:rPr>
              <a:t>》</a:t>
            </a:r>
            <a:r>
              <a:rPr lang="zh-CN" altLang="en-US" sz="3200" b="1">
                <a:solidFill>
                  <a:srgbClr val="0000FF"/>
                </a:solidFill>
                <a:latin typeface="Times New Roman" panose="02020603050405020304" pitchFamily="18" charset="0"/>
                <a:ea typeface="楷体_GB2312" pitchFamily="49" charset="-122"/>
              </a:rPr>
              <a:t>（第</a:t>
            </a:r>
            <a:r>
              <a:rPr lang="en-US" altLang="zh-CN" sz="3200" b="1">
                <a:solidFill>
                  <a:srgbClr val="0000FF"/>
                </a:solidFill>
                <a:latin typeface="Times New Roman" panose="02020603050405020304" pitchFamily="18" charset="0"/>
                <a:ea typeface="楷体_GB2312" pitchFamily="49" charset="-122"/>
              </a:rPr>
              <a:t>3</a:t>
            </a:r>
            <a:r>
              <a:rPr lang="zh-CN" altLang="en-US" sz="3200" b="1">
                <a:solidFill>
                  <a:srgbClr val="0000FF"/>
                </a:solidFill>
                <a:latin typeface="Times New Roman" panose="02020603050405020304" pitchFamily="18" charset="0"/>
                <a:ea typeface="楷体_GB2312" pitchFamily="49" charset="-122"/>
              </a:rPr>
              <a:t>版）</a:t>
            </a:r>
            <a:endParaRPr lang="zh-CN" altLang="en-US" sz="3200" b="1">
              <a:solidFill>
                <a:srgbClr val="0000FF"/>
              </a:solidFill>
              <a:latin typeface="Times New Roman" panose="02020603050405020304" pitchFamily="18" charset="0"/>
              <a:ea typeface="楷体_GB2312" pitchFamily="49" charset="-122"/>
            </a:endParaRPr>
          </a:p>
          <a:p>
            <a:pPr algn="l" eaLnBrk="1" hangingPunct="1">
              <a:lnSpc>
                <a:spcPct val="110000"/>
              </a:lnSpc>
            </a:pPr>
            <a:r>
              <a:rPr lang="zh-CN" altLang="en-US" sz="3200" b="1">
                <a:solidFill>
                  <a:srgbClr val="0000FF"/>
                </a:solidFill>
                <a:latin typeface="Times New Roman" panose="02020603050405020304" pitchFamily="18" charset="0"/>
                <a:ea typeface="楷体_GB2312" pitchFamily="49" charset="-122"/>
              </a:rPr>
              <a:t>          高等教育出版社，</a:t>
            </a:r>
            <a:r>
              <a:rPr lang="en-US" altLang="zh-CN" sz="3200" b="1">
                <a:solidFill>
                  <a:srgbClr val="0000FF"/>
                </a:solidFill>
                <a:latin typeface="Times New Roman" panose="02020603050405020304" pitchFamily="18" charset="0"/>
                <a:ea typeface="楷体_GB2312" pitchFamily="49" charset="-122"/>
              </a:rPr>
              <a:t>2011. 2</a:t>
            </a:r>
            <a:endParaRPr lang="en-US" altLang="zh-CN" sz="3200" b="1">
              <a:solidFill>
                <a:srgbClr val="0000FF"/>
              </a:solidFill>
              <a:latin typeface="Times New Roman" panose="02020603050405020304" pitchFamily="18" charset="0"/>
              <a:ea typeface="楷体_GB2312" pitchFamily="49" charset="-122"/>
            </a:endParaRPr>
          </a:p>
        </p:txBody>
      </p:sp>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1"/>
          <p:cNvSpPr>
            <a:spLocks noGrp="1"/>
          </p:cNvSpPr>
          <p:nvPr>
            <p:ph type="sldNum" sz="quarter" idx="10"/>
          </p:nvPr>
        </p:nvSpPr>
        <p:spPr/>
        <p:txBody>
          <a:bodyPr/>
          <a:lstStyle/>
          <a:p>
            <a:pPr fontAlgn="base">
              <a:spcBef>
                <a:spcPct val="0"/>
              </a:spcBef>
              <a:spcAft>
                <a:spcPct val="0"/>
              </a:spcAft>
              <a:defRPr/>
            </a:pPr>
            <a:fld id="{DD673149-F376-47E2-B7B3-AA63B1853377}" type="slidenum">
              <a:rPr lang="ja-JP" altLang="en-US">
                <a:latin typeface="Arial" panose="020B0604020202020204"/>
              </a:rPr>
            </a:fld>
            <a:endParaRPr lang="en-US" altLang="ja-JP">
              <a:latin typeface="Arial" panose="020B0604020202020204"/>
            </a:endParaRPr>
          </a:p>
        </p:txBody>
      </p:sp>
      <p:sp>
        <p:nvSpPr>
          <p:cNvPr id="406531" name="Rectangle 2"/>
          <p:cNvSpPr>
            <a:spLocks noChangeArrowheads="1"/>
          </p:cNvSpPr>
          <p:nvPr/>
        </p:nvSpPr>
        <p:spPr bwMode="auto">
          <a:xfrm>
            <a:off x="1524000" y="1"/>
            <a:ext cx="9144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530">
              <a:defRPr>
                <a:solidFill>
                  <a:schemeClr val="tx1"/>
                </a:solidFill>
                <a:latin typeface="Verdana" panose="020B0604030504040204" pitchFamily="34" charset="0"/>
                <a:ea typeface="宋体" panose="02010600030101010101" pitchFamily="2" charset="-122"/>
              </a:defRPr>
            </a:lvl1pPr>
            <a:lvl2pPr indent="176530">
              <a:defRPr>
                <a:solidFill>
                  <a:schemeClr val="tx1"/>
                </a:solidFill>
                <a:latin typeface="Verdana" panose="020B0604030504040204" pitchFamily="34" charset="0"/>
                <a:ea typeface="宋体" panose="02010600030101010101" pitchFamily="2" charset="-122"/>
              </a:defRPr>
            </a:lvl2pPr>
            <a:lvl3pPr indent="176530">
              <a:defRPr>
                <a:solidFill>
                  <a:schemeClr val="tx1"/>
                </a:solidFill>
                <a:latin typeface="Verdana" panose="020B0604030504040204" pitchFamily="34" charset="0"/>
                <a:ea typeface="宋体" panose="02010600030101010101" pitchFamily="2" charset="-122"/>
              </a:defRPr>
            </a:lvl3pPr>
            <a:lvl4pPr indent="176530">
              <a:defRPr>
                <a:solidFill>
                  <a:schemeClr val="tx1"/>
                </a:solidFill>
                <a:latin typeface="Verdana" panose="020B0604030504040204" pitchFamily="34" charset="0"/>
                <a:ea typeface="宋体" panose="02010600030101010101" pitchFamily="2" charset="-122"/>
              </a:defRPr>
            </a:lvl4pPr>
            <a:lvl5pPr indent="176530">
              <a:defRPr>
                <a:solidFill>
                  <a:schemeClr val="tx1"/>
                </a:solidFill>
                <a:latin typeface="Verdana" panose="020B0604030504040204" pitchFamily="34" charset="0"/>
                <a:ea typeface="宋体" panose="02010600030101010101" pitchFamily="2" charset="-122"/>
              </a:defRPr>
            </a:lvl5pPr>
            <a:lvl6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4200">
                <a:solidFill>
                  <a:srgbClr val="FFFFFF"/>
                </a:solidFill>
                <a:latin typeface="Times New Roman" panose="02020603050405020304" pitchFamily="18" charset="0"/>
                <a:ea typeface="黑体" panose="02010609060101010101" pitchFamily="49" charset="-122"/>
              </a:rPr>
              <a:t>第</a:t>
            </a:r>
            <a:r>
              <a:rPr lang="en-US" altLang="zh-CN" sz="4200">
                <a:solidFill>
                  <a:srgbClr val="FFFFFF"/>
                </a:solidFill>
                <a:latin typeface="Times New Roman" panose="02020603050405020304" pitchFamily="18" charset="0"/>
                <a:ea typeface="黑体" panose="02010609060101010101" pitchFamily="49" charset="-122"/>
              </a:rPr>
              <a:t>10</a:t>
            </a:r>
            <a:r>
              <a:rPr lang="zh-CN" altLang="en-US" sz="4200">
                <a:solidFill>
                  <a:srgbClr val="FFFFFF"/>
                </a:solidFill>
                <a:latin typeface="Times New Roman" panose="02020603050405020304" pitchFamily="18" charset="0"/>
                <a:ea typeface="黑体" panose="02010609060101010101" pitchFamily="49" charset="-122"/>
              </a:rPr>
              <a:t>章  专家系统与机器学习</a:t>
            </a:r>
            <a:endParaRPr lang="zh-CN" altLang="en-US" sz="4200">
              <a:solidFill>
                <a:srgbClr val="FFFFFF"/>
              </a:solidFill>
              <a:latin typeface="Times New Roman" panose="02020603050405020304" pitchFamily="18" charset="0"/>
              <a:ea typeface="黑体" panose="02010609060101010101" pitchFamily="49" charset="-122"/>
            </a:endParaRPr>
          </a:p>
        </p:txBody>
      </p:sp>
      <p:sp>
        <p:nvSpPr>
          <p:cNvPr id="562179" name="Rectangle 3"/>
          <p:cNvSpPr>
            <a:spLocks noChangeArrowheads="1"/>
          </p:cNvSpPr>
          <p:nvPr/>
        </p:nvSpPr>
        <p:spPr bwMode="auto">
          <a:xfrm>
            <a:off x="1752601" y="1000126"/>
            <a:ext cx="8512175" cy="540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908050" indent="-43688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304925" indent="-395605">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9418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94230" indent="-398780">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Aft>
                <a:spcPct val="0"/>
              </a:spcAft>
              <a:buClr>
                <a:srgbClr val="CC0000"/>
              </a:buClr>
            </a:pPr>
            <a:r>
              <a:rPr lang="zh-CN" altLang="en-US" b="1">
                <a:solidFill>
                  <a:srgbClr val="000000"/>
                </a:solidFill>
              </a:rPr>
              <a:t>专家系统已经应用到数学、物理、化学、医学、地质、气象、农业、法律、教育、交通运输、机械、艺术、以及计算机科学本身，甚至渗透到政治、经济、军事等重大决策部门，产生了巨大的社会效益和经济效益，成为人工智能的重要分支。</a:t>
            </a:r>
            <a:endParaRPr lang="zh-CN" altLang="en-US" b="1">
              <a:solidFill>
                <a:srgbClr val="000000"/>
              </a:solidFill>
            </a:endParaRPr>
          </a:p>
          <a:p>
            <a:pPr fontAlgn="base">
              <a:spcAft>
                <a:spcPct val="0"/>
              </a:spcAft>
              <a:buClr>
                <a:srgbClr val="CC0000"/>
              </a:buClr>
            </a:pPr>
            <a:r>
              <a:rPr lang="zh-CN" altLang="en-US" b="1">
                <a:solidFill>
                  <a:srgbClr val="000000"/>
                </a:solidFill>
              </a:rPr>
              <a:t>下面首先介绍专家系统的基本概念、工作原理、机器学习的基本概念和方法，以及知识发现和数据挖掘的基本概念和方法、建立专家系统的方法以及几个著名的专家系统实例。这几个专家系统已经成为当前开发专家系统的骨架系统，具有很广泛的应用。</a:t>
            </a:r>
            <a:endParaRPr lang="zh-CN" altLang="en-US" b="1">
              <a:solidFill>
                <a:srgbClr val="000000"/>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62179">
                                            <p:txEl>
                                              <p:pRg st="0" end="0"/>
                                            </p:txEl>
                                          </p:spTgt>
                                        </p:tgtEl>
                                        <p:attrNameLst>
                                          <p:attrName>style.visibility</p:attrName>
                                        </p:attrNameLst>
                                      </p:cBhvr>
                                      <p:to>
                                        <p:strVal val="visible"/>
                                      </p:to>
                                    </p:set>
                                    <p:anim calcmode="lin" valueType="num">
                                      <p:cBhvr additive="base">
                                        <p:cTn id="7" dur="500" fill="hold"/>
                                        <p:tgtEl>
                                          <p:spTgt spid="56217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62179">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562179">
                                            <p:txEl>
                                              <p:pRg st="1" end="1"/>
                                            </p:txEl>
                                          </p:spTgt>
                                        </p:tgtEl>
                                        <p:attrNameLst>
                                          <p:attrName>style.visibility</p:attrName>
                                        </p:attrNameLst>
                                      </p:cBhvr>
                                      <p:to>
                                        <p:strVal val="visible"/>
                                      </p:to>
                                    </p:set>
                                    <p:anim calcmode="lin" valueType="num">
                                      <p:cBhvr additive="base">
                                        <p:cTn id="12" dur="500" fill="hold"/>
                                        <p:tgtEl>
                                          <p:spTgt spid="562179">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562179">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2179" grpId="0" advAuto="0" autoUpdateAnimBg="0" build="p"/>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fontAlgn="base">
              <a:spcBef>
                <a:spcPct val="0"/>
              </a:spcBef>
              <a:spcAft>
                <a:spcPct val="0"/>
              </a:spcAft>
              <a:defRPr/>
            </a:pPr>
            <a:fld id="{7C25B65D-2EA1-40D1-BB4F-F3221842DEA6}" type="slidenum">
              <a:rPr lang="ja-JP" altLang="en-US">
                <a:latin typeface="Arial" panose="020B0604020202020204"/>
              </a:rPr>
            </a:fld>
            <a:endParaRPr lang="en-US" altLang="ja-JP">
              <a:latin typeface="Arial" panose="020B0604020202020204"/>
            </a:endParaRPr>
          </a:p>
        </p:txBody>
      </p:sp>
      <p:sp>
        <p:nvSpPr>
          <p:cNvPr id="407555" name="Rectangle 2"/>
          <p:cNvSpPr>
            <a:spLocks noGrp="1" noChangeArrowheads="1"/>
          </p:cNvSpPr>
          <p:nvPr>
            <p:ph type="title"/>
          </p:nvPr>
        </p:nvSpPr>
        <p:spPr/>
        <p:txBody>
          <a:bodyPr/>
          <a:lstStyle/>
          <a:p>
            <a:pPr eaLnBrk="1" hangingPunct="1"/>
            <a:r>
              <a:rPr lang="zh-CN" altLang="en-US" sz="4200" b="0">
                <a:latin typeface="Times New Roman" panose="02020603050405020304" pitchFamily="18" charset="0"/>
                <a:ea typeface="黑体" panose="02010609060101010101" pitchFamily="49" charset="-122"/>
              </a:rPr>
              <a:t>第</a:t>
            </a:r>
            <a:r>
              <a:rPr lang="en-US" altLang="zh-CN" sz="4200" b="0">
                <a:latin typeface="Times New Roman" panose="02020603050405020304" pitchFamily="18" charset="0"/>
                <a:ea typeface="黑体" panose="02010609060101010101" pitchFamily="49" charset="-122"/>
              </a:rPr>
              <a:t>10</a:t>
            </a:r>
            <a:r>
              <a:rPr lang="zh-CN" altLang="en-US" sz="4200" b="0">
                <a:latin typeface="Times New Roman" panose="02020603050405020304" pitchFamily="18" charset="0"/>
                <a:ea typeface="黑体" panose="02010609060101010101" pitchFamily="49" charset="-122"/>
              </a:rPr>
              <a:t>章  专家系统与机器学习</a:t>
            </a:r>
            <a:endParaRPr lang="zh-CN" altLang="en-US" sz="4200" b="0">
              <a:latin typeface="Times New Roman" panose="02020603050405020304" pitchFamily="18" charset="0"/>
              <a:ea typeface="黑体" panose="02010609060101010101" pitchFamily="49" charset="-122"/>
            </a:endParaRPr>
          </a:p>
        </p:txBody>
      </p:sp>
      <p:sp>
        <p:nvSpPr>
          <p:cNvPr id="563203" name="Rectangle 3"/>
          <p:cNvSpPr>
            <a:spLocks noGrp="1" noChangeArrowheads="1"/>
          </p:cNvSpPr>
          <p:nvPr>
            <p:ph type="body" idx="1"/>
          </p:nvPr>
        </p:nvSpPr>
        <p:spPr>
          <a:xfrm>
            <a:off x="1981201" y="1000126"/>
            <a:ext cx="8283575" cy="5400675"/>
          </a:xfrm>
        </p:spPr>
        <p:txBody>
          <a:bodyPr/>
          <a:lstStyle/>
          <a:p>
            <a:pPr eaLnBrk="1" hangingPunct="1">
              <a:lnSpc>
                <a:spcPct val="110000"/>
              </a:lnSpc>
              <a:spcBef>
                <a:spcPct val="30000"/>
              </a:spcBef>
            </a:pPr>
            <a:r>
              <a:rPr lang="en-US" altLang="zh-CN" b="1">
                <a:latin typeface="Times New Roman" panose="02020603050405020304" pitchFamily="18" charset="0"/>
              </a:rPr>
              <a:t>10.1  </a:t>
            </a:r>
            <a:r>
              <a:rPr lang="zh-CN" altLang="en-US" b="1">
                <a:latin typeface="Times New Roman" panose="02020603050405020304" pitchFamily="18" charset="0"/>
              </a:rPr>
              <a:t>专家系统的产生和发展 </a:t>
            </a:r>
            <a:endParaRPr lang="zh-CN" altLang="en-US" b="1">
              <a:latin typeface="Times New Roman" panose="02020603050405020304" pitchFamily="18" charset="0"/>
            </a:endParaRPr>
          </a:p>
          <a:p>
            <a:pPr eaLnBrk="1" hangingPunct="1">
              <a:lnSpc>
                <a:spcPct val="110000"/>
              </a:lnSpc>
              <a:spcBef>
                <a:spcPct val="30000"/>
              </a:spcBef>
            </a:pPr>
            <a:r>
              <a:rPr lang="en-US" altLang="zh-CN" b="1">
                <a:latin typeface="Times New Roman" panose="02020603050405020304" pitchFamily="18" charset="0"/>
              </a:rPr>
              <a:t>10.2  </a:t>
            </a:r>
            <a:r>
              <a:rPr lang="zh-CN" altLang="en-US" b="1">
                <a:latin typeface="Times New Roman" panose="02020603050405020304" pitchFamily="18" charset="0"/>
              </a:rPr>
              <a:t>专家系统的概念 </a:t>
            </a:r>
            <a:endParaRPr lang="zh-CN" altLang="en-US" b="1">
              <a:latin typeface="Times New Roman" panose="02020603050405020304" pitchFamily="18" charset="0"/>
            </a:endParaRPr>
          </a:p>
          <a:p>
            <a:pPr eaLnBrk="1" hangingPunct="1">
              <a:lnSpc>
                <a:spcPct val="110000"/>
              </a:lnSpc>
              <a:spcBef>
                <a:spcPct val="30000"/>
              </a:spcBef>
            </a:pPr>
            <a:r>
              <a:rPr lang="en-US" altLang="zh-CN" b="1">
                <a:latin typeface="Times New Roman" panose="02020603050405020304" pitchFamily="18" charset="0"/>
              </a:rPr>
              <a:t>10.3  </a:t>
            </a:r>
            <a:r>
              <a:rPr lang="zh-CN" altLang="en-US" b="1">
                <a:latin typeface="Times New Roman" panose="02020603050405020304" pitchFamily="18" charset="0"/>
              </a:rPr>
              <a:t>专家系统的工作原理</a:t>
            </a:r>
            <a:endParaRPr lang="zh-CN" altLang="en-US" b="1">
              <a:latin typeface="Times New Roman" panose="02020603050405020304" pitchFamily="18" charset="0"/>
            </a:endParaRPr>
          </a:p>
          <a:p>
            <a:pPr eaLnBrk="1" hangingPunct="1">
              <a:lnSpc>
                <a:spcPct val="110000"/>
              </a:lnSpc>
              <a:spcBef>
                <a:spcPct val="30000"/>
              </a:spcBef>
            </a:pPr>
            <a:r>
              <a:rPr lang="en-US" altLang="zh-CN" b="1">
                <a:latin typeface="Times New Roman" panose="02020603050405020304" pitchFamily="18" charset="0"/>
              </a:rPr>
              <a:t>10.4  </a:t>
            </a:r>
            <a:r>
              <a:rPr lang="zh-CN" altLang="en-US" b="1">
                <a:latin typeface="Times New Roman" panose="02020603050405020304" pitchFamily="18" charset="0"/>
              </a:rPr>
              <a:t>知识获取的主要过程与模式</a:t>
            </a:r>
            <a:endParaRPr lang="zh-CN" altLang="en-US" b="1">
              <a:latin typeface="Times New Roman" panose="02020603050405020304" pitchFamily="18" charset="0"/>
            </a:endParaRPr>
          </a:p>
          <a:p>
            <a:pPr eaLnBrk="1" hangingPunct="1">
              <a:lnSpc>
                <a:spcPct val="110000"/>
              </a:lnSpc>
              <a:spcBef>
                <a:spcPct val="30000"/>
              </a:spcBef>
            </a:pPr>
            <a:r>
              <a:rPr lang="en-US" altLang="zh-CN" b="1">
                <a:latin typeface="Times New Roman" panose="02020603050405020304" pitchFamily="18" charset="0"/>
              </a:rPr>
              <a:t>10.5  </a:t>
            </a:r>
            <a:r>
              <a:rPr lang="zh-CN" altLang="en-US" b="1">
                <a:latin typeface="Times New Roman" panose="02020603050405020304" pitchFamily="18" charset="0"/>
              </a:rPr>
              <a:t>机器学习</a:t>
            </a:r>
            <a:endParaRPr lang="zh-CN" altLang="en-US" b="1">
              <a:latin typeface="Times New Roman" panose="02020603050405020304" pitchFamily="18" charset="0"/>
            </a:endParaRPr>
          </a:p>
          <a:p>
            <a:pPr eaLnBrk="1" hangingPunct="1">
              <a:lnSpc>
                <a:spcPct val="110000"/>
              </a:lnSpc>
              <a:spcBef>
                <a:spcPct val="30000"/>
              </a:spcBef>
            </a:pPr>
            <a:r>
              <a:rPr lang="en-US" altLang="zh-CN" b="1">
                <a:latin typeface="Times New Roman" panose="02020603050405020304" pitchFamily="18" charset="0"/>
              </a:rPr>
              <a:t>10.6  </a:t>
            </a:r>
            <a:r>
              <a:rPr lang="zh-CN" altLang="en-US" b="1">
                <a:latin typeface="Times New Roman" panose="02020603050405020304" pitchFamily="18" charset="0"/>
              </a:rPr>
              <a:t>知识发现与数据挖掘</a:t>
            </a:r>
            <a:endParaRPr lang="zh-CN" altLang="en-US" b="1">
              <a:latin typeface="Times New Roman" panose="02020603050405020304" pitchFamily="18" charset="0"/>
            </a:endParaRPr>
          </a:p>
          <a:p>
            <a:pPr eaLnBrk="1" hangingPunct="1">
              <a:lnSpc>
                <a:spcPct val="110000"/>
              </a:lnSpc>
              <a:spcBef>
                <a:spcPct val="30000"/>
              </a:spcBef>
            </a:pPr>
            <a:r>
              <a:rPr lang="en-US" altLang="zh-CN" b="1">
                <a:latin typeface="Times New Roman" panose="02020603050405020304" pitchFamily="18" charset="0"/>
              </a:rPr>
              <a:t>10.7  </a:t>
            </a:r>
            <a:r>
              <a:rPr lang="zh-CN" altLang="en-US" b="1">
                <a:latin typeface="Times New Roman" panose="02020603050405020304" pitchFamily="18" charset="0"/>
              </a:rPr>
              <a:t>专家系统的建立</a:t>
            </a:r>
            <a:endParaRPr lang="zh-CN" altLang="en-US" b="1">
              <a:latin typeface="Times New Roman" panose="02020603050405020304" pitchFamily="18" charset="0"/>
            </a:endParaRPr>
          </a:p>
          <a:p>
            <a:pPr eaLnBrk="1" hangingPunct="1">
              <a:lnSpc>
                <a:spcPct val="110000"/>
              </a:lnSpc>
              <a:spcBef>
                <a:spcPct val="30000"/>
              </a:spcBef>
            </a:pPr>
            <a:r>
              <a:rPr lang="en-US" altLang="zh-CN" b="1">
                <a:latin typeface="Times New Roman" panose="02020603050405020304" pitchFamily="18" charset="0"/>
              </a:rPr>
              <a:t>10.8  </a:t>
            </a:r>
            <a:r>
              <a:rPr lang="zh-CN" altLang="en-US" b="1">
                <a:latin typeface="Times New Roman" panose="02020603050405020304" pitchFamily="18" charset="0"/>
              </a:rPr>
              <a:t>专家系统实例</a:t>
            </a:r>
            <a:endParaRPr lang="zh-CN" altLang="en-US" b="1">
              <a:latin typeface="Times New Roman" panose="02020603050405020304" pitchFamily="18" charset="0"/>
            </a:endParaRPr>
          </a:p>
          <a:p>
            <a:pPr eaLnBrk="1" hangingPunct="1">
              <a:lnSpc>
                <a:spcPct val="110000"/>
              </a:lnSpc>
              <a:spcBef>
                <a:spcPct val="30000"/>
              </a:spcBef>
            </a:pPr>
            <a:r>
              <a:rPr lang="en-US" altLang="zh-CN" b="1">
                <a:latin typeface="Times New Roman" panose="02020603050405020304" pitchFamily="18" charset="0"/>
              </a:rPr>
              <a:t>10.9  </a:t>
            </a:r>
            <a:r>
              <a:rPr lang="zh-CN" altLang="en-US" b="1">
                <a:latin typeface="Times New Roman" panose="02020603050405020304" pitchFamily="18" charset="0"/>
              </a:rPr>
              <a:t>专家系统的开发工具</a:t>
            </a:r>
            <a:endParaRPr lang="zh-CN" altLang="en-US" b="1">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63203">
                                            <p:txEl>
                                              <p:pRg st="0" end="0"/>
                                            </p:txEl>
                                          </p:spTgt>
                                        </p:tgtEl>
                                        <p:attrNameLst>
                                          <p:attrName>style.visibility</p:attrName>
                                        </p:attrNameLst>
                                      </p:cBhvr>
                                      <p:to>
                                        <p:strVal val="visible"/>
                                      </p:to>
                                    </p:set>
                                    <p:anim calcmode="lin" valueType="num">
                                      <p:cBhvr additive="base">
                                        <p:cTn id="7" dur="500" fill="hold"/>
                                        <p:tgtEl>
                                          <p:spTgt spid="56320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63203">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563203">
                                            <p:txEl>
                                              <p:pRg st="1" end="1"/>
                                            </p:txEl>
                                          </p:spTgt>
                                        </p:tgtEl>
                                        <p:attrNameLst>
                                          <p:attrName>style.visibility</p:attrName>
                                        </p:attrNameLst>
                                      </p:cBhvr>
                                      <p:to>
                                        <p:strVal val="visible"/>
                                      </p:to>
                                    </p:set>
                                    <p:anim calcmode="lin" valueType="num">
                                      <p:cBhvr additive="base">
                                        <p:cTn id="12" dur="500" fill="hold"/>
                                        <p:tgtEl>
                                          <p:spTgt spid="563203">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563203">
                                            <p:txEl>
                                              <p:pRg st="1" end="1"/>
                                            </p:txEl>
                                          </p:spTgt>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563203">
                                            <p:txEl>
                                              <p:pRg st="2" end="2"/>
                                            </p:txEl>
                                          </p:spTgt>
                                        </p:tgtEl>
                                        <p:attrNameLst>
                                          <p:attrName>style.visibility</p:attrName>
                                        </p:attrNameLst>
                                      </p:cBhvr>
                                      <p:to>
                                        <p:strVal val="visible"/>
                                      </p:to>
                                    </p:set>
                                    <p:anim calcmode="lin" valueType="num">
                                      <p:cBhvr additive="base">
                                        <p:cTn id="17" dur="500" fill="hold"/>
                                        <p:tgtEl>
                                          <p:spTgt spid="563203">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563203">
                                            <p:txEl>
                                              <p:pRg st="2" end="2"/>
                                            </p:txEl>
                                          </p:spTgt>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563203">
                                            <p:txEl>
                                              <p:pRg st="3" end="3"/>
                                            </p:txEl>
                                          </p:spTgt>
                                        </p:tgtEl>
                                        <p:attrNameLst>
                                          <p:attrName>style.visibility</p:attrName>
                                        </p:attrNameLst>
                                      </p:cBhvr>
                                      <p:to>
                                        <p:strVal val="visible"/>
                                      </p:to>
                                    </p:set>
                                    <p:anim calcmode="lin" valueType="num">
                                      <p:cBhvr additive="base">
                                        <p:cTn id="22" dur="500" fill="hold"/>
                                        <p:tgtEl>
                                          <p:spTgt spid="563203">
                                            <p:txEl>
                                              <p:pRg st="3" end="3"/>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563203">
                                            <p:txEl>
                                              <p:pRg st="3" end="3"/>
                                            </p:txEl>
                                          </p:spTgt>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563203">
                                            <p:txEl>
                                              <p:pRg st="4" end="4"/>
                                            </p:txEl>
                                          </p:spTgt>
                                        </p:tgtEl>
                                        <p:attrNameLst>
                                          <p:attrName>style.visibility</p:attrName>
                                        </p:attrNameLst>
                                      </p:cBhvr>
                                      <p:to>
                                        <p:strVal val="visible"/>
                                      </p:to>
                                    </p:set>
                                    <p:anim calcmode="lin" valueType="num">
                                      <p:cBhvr additive="base">
                                        <p:cTn id="27" dur="500" fill="hold"/>
                                        <p:tgtEl>
                                          <p:spTgt spid="563203">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563203">
                                            <p:txEl>
                                              <p:pRg st="4" end="4"/>
                                            </p:txEl>
                                          </p:spTgt>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2" presetClass="entr" presetSubtype="8" fill="hold" grpId="0" nodeType="afterEffect">
                                  <p:stCondLst>
                                    <p:cond delay="0"/>
                                  </p:stCondLst>
                                  <p:childTnLst>
                                    <p:set>
                                      <p:cBhvr>
                                        <p:cTn id="31" dur="1" fill="hold">
                                          <p:stCondLst>
                                            <p:cond delay="0"/>
                                          </p:stCondLst>
                                        </p:cTn>
                                        <p:tgtEl>
                                          <p:spTgt spid="563203">
                                            <p:txEl>
                                              <p:pRg st="5" end="5"/>
                                            </p:txEl>
                                          </p:spTgt>
                                        </p:tgtEl>
                                        <p:attrNameLst>
                                          <p:attrName>style.visibility</p:attrName>
                                        </p:attrNameLst>
                                      </p:cBhvr>
                                      <p:to>
                                        <p:strVal val="visible"/>
                                      </p:to>
                                    </p:set>
                                    <p:anim calcmode="lin" valueType="num">
                                      <p:cBhvr additive="base">
                                        <p:cTn id="32" dur="500" fill="hold"/>
                                        <p:tgtEl>
                                          <p:spTgt spid="563203">
                                            <p:txEl>
                                              <p:pRg st="5" end="5"/>
                                            </p:txEl>
                                          </p:spTgt>
                                        </p:tgtEl>
                                        <p:attrNameLst>
                                          <p:attrName>ppt_x</p:attrName>
                                        </p:attrNameLst>
                                      </p:cBhvr>
                                      <p:tavLst>
                                        <p:tav tm="0">
                                          <p:val>
                                            <p:strVal val="0-#ppt_w/2"/>
                                          </p:val>
                                        </p:tav>
                                        <p:tav tm="100000">
                                          <p:val>
                                            <p:strVal val="#ppt_x"/>
                                          </p:val>
                                        </p:tav>
                                      </p:tavLst>
                                    </p:anim>
                                    <p:anim calcmode="lin" valueType="num">
                                      <p:cBhvr additive="base">
                                        <p:cTn id="33" dur="500" fill="hold"/>
                                        <p:tgtEl>
                                          <p:spTgt spid="563203">
                                            <p:txEl>
                                              <p:pRg st="5" end="5"/>
                                            </p:txEl>
                                          </p:spTgt>
                                        </p:tgtEl>
                                        <p:attrNameLst>
                                          <p:attrName>ppt_y</p:attrName>
                                        </p:attrNameLst>
                                      </p:cBhvr>
                                      <p:tavLst>
                                        <p:tav tm="0">
                                          <p:val>
                                            <p:strVal val="#ppt_y"/>
                                          </p:val>
                                        </p:tav>
                                        <p:tav tm="100000">
                                          <p:val>
                                            <p:strVal val="#ppt_y"/>
                                          </p:val>
                                        </p:tav>
                                      </p:tavLst>
                                    </p:anim>
                                  </p:childTnLst>
                                </p:cTn>
                              </p:par>
                            </p:childTnLst>
                          </p:cTn>
                        </p:par>
                        <p:par>
                          <p:cTn id="34" fill="hold">
                            <p:stCondLst>
                              <p:cond delay="3000"/>
                            </p:stCondLst>
                            <p:childTnLst>
                              <p:par>
                                <p:cTn id="35" presetID="2" presetClass="entr" presetSubtype="8" fill="hold" grpId="0" nodeType="afterEffect">
                                  <p:stCondLst>
                                    <p:cond delay="0"/>
                                  </p:stCondLst>
                                  <p:childTnLst>
                                    <p:set>
                                      <p:cBhvr>
                                        <p:cTn id="36" dur="1" fill="hold">
                                          <p:stCondLst>
                                            <p:cond delay="0"/>
                                          </p:stCondLst>
                                        </p:cTn>
                                        <p:tgtEl>
                                          <p:spTgt spid="563203">
                                            <p:txEl>
                                              <p:pRg st="6" end="6"/>
                                            </p:txEl>
                                          </p:spTgt>
                                        </p:tgtEl>
                                        <p:attrNameLst>
                                          <p:attrName>style.visibility</p:attrName>
                                        </p:attrNameLst>
                                      </p:cBhvr>
                                      <p:to>
                                        <p:strVal val="visible"/>
                                      </p:to>
                                    </p:set>
                                    <p:anim calcmode="lin" valueType="num">
                                      <p:cBhvr additive="base">
                                        <p:cTn id="37" dur="500" fill="hold"/>
                                        <p:tgtEl>
                                          <p:spTgt spid="563203">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563203">
                                            <p:txEl>
                                              <p:pRg st="6" end="6"/>
                                            </p:txEl>
                                          </p:spTgt>
                                        </p:tgtEl>
                                        <p:attrNameLst>
                                          <p:attrName>ppt_y</p:attrName>
                                        </p:attrNameLst>
                                      </p:cBhvr>
                                      <p:tavLst>
                                        <p:tav tm="0">
                                          <p:val>
                                            <p:strVal val="#ppt_y"/>
                                          </p:val>
                                        </p:tav>
                                        <p:tav tm="100000">
                                          <p:val>
                                            <p:strVal val="#ppt_y"/>
                                          </p:val>
                                        </p:tav>
                                      </p:tavLst>
                                    </p:anim>
                                  </p:childTnLst>
                                </p:cTn>
                              </p:par>
                            </p:childTnLst>
                          </p:cTn>
                        </p:par>
                        <p:par>
                          <p:cTn id="39" fill="hold">
                            <p:stCondLst>
                              <p:cond delay="3500"/>
                            </p:stCondLst>
                            <p:childTnLst>
                              <p:par>
                                <p:cTn id="40" presetID="2" presetClass="entr" presetSubtype="8" fill="hold" grpId="0" nodeType="afterEffect">
                                  <p:stCondLst>
                                    <p:cond delay="0"/>
                                  </p:stCondLst>
                                  <p:childTnLst>
                                    <p:set>
                                      <p:cBhvr>
                                        <p:cTn id="41" dur="1" fill="hold">
                                          <p:stCondLst>
                                            <p:cond delay="0"/>
                                          </p:stCondLst>
                                        </p:cTn>
                                        <p:tgtEl>
                                          <p:spTgt spid="563203">
                                            <p:txEl>
                                              <p:pRg st="7" end="7"/>
                                            </p:txEl>
                                          </p:spTgt>
                                        </p:tgtEl>
                                        <p:attrNameLst>
                                          <p:attrName>style.visibility</p:attrName>
                                        </p:attrNameLst>
                                      </p:cBhvr>
                                      <p:to>
                                        <p:strVal val="visible"/>
                                      </p:to>
                                    </p:set>
                                    <p:anim calcmode="lin" valueType="num">
                                      <p:cBhvr additive="base">
                                        <p:cTn id="42" dur="500" fill="hold"/>
                                        <p:tgtEl>
                                          <p:spTgt spid="563203">
                                            <p:txEl>
                                              <p:pRg st="7" end="7"/>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563203">
                                            <p:txEl>
                                              <p:pRg st="7" end="7"/>
                                            </p:txEl>
                                          </p:spTgt>
                                        </p:tgtEl>
                                        <p:attrNameLst>
                                          <p:attrName>ppt_y</p:attrName>
                                        </p:attrNameLst>
                                      </p:cBhvr>
                                      <p:tavLst>
                                        <p:tav tm="0">
                                          <p:val>
                                            <p:strVal val="#ppt_y"/>
                                          </p:val>
                                        </p:tav>
                                        <p:tav tm="100000">
                                          <p:val>
                                            <p:strVal val="#ppt_y"/>
                                          </p:val>
                                        </p:tav>
                                      </p:tavLst>
                                    </p:anim>
                                  </p:childTnLst>
                                </p:cTn>
                              </p:par>
                            </p:childTnLst>
                          </p:cTn>
                        </p:par>
                        <p:par>
                          <p:cTn id="44" fill="hold">
                            <p:stCondLst>
                              <p:cond delay="4000"/>
                            </p:stCondLst>
                            <p:childTnLst>
                              <p:par>
                                <p:cTn id="45" presetID="2" presetClass="entr" presetSubtype="8" fill="hold" grpId="0" nodeType="afterEffect">
                                  <p:stCondLst>
                                    <p:cond delay="0"/>
                                  </p:stCondLst>
                                  <p:childTnLst>
                                    <p:set>
                                      <p:cBhvr>
                                        <p:cTn id="46" dur="1" fill="hold">
                                          <p:stCondLst>
                                            <p:cond delay="0"/>
                                          </p:stCondLst>
                                        </p:cTn>
                                        <p:tgtEl>
                                          <p:spTgt spid="563203">
                                            <p:txEl>
                                              <p:pRg st="8" end="8"/>
                                            </p:txEl>
                                          </p:spTgt>
                                        </p:tgtEl>
                                        <p:attrNameLst>
                                          <p:attrName>style.visibility</p:attrName>
                                        </p:attrNameLst>
                                      </p:cBhvr>
                                      <p:to>
                                        <p:strVal val="visible"/>
                                      </p:to>
                                    </p:set>
                                    <p:anim calcmode="lin" valueType="num">
                                      <p:cBhvr additive="base">
                                        <p:cTn id="47" dur="500" fill="hold"/>
                                        <p:tgtEl>
                                          <p:spTgt spid="563203">
                                            <p:txEl>
                                              <p:pRg st="8" end="8"/>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563203">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03" grpId="0" advAuto="0" autoUpdateAnimBg="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fontAlgn="base">
              <a:spcBef>
                <a:spcPct val="0"/>
              </a:spcBef>
              <a:spcAft>
                <a:spcPct val="0"/>
              </a:spcAft>
              <a:defRPr/>
            </a:pPr>
            <a:fld id="{2F3C4C60-FDEB-402B-911C-AE3F61C16483}" type="slidenum">
              <a:rPr lang="ja-JP" altLang="en-US">
                <a:latin typeface="Arial" panose="020B0604020202020204"/>
              </a:rPr>
            </a:fld>
            <a:endParaRPr lang="en-US" altLang="ja-JP">
              <a:latin typeface="Arial" panose="020B0604020202020204"/>
            </a:endParaRPr>
          </a:p>
        </p:txBody>
      </p:sp>
      <p:sp>
        <p:nvSpPr>
          <p:cNvPr id="564226" name="Rectangle 2"/>
          <p:cNvSpPr>
            <a:spLocks noChangeArrowheads="1"/>
          </p:cNvSpPr>
          <p:nvPr/>
        </p:nvSpPr>
        <p:spPr bwMode="auto">
          <a:xfrm>
            <a:off x="1981201" y="1000126"/>
            <a:ext cx="8283575" cy="540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908050" indent="-43688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304925" indent="-395605">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9418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94230" indent="-398780">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Bef>
                <a:spcPct val="30000"/>
              </a:spcBef>
              <a:spcAft>
                <a:spcPct val="0"/>
              </a:spcAft>
              <a:buClr>
                <a:srgbClr val="0000FF"/>
              </a:buClr>
              <a:buSzPct val="150000"/>
              <a:buFont typeface="Wingdings" panose="05000000000000000000" pitchFamily="2" charset="2"/>
              <a:buChar char="ü"/>
            </a:pPr>
            <a:r>
              <a:rPr lang="en-US" altLang="zh-CN" b="1">
                <a:solidFill>
                  <a:srgbClr val="0000FF"/>
                </a:solidFill>
                <a:latin typeface="Times New Roman" panose="02020603050405020304" pitchFamily="18" charset="0"/>
              </a:rPr>
              <a:t>10.1  </a:t>
            </a:r>
            <a:r>
              <a:rPr lang="zh-CN" altLang="en-US" b="1">
                <a:solidFill>
                  <a:srgbClr val="0000FF"/>
                </a:solidFill>
                <a:latin typeface="Times New Roman" panose="02020603050405020304" pitchFamily="18" charset="0"/>
              </a:rPr>
              <a:t>专家系统的产生和发展</a:t>
            </a:r>
            <a:r>
              <a:rPr lang="zh-CN" altLang="en-US" b="1">
                <a:solidFill>
                  <a:srgbClr val="000000"/>
                </a:solidFill>
                <a:latin typeface="Times New Roman" panose="02020603050405020304" pitchFamily="18" charset="0"/>
              </a:rPr>
              <a:t> </a:t>
            </a:r>
            <a:endParaRPr lang="zh-CN" altLang="en-US" b="1">
              <a:solidFill>
                <a:srgbClr val="000000"/>
              </a:solidFill>
              <a:latin typeface="Times New Roman" panose="02020603050405020304" pitchFamily="18" charset="0"/>
            </a:endParaRPr>
          </a:p>
          <a:p>
            <a:pPr fontAlgn="base">
              <a:lnSpc>
                <a:spcPct val="110000"/>
              </a:lnSpc>
              <a:spcBef>
                <a:spcPct val="30000"/>
              </a:spcBef>
              <a:spcAft>
                <a:spcPct val="0"/>
              </a:spcAft>
              <a:buClr>
                <a:srgbClr val="CC0000"/>
              </a:buClr>
            </a:pPr>
            <a:r>
              <a:rPr lang="en-US" altLang="zh-CN" b="1">
                <a:solidFill>
                  <a:srgbClr val="000000"/>
                </a:solidFill>
                <a:latin typeface="Times New Roman" panose="02020603050405020304" pitchFamily="18" charset="0"/>
              </a:rPr>
              <a:t>10.2  </a:t>
            </a:r>
            <a:r>
              <a:rPr lang="zh-CN" altLang="en-US" b="1">
                <a:solidFill>
                  <a:srgbClr val="000000"/>
                </a:solidFill>
                <a:latin typeface="Times New Roman" panose="02020603050405020304" pitchFamily="18" charset="0"/>
              </a:rPr>
              <a:t>专家系统的概念 </a:t>
            </a:r>
            <a:endParaRPr lang="zh-CN" altLang="en-US" b="1">
              <a:solidFill>
                <a:srgbClr val="000000"/>
              </a:solidFill>
              <a:latin typeface="Times New Roman" panose="02020603050405020304" pitchFamily="18" charset="0"/>
            </a:endParaRPr>
          </a:p>
          <a:p>
            <a:pPr fontAlgn="base">
              <a:lnSpc>
                <a:spcPct val="110000"/>
              </a:lnSpc>
              <a:spcBef>
                <a:spcPct val="30000"/>
              </a:spcBef>
              <a:spcAft>
                <a:spcPct val="0"/>
              </a:spcAft>
              <a:buClr>
                <a:srgbClr val="CC0000"/>
              </a:buClr>
            </a:pPr>
            <a:r>
              <a:rPr lang="en-US" altLang="zh-CN" b="1">
                <a:solidFill>
                  <a:srgbClr val="000000"/>
                </a:solidFill>
                <a:latin typeface="Times New Roman" panose="02020603050405020304" pitchFamily="18" charset="0"/>
              </a:rPr>
              <a:t>10.3  </a:t>
            </a:r>
            <a:r>
              <a:rPr lang="zh-CN" altLang="en-US" b="1">
                <a:solidFill>
                  <a:srgbClr val="000000"/>
                </a:solidFill>
                <a:latin typeface="Times New Roman" panose="02020603050405020304" pitchFamily="18" charset="0"/>
              </a:rPr>
              <a:t>专家系统的工作原理</a:t>
            </a:r>
            <a:endParaRPr lang="zh-CN" altLang="en-US" b="1">
              <a:solidFill>
                <a:srgbClr val="000000"/>
              </a:solidFill>
              <a:latin typeface="Times New Roman" panose="02020603050405020304" pitchFamily="18" charset="0"/>
            </a:endParaRPr>
          </a:p>
          <a:p>
            <a:pPr fontAlgn="base">
              <a:lnSpc>
                <a:spcPct val="110000"/>
              </a:lnSpc>
              <a:spcBef>
                <a:spcPct val="30000"/>
              </a:spcBef>
              <a:spcAft>
                <a:spcPct val="0"/>
              </a:spcAft>
              <a:buClr>
                <a:srgbClr val="CC0000"/>
              </a:buClr>
            </a:pPr>
            <a:r>
              <a:rPr lang="en-US" altLang="zh-CN" b="1">
                <a:solidFill>
                  <a:srgbClr val="000000"/>
                </a:solidFill>
                <a:latin typeface="Times New Roman" panose="02020603050405020304" pitchFamily="18" charset="0"/>
              </a:rPr>
              <a:t>10.4  </a:t>
            </a:r>
            <a:r>
              <a:rPr lang="zh-CN" altLang="en-US" b="1">
                <a:solidFill>
                  <a:srgbClr val="000000"/>
                </a:solidFill>
                <a:latin typeface="Times New Roman" panose="02020603050405020304" pitchFamily="18" charset="0"/>
              </a:rPr>
              <a:t>知识获取的主要过程与模式</a:t>
            </a:r>
            <a:endParaRPr lang="zh-CN" altLang="en-US" b="1">
              <a:solidFill>
                <a:srgbClr val="000000"/>
              </a:solidFill>
              <a:latin typeface="Times New Roman" panose="02020603050405020304" pitchFamily="18" charset="0"/>
            </a:endParaRPr>
          </a:p>
          <a:p>
            <a:pPr fontAlgn="base">
              <a:lnSpc>
                <a:spcPct val="110000"/>
              </a:lnSpc>
              <a:spcBef>
                <a:spcPct val="30000"/>
              </a:spcBef>
              <a:spcAft>
                <a:spcPct val="0"/>
              </a:spcAft>
              <a:buClr>
                <a:srgbClr val="CC0000"/>
              </a:buClr>
            </a:pPr>
            <a:r>
              <a:rPr lang="en-US" altLang="zh-CN" b="1">
                <a:solidFill>
                  <a:srgbClr val="000000"/>
                </a:solidFill>
                <a:latin typeface="Times New Roman" panose="02020603050405020304" pitchFamily="18" charset="0"/>
              </a:rPr>
              <a:t>10.5  </a:t>
            </a:r>
            <a:r>
              <a:rPr lang="zh-CN" altLang="en-US" b="1">
                <a:solidFill>
                  <a:srgbClr val="000000"/>
                </a:solidFill>
                <a:latin typeface="Times New Roman" panose="02020603050405020304" pitchFamily="18" charset="0"/>
              </a:rPr>
              <a:t>机器学习</a:t>
            </a:r>
            <a:endParaRPr lang="zh-CN" altLang="en-US" b="1">
              <a:solidFill>
                <a:srgbClr val="000000"/>
              </a:solidFill>
              <a:latin typeface="Times New Roman" panose="02020603050405020304" pitchFamily="18" charset="0"/>
            </a:endParaRPr>
          </a:p>
          <a:p>
            <a:pPr fontAlgn="base">
              <a:lnSpc>
                <a:spcPct val="110000"/>
              </a:lnSpc>
              <a:spcBef>
                <a:spcPct val="30000"/>
              </a:spcBef>
              <a:spcAft>
                <a:spcPct val="0"/>
              </a:spcAft>
              <a:buClr>
                <a:srgbClr val="CC0000"/>
              </a:buClr>
            </a:pPr>
            <a:r>
              <a:rPr lang="en-US" altLang="zh-CN" b="1">
                <a:solidFill>
                  <a:srgbClr val="000000"/>
                </a:solidFill>
                <a:latin typeface="Times New Roman" panose="02020603050405020304" pitchFamily="18" charset="0"/>
              </a:rPr>
              <a:t>10.6  </a:t>
            </a:r>
            <a:r>
              <a:rPr lang="zh-CN" altLang="en-US" b="1">
                <a:solidFill>
                  <a:srgbClr val="000000"/>
                </a:solidFill>
                <a:latin typeface="Times New Roman" panose="02020603050405020304" pitchFamily="18" charset="0"/>
              </a:rPr>
              <a:t>知识发现与数据挖掘</a:t>
            </a:r>
            <a:endParaRPr lang="zh-CN" altLang="en-US" b="1">
              <a:solidFill>
                <a:srgbClr val="000000"/>
              </a:solidFill>
              <a:latin typeface="Times New Roman" panose="02020603050405020304" pitchFamily="18" charset="0"/>
            </a:endParaRPr>
          </a:p>
          <a:p>
            <a:pPr fontAlgn="base">
              <a:lnSpc>
                <a:spcPct val="110000"/>
              </a:lnSpc>
              <a:spcBef>
                <a:spcPct val="30000"/>
              </a:spcBef>
              <a:spcAft>
                <a:spcPct val="0"/>
              </a:spcAft>
              <a:buClr>
                <a:srgbClr val="CC0000"/>
              </a:buClr>
            </a:pPr>
            <a:r>
              <a:rPr lang="en-US" altLang="zh-CN" b="1">
                <a:solidFill>
                  <a:srgbClr val="000000"/>
                </a:solidFill>
                <a:latin typeface="Times New Roman" panose="02020603050405020304" pitchFamily="18" charset="0"/>
              </a:rPr>
              <a:t>10.7  </a:t>
            </a:r>
            <a:r>
              <a:rPr lang="zh-CN" altLang="en-US" b="1">
                <a:solidFill>
                  <a:srgbClr val="000000"/>
                </a:solidFill>
                <a:latin typeface="Times New Roman" panose="02020603050405020304" pitchFamily="18" charset="0"/>
              </a:rPr>
              <a:t>专家系统的建立</a:t>
            </a:r>
            <a:endParaRPr lang="zh-CN" altLang="en-US" b="1">
              <a:solidFill>
                <a:srgbClr val="000000"/>
              </a:solidFill>
              <a:latin typeface="Times New Roman" panose="02020603050405020304" pitchFamily="18" charset="0"/>
            </a:endParaRPr>
          </a:p>
          <a:p>
            <a:pPr fontAlgn="base">
              <a:lnSpc>
                <a:spcPct val="110000"/>
              </a:lnSpc>
              <a:spcBef>
                <a:spcPct val="30000"/>
              </a:spcBef>
              <a:spcAft>
                <a:spcPct val="0"/>
              </a:spcAft>
              <a:buClr>
                <a:srgbClr val="CC0000"/>
              </a:buClr>
            </a:pPr>
            <a:r>
              <a:rPr lang="en-US" altLang="zh-CN" b="1">
                <a:solidFill>
                  <a:srgbClr val="000000"/>
                </a:solidFill>
                <a:latin typeface="Times New Roman" panose="02020603050405020304" pitchFamily="18" charset="0"/>
              </a:rPr>
              <a:t>10.8  </a:t>
            </a:r>
            <a:r>
              <a:rPr lang="zh-CN" altLang="en-US" b="1">
                <a:solidFill>
                  <a:srgbClr val="000000"/>
                </a:solidFill>
                <a:latin typeface="Times New Roman" panose="02020603050405020304" pitchFamily="18" charset="0"/>
              </a:rPr>
              <a:t>专家系统实例</a:t>
            </a:r>
            <a:endParaRPr lang="zh-CN" altLang="en-US" b="1">
              <a:solidFill>
                <a:srgbClr val="000000"/>
              </a:solidFill>
              <a:latin typeface="Times New Roman" panose="02020603050405020304" pitchFamily="18" charset="0"/>
            </a:endParaRPr>
          </a:p>
          <a:p>
            <a:pPr fontAlgn="base">
              <a:lnSpc>
                <a:spcPct val="110000"/>
              </a:lnSpc>
              <a:spcBef>
                <a:spcPct val="30000"/>
              </a:spcBef>
              <a:spcAft>
                <a:spcPct val="0"/>
              </a:spcAft>
              <a:buClr>
                <a:srgbClr val="CC0000"/>
              </a:buClr>
            </a:pPr>
            <a:r>
              <a:rPr lang="en-US" altLang="zh-CN" b="1">
                <a:solidFill>
                  <a:srgbClr val="000000"/>
                </a:solidFill>
                <a:latin typeface="Times New Roman" panose="02020603050405020304" pitchFamily="18" charset="0"/>
              </a:rPr>
              <a:t>10.9  </a:t>
            </a:r>
            <a:r>
              <a:rPr lang="zh-CN" altLang="en-US" b="1">
                <a:solidFill>
                  <a:srgbClr val="000000"/>
                </a:solidFill>
                <a:latin typeface="Times New Roman" panose="02020603050405020304" pitchFamily="18" charset="0"/>
              </a:rPr>
              <a:t>专家系统的开发工具</a:t>
            </a:r>
            <a:endParaRPr lang="zh-CN" altLang="en-US" b="1">
              <a:solidFill>
                <a:srgbClr val="000000"/>
              </a:solidFill>
              <a:latin typeface="Times New Roman" panose="02020603050405020304" pitchFamily="18" charset="0"/>
            </a:endParaRPr>
          </a:p>
        </p:txBody>
      </p:sp>
      <p:sp>
        <p:nvSpPr>
          <p:cNvPr id="408580" name="Rectangle 3"/>
          <p:cNvSpPr>
            <a:spLocks noGrp="1" noChangeArrowheads="1"/>
          </p:cNvSpPr>
          <p:nvPr>
            <p:ph type="title"/>
          </p:nvPr>
        </p:nvSpPr>
        <p:spPr/>
        <p:txBody>
          <a:bodyPr/>
          <a:lstStyle/>
          <a:p>
            <a:pPr eaLnBrk="1" hangingPunct="1"/>
            <a:r>
              <a:rPr lang="zh-CN" altLang="en-US" sz="4200" b="0">
                <a:latin typeface="Times New Roman" panose="02020603050405020304" pitchFamily="18" charset="0"/>
                <a:ea typeface="黑体" panose="02010609060101010101" pitchFamily="49" charset="-122"/>
              </a:rPr>
              <a:t>第</a:t>
            </a:r>
            <a:r>
              <a:rPr lang="en-US" altLang="zh-CN" sz="4200" b="0">
                <a:latin typeface="Times New Roman" panose="02020603050405020304" pitchFamily="18" charset="0"/>
                <a:ea typeface="黑体" panose="02010609060101010101" pitchFamily="49" charset="-122"/>
              </a:rPr>
              <a:t>10</a:t>
            </a:r>
            <a:r>
              <a:rPr lang="zh-CN" altLang="en-US" sz="4200" b="0">
                <a:latin typeface="Times New Roman" panose="02020603050405020304" pitchFamily="18" charset="0"/>
                <a:ea typeface="黑体" panose="02010609060101010101" pitchFamily="49" charset="-122"/>
              </a:rPr>
              <a:t>章  专家系统与机器学习</a:t>
            </a:r>
            <a:endParaRPr lang="zh-CN" altLang="en-US" sz="4200" b="0">
              <a:latin typeface="Times New Roman" panose="02020603050405020304" pitchFamily="18"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64226">
                                            <p:txEl>
                                              <p:pRg st="0" end="0"/>
                                            </p:txEl>
                                          </p:spTgt>
                                        </p:tgtEl>
                                        <p:attrNameLst>
                                          <p:attrName>style.visibility</p:attrName>
                                        </p:attrNameLst>
                                      </p:cBhvr>
                                      <p:to>
                                        <p:strVal val="visible"/>
                                      </p:to>
                                    </p:set>
                                    <p:anim calcmode="lin" valueType="num">
                                      <p:cBhvr additive="base">
                                        <p:cTn id="7" dur="500" fill="hold"/>
                                        <p:tgtEl>
                                          <p:spTgt spid="56422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64226">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564226">
                                            <p:txEl>
                                              <p:pRg st="1" end="1"/>
                                            </p:txEl>
                                          </p:spTgt>
                                        </p:tgtEl>
                                        <p:attrNameLst>
                                          <p:attrName>style.visibility</p:attrName>
                                        </p:attrNameLst>
                                      </p:cBhvr>
                                      <p:to>
                                        <p:strVal val="visible"/>
                                      </p:to>
                                    </p:set>
                                    <p:anim calcmode="lin" valueType="num">
                                      <p:cBhvr additive="base">
                                        <p:cTn id="12" dur="500" fill="hold"/>
                                        <p:tgtEl>
                                          <p:spTgt spid="564226">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564226">
                                            <p:txEl>
                                              <p:pRg st="1" end="1"/>
                                            </p:txEl>
                                          </p:spTgt>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564226">
                                            <p:txEl>
                                              <p:pRg st="2" end="2"/>
                                            </p:txEl>
                                          </p:spTgt>
                                        </p:tgtEl>
                                        <p:attrNameLst>
                                          <p:attrName>style.visibility</p:attrName>
                                        </p:attrNameLst>
                                      </p:cBhvr>
                                      <p:to>
                                        <p:strVal val="visible"/>
                                      </p:to>
                                    </p:set>
                                    <p:anim calcmode="lin" valueType="num">
                                      <p:cBhvr additive="base">
                                        <p:cTn id="17" dur="500" fill="hold"/>
                                        <p:tgtEl>
                                          <p:spTgt spid="564226">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564226">
                                            <p:txEl>
                                              <p:pRg st="2" end="2"/>
                                            </p:txEl>
                                          </p:spTgt>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564226">
                                            <p:txEl>
                                              <p:pRg st="3" end="3"/>
                                            </p:txEl>
                                          </p:spTgt>
                                        </p:tgtEl>
                                        <p:attrNameLst>
                                          <p:attrName>style.visibility</p:attrName>
                                        </p:attrNameLst>
                                      </p:cBhvr>
                                      <p:to>
                                        <p:strVal val="visible"/>
                                      </p:to>
                                    </p:set>
                                    <p:anim calcmode="lin" valueType="num">
                                      <p:cBhvr additive="base">
                                        <p:cTn id="22" dur="500" fill="hold"/>
                                        <p:tgtEl>
                                          <p:spTgt spid="564226">
                                            <p:txEl>
                                              <p:pRg st="3" end="3"/>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564226">
                                            <p:txEl>
                                              <p:pRg st="3" end="3"/>
                                            </p:txEl>
                                          </p:spTgt>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564226">
                                            <p:txEl>
                                              <p:pRg st="4" end="4"/>
                                            </p:txEl>
                                          </p:spTgt>
                                        </p:tgtEl>
                                        <p:attrNameLst>
                                          <p:attrName>style.visibility</p:attrName>
                                        </p:attrNameLst>
                                      </p:cBhvr>
                                      <p:to>
                                        <p:strVal val="visible"/>
                                      </p:to>
                                    </p:set>
                                    <p:anim calcmode="lin" valueType="num">
                                      <p:cBhvr additive="base">
                                        <p:cTn id="27" dur="500" fill="hold"/>
                                        <p:tgtEl>
                                          <p:spTgt spid="564226">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564226">
                                            <p:txEl>
                                              <p:pRg st="4" end="4"/>
                                            </p:txEl>
                                          </p:spTgt>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2" presetClass="entr" presetSubtype="8" fill="hold" grpId="0" nodeType="afterEffect">
                                  <p:stCondLst>
                                    <p:cond delay="0"/>
                                  </p:stCondLst>
                                  <p:childTnLst>
                                    <p:set>
                                      <p:cBhvr>
                                        <p:cTn id="31" dur="1" fill="hold">
                                          <p:stCondLst>
                                            <p:cond delay="0"/>
                                          </p:stCondLst>
                                        </p:cTn>
                                        <p:tgtEl>
                                          <p:spTgt spid="564226">
                                            <p:txEl>
                                              <p:pRg st="5" end="5"/>
                                            </p:txEl>
                                          </p:spTgt>
                                        </p:tgtEl>
                                        <p:attrNameLst>
                                          <p:attrName>style.visibility</p:attrName>
                                        </p:attrNameLst>
                                      </p:cBhvr>
                                      <p:to>
                                        <p:strVal val="visible"/>
                                      </p:to>
                                    </p:set>
                                    <p:anim calcmode="lin" valueType="num">
                                      <p:cBhvr additive="base">
                                        <p:cTn id="32" dur="500" fill="hold"/>
                                        <p:tgtEl>
                                          <p:spTgt spid="564226">
                                            <p:txEl>
                                              <p:pRg st="5" end="5"/>
                                            </p:txEl>
                                          </p:spTgt>
                                        </p:tgtEl>
                                        <p:attrNameLst>
                                          <p:attrName>ppt_x</p:attrName>
                                        </p:attrNameLst>
                                      </p:cBhvr>
                                      <p:tavLst>
                                        <p:tav tm="0">
                                          <p:val>
                                            <p:strVal val="0-#ppt_w/2"/>
                                          </p:val>
                                        </p:tav>
                                        <p:tav tm="100000">
                                          <p:val>
                                            <p:strVal val="#ppt_x"/>
                                          </p:val>
                                        </p:tav>
                                      </p:tavLst>
                                    </p:anim>
                                    <p:anim calcmode="lin" valueType="num">
                                      <p:cBhvr additive="base">
                                        <p:cTn id="33" dur="500" fill="hold"/>
                                        <p:tgtEl>
                                          <p:spTgt spid="564226">
                                            <p:txEl>
                                              <p:pRg st="5" end="5"/>
                                            </p:txEl>
                                          </p:spTgt>
                                        </p:tgtEl>
                                        <p:attrNameLst>
                                          <p:attrName>ppt_y</p:attrName>
                                        </p:attrNameLst>
                                      </p:cBhvr>
                                      <p:tavLst>
                                        <p:tav tm="0">
                                          <p:val>
                                            <p:strVal val="#ppt_y"/>
                                          </p:val>
                                        </p:tav>
                                        <p:tav tm="100000">
                                          <p:val>
                                            <p:strVal val="#ppt_y"/>
                                          </p:val>
                                        </p:tav>
                                      </p:tavLst>
                                    </p:anim>
                                  </p:childTnLst>
                                </p:cTn>
                              </p:par>
                            </p:childTnLst>
                          </p:cTn>
                        </p:par>
                        <p:par>
                          <p:cTn id="34" fill="hold">
                            <p:stCondLst>
                              <p:cond delay="3000"/>
                            </p:stCondLst>
                            <p:childTnLst>
                              <p:par>
                                <p:cTn id="35" presetID="2" presetClass="entr" presetSubtype="8" fill="hold" grpId="0" nodeType="afterEffect">
                                  <p:stCondLst>
                                    <p:cond delay="0"/>
                                  </p:stCondLst>
                                  <p:childTnLst>
                                    <p:set>
                                      <p:cBhvr>
                                        <p:cTn id="36" dur="1" fill="hold">
                                          <p:stCondLst>
                                            <p:cond delay="0"/>
                                          </p:stCondLst>
                                        </p:cTn>
                                        <p:tgtEl>
                                          <p:spTgt spid="564226">
                                            <p:txEl>
                                              <p:pRg st="6" end="6"/>
                                            </p:txEl>
                                          </p:spTgt>
                                        </p:tgtEl>
                                        <p:attrNameLst>
                                          <p:attrName>style.visibility</p:attrName>
                                        </p:attrNameLst>
                                      </p:cBhvr>
                                      <p:to>
                                        <p:strVal val="visible"/>
                                      </p:to>
                                    </p:set>
                                    <p:anim calcmode="lin" valueType="num">
                                      <p:cBhvr additive="base">
                                        <p:cTn id="37" dur="500" fill="hold"/>
                                        <p:tgtEl>
                                          <p:spTgt spid="564226">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564226">
                                            <p:txEl>
                                              <p:pRg st="6" end="6"/>
                                            </p:txEl>
                                          </p:spTgt>
                                        </p:tgtEl>
                                        <p:attrNameLst>
                                          <p:attrName>ppt_y</p:attrName>
                                        </p:attrNameLst>
                                      </p:cBhvr>
                                      <p:tavLst>
                                        <p:tav tm="0">
                                          <p:val>
                                            <p:strVal val="#ppt_y"/>
                                          </p:val>
                                        </p:tav>
                                        <p:tav tm="100000">
                                          <p:val>
                                            <p:strVal val="#ppt_y"/>
                                          </p:val>
                                        </p:tav>
                                      </p:tavLst>
                                    </p:anim>
                                  </p:childTnLst>
                                </p:cTn>
                              </p:par>
                            </p:childTnLst>
                          </p:cTn>
                        </p:par>
                        <p:par>
                          <p:cTn id="39" fill="hold">
                            <p:stCondLst>
                              <p:cond delay="3500"/>
                            </p:stCondLst>
                            <p:childTnLst>
                              <p:par>
                                <p:cTn id="40" presetID="2" presetClass="entr" presetSubtype="8" fill="hold" grpId="0" nodeType="afterEffect">
                                  <p:stCondLst>
                                    <p:cond delay="0"/>
                                  </p:stCondLst>
                                  <p:childTnLst>
                                    <p:set>
                                      <p:cBhvr>
                                        <p:cTn id="41" dur="1" fill="hold">
                                          <p:stCondLst>
                                            <p:cond delay="0"/>
                                          </p:stCondLst>
                                        </p:cTn>
                                        <p:tgtEl>
                                          <p:spTgt spid="564226">
                                            <p:txEl>
                                              <p:pRg st="7" end="7"/>
                                            </p:txEl>
                                          </p:spTgt>
                                        </p:tgtEl>
                                        <p:attrNameLst>
                                          <p:attrName>style.visibility</p:attrName>
                                        </p:attrNameLst>
                                      </p:cBhvr>
                                      <p:to>
                                        <p:strVal val="visible"/>
                                      </p:to>
                                    </p:set>
                                    <p:anim calcmode="lin" valueType="num">
                                      <p:cBhvr additive="base">
                                        <p:cTn id="42" dur="500" fill="hold"/>
                                        <p:tgtEl>
                                          <p:spTgt spid="564226">
                                            <p:txEl>
                                              <p:pRg st="7" end="7"/>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564226">
                                            <p:txEl>
                                              <p:pRg st="7" end="7"/>
                                            </p:txEl>
                                          </p:spTgt>
                                        </p:tgtEl>
                                        <p:attrNameLst>
                                          <p:attrName>ppt_y</p:attrName>
                                        </p:attrNameLst>
                                      </p:cBhvr>
                                      <p:tavLst>
                                        <p:tav tm="0">
                                          <p:val>
                                            <p:strVal val="#ppt_y"/>
                                          </p:val>
                                        </p:tav>
                                        <p:tav tm="100000">
                                          <p:val>
                                            <p:strVal val="#ppt_y"/>
                                          </p:val>
                                        </p:tav>
                                      </p:tavLst>
                                    </p:anim>
                                  </p:childTnLst>
                                </p:cTn>
                              </p:par>
                            </p:childTnLst>
                          </p:cTn>
                        </p:par>
                        <p:par>
                          <p:cTn id="44" fill="hold">
                            <p:stCondLst>
                              <p:cond delay="4000"/>
                            </p:stCondLst>
                            <p:childTnLst>
                              <p:par>
                                <p:cTn id="45" presetID="2" presetClass="entr" presetSubtype="8" fill="hold" grpId="0" nodeType="afterEffect">
                                  <p:stCondLst>
                                    <p:cond delay="0"/>
                                  </p:stCondLst>
                                  <p:childTnLst>
                                    <p:set>
                                      <p:cBhvr>
                                        <p:cTn id="46" dur="1" fill="hold">
                                          <p:stCondLst>
                                            <p:cond delay="0"/>
                                          </p:stCondLst>
                                        </p:cTn>
                                        <p:tgtEl>
                                          <p:spTgt spid="564226">
                                            <p:txEl>
                                              <p:pRg st="8" end="8"/>
                                            </p:txEl>
                                          </p:spTgt>
                                        </p:tgtEl>
                                        <p:attrNameLst>
                                          <p:attrName>style.visibility</p:attrName>
                                        </p:attrNameLst>
                                      </p:cBhvr>
                                      <p:to>
                                        <p:strVal val="visible"/>
                                      </p:to>
                                    </p:set>
                                    <p:anim calcmode="lin" valueType="num">
                                      <p:cBhvr additive="base">
                                        <p:cTn id="47" dur="500" fill="hold"/>
                                        <p:tgtEl>
                                          <p:spTgt spid="564226">
                                            <p:txEl>
                                              <p:pRg st="8" end="8"/>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564226">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4226" grpId="0" advAuto="0" autoUpdateAnimBg="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0"/>
          </p:nvPr>
        </p:nvSpPr>
        <p:spPr/>
        <p:txBody>
          <a:bodyPr/>
          <a:lstStyle/>
          <a:p>
            <a:pPr fontAlgn="base">
              <a:spcBef>
                <a:spcPct val="0"/>
              </a:spcBef>
              <a:spcAft>
                <a:spcPct val="0"/>
              </a:spcAft>
              <a:defRPr/>
            </a:pPr>
            <a:fld id="{E5C0C33C-6200-4A94-8B00-C0BB983C6747}" type="slidenum">
              <a:rPr lang="ja-JP" altLang="en-US">
                <a:latin typeface="Arial" panose="020B0604020202020204"/>
              </a:rPr>
            </a:fld>
            <a:endParaRPr lang="en-US" altLang="ja-JP">
              <a:latin typeface="Arial" panose="020B0604020202020204"/>
            </a:endParaRPr>
          </a:p>
        </p:txBody>
      </p:sp>
      <p:sp>
        <p:nvSpPr>
          <p:cNvPr id="409603"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rPr>
              <a:t>10.1  </a:t>
            </a:r>
            <a:r>
              <a:rPr lang="zh-CN" altLang="en-US" sz="4200" b="0">
                <a:latin typeface="Times New Roman" panose="02020603050405020304" pitchFamily="18" charset="0"/>
                <a:ea typeface="黑体" panose="02010609060101010101" pitchFamily="49" charset="-122"/>
              </a:rPr>
              <a:t>专家系统的产生和发展</a:t>
            </a:r>
            <a:endParaRPr lang="zh-CN" altLang="en-US" sz="4200" b="0">
              <a:latin typeface="Times New Roman" panose="02020603050405020304" pitchFamily="18" charset="0"/>
              <a:ea typeface="黑体" panose="02010609060101010101" pitchFamily="49" charset="-122"/>
            </a:endParaRPr>
          </a:p>
        </p:txBody>
      </p:sp>
      <p:sp>
        <p:nvSpPr>
          <p:cNvPr id="409604" name="Rectangle 3"/>
          <p:cNvSpPr>
            <a:spLocks noGrp="1" noChangeArrowheads="1"/>
          </p:cNvSpPr>
          <p:nvPr>
            <p:ph type="body" idx="1"/>
          </p:nvPr>
        </p:nvSpPr>
        <p:spPr>
          <a:xfrm>
            <a:off x="1774825" y="838201"/>
            <a:ext cx="8642350" cy="5400675"/>
          </a:xfrm>
        </p:spPr>
        <p:txBody>
          <a:bodyPr/>
          <a:lstStyle/>
          <a:p>
            <a:pPr eaLnBrk="1" hangingPunct="1">
              <a:lnSpc>
                <a:spcPct val="140000"/>
              </a:lnSpc>
              <a:buSzPct val="60000"/>
              <a:buFontTx/>
              <a:buBlip>
                <a:blip r:embed="rId1"/>
              </a:buBlip>
            </a:pPr>
            <a:r>
              <a:rPr lang="zh-CN" altLang="en-US" sz="2400" b="1">
                <a:solidFill>
                  <a:srgbClr val="000000"/>
                </a:solidFill>
                <a:latin typeface="Times New Roman" panose="02020603050405020304" pitchFamily="18" charset="0"/>
              </a:rPr>
              <a:t>第一阶段</a:t>
            </a:r>
            <a:r>
              <a:rPr lang="zh-CN" altLang="en-US" sz="2400" b="1">
                <a:latin typeface="Times New Roman" panose="02020603050405020304" pitchFamily="18" charset="0"/>
              </a:rPr>
              <a:t> </a:t>
            </a:r>
            <a:r>
              <a:rPr lang="en-US" altLang="zh-CN" sz="2400" b="1">
                <a:latin typeface="Times New Roman" panose="02020603050405020304" pitchFamily="18" charset="0"/>
              </a:rPr>
              <a:t>: </a:t>
            </a:r>
            <a:r>
              <a:rPr lang="zh-CN" altLang="en-US" sz="2400" b="1">
                <a:latin typeface="Times New Roman" panose="02020603050405020304" pitchFamily="18" charset="0"/>
              </a:rPr>
              <a:t>初创期（</a:t>
            </a:r>
            <a:r>
              <a:rPr lang="en-US" altLang="zh-CN" sz="2400" b="1">
                <a:latin typeface="Times New Roman" panose="02020603050405020304" pitchFamily="18" charset="0"/>
              </a:rPr>
              <a:t>20</a:t>
            </a:r>
            <a:r>
              <a:rPr lang="zh-CN" altLang="en-US" sz="2400" b="1">
                <a:latin typeface="Times New Roman" panose="02020603050405020304" pitchFamily="18" charset="0"/>
              </a:rPr>
              <a:t>世纪</a:t>
            </a:r>
            <a:r>
              <a:rPr lang="en-US" altLang="zh-CN" sz="2400" b="1">
                <a:latin typeface="Times New Roman" panose="02020603050405020304" pitchFamily="18" charset="0"/>
              </a:rPr>
              <a:t>60</a:t>
            </a:r>
            <a:r>
              <a:rPr lang="zh-CN" altLang="en-US" sz="2400" b="1">
                <a:latin typeface="Times New Roman" panose="02020603050405020304" pitchFamily="18" charset="0"/>
              </a:rPr>
              <a:t>年代中期－ </a:t>
            </a:r>
            <a:r>
              <a:rPr lang="en-US" altLang="zh-CN" sz="2400" b="1">
                <a:latin typeface="Times New Roman" panose="02020603050405020304" pitchFamily="18" charset="0"/>
              </a:rPr>
              <a:t>20</a:t>
            </a:r>
            <a:r>
              <a:rPr lang="zh-CN" altLang="en-US" sz="2400" b="1">
                <a:latin typeface="Times New Roman" panose="02020603050405020304" pitchFamily="18" charset="0"/>
              </a:rPr>
              <a:t>世纪</a:t>
            </a:r>
            <a:r>
              <a:rPr lang="en-US" altLang="zh-CN" sz="2400" b="1">
                <a:latin typeface="Times New Roman" panose="02020603050405020304" pitchFamily="18" charset="0"/>
              </a:rPr>
              <a:t>70</a:t>
            </a:r>
            <a:r>
              <a:rPr lang="zh-CN" altLang="en-US" sz="2400" b="1">
                <a:latin typeface="Times New Roman" panose="02020603050405020304" pitchFamily="18" charset="0"/>
              </a:rPr>
              <a:t>年代初）</a:t>
            </a:r>
            <a:r>
              <a:rPr lang="zh-CN" altLang="en-US">
                <a:latin typeface="Times New Roman" panose="02020603050405020304" pitchFamily="18" charset="0"/>
              </a:rPr>
              <a:t> </a:t>
            </a:r>
            <a:endParaRPr lang="zh-CN" altLang="en-US">
              <a:latin typeface="Times New Roman" panose="02020603050405020304" pitchFamily="18" charset="0"/>
            </a:endParaRPr>
          </a:p>
        </p:txBody>
      </p:sp>
      <p:sp>
        <p:nvSpPr>
          <p:cNvPr id="565252" name="Text Box 4"/>
          <p:cNvSpPr txBox="1">
            <a:spLocks noChangeArrowheads="1"/>
          </p:cNvSpPr>
          <p:nvPr/>
        </p:nvSpPr>
        <p:spPr bwMode="auto">
          <a:xfrm>
            <a:off x="1752600" y="1600200"/>
            <a:ext cx="8686800" cy="2330450"/>
          </a:xfrm>
          <a:prstGeom prst="rect">
            <a:avLst/>
          </a:prstGeom>
          <a:gradFill rotWithShape="1">
            <a:gsLst>
              <a:gs pos="0">
                <a:srgbClr val="00FFFF"/>
              </a:gs>
              <a:gs pos="100000">
                <a:srgbClr val="FFFFFF"/>
              </a:gs>
            </a:gsLst>
            <a:path path="shape">
              <a:fillToRect l="50000" t="50000" r="50000" b="5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lnSpc>
                <a:spcPct val="120000"/>
              </a:lnSpc>
              <a:spcBef>
                <a:spcPct val="40000"/>
              </a:spcBef>
              <a:spcAft>
                <a:spcPct val="0"/>
              </a:spcAft>
              <a:buClr>
                <a:srgbClr val="CC0000"/>
              </a:buClr>
              <a:buFont typeface="Wingdings" panose="05000000000000000000" pitchFamily="2" charset="2"/>
              <a:buChar char="§"/>
            </a:pPr>
            <a:r>
              <a:rPr lang="en-US" altLang="zh-CN" sz="2600" b="1">
                <a:solidFill>
                  <a:srgbClr val="000000"/>
                </a:solidFill>
                <a:latin typeface="Times New Roman" panose="02020603050405020304" pitchFamily="18" charset="0"/>
              </a:rPr>
              <a:t> </a:t>
            </a:r>
            <a:r>
              <a:rPr lang="en-US" altLang="zh-CN" sz="2400" b="1">
                <a:solidFill>
                  <a:srgbClr val="000000"/>
                </a:solidFill>
                <a:latin typeface="Times New Roman" panose="02020603050405020304" pitchFamily="18" charset="0"/>
              </a:rPr>
              <a:t>DENDRAL</a:t>
            </a:r>
            <a:r>
              <a:rPr lang="zh-CN" altLang="en-US" sz="2400" b="1">
                <a:solidFill>
                  <a:srgbClr val="000000"/>
                </a:solidFill>
                <a:latin typeface="Times New Roman" panose="02020603050405020304" pitchFamily="18" charset="0"/>
              </a:rPr>
              <a:t>系统（</a:t>
            </a:r>
            <a:r>
              <a:rPr lang="en-US" altLang="zh-CN" sz="2400" b="1">
                <a:solidFill>
                  <a:srgbClr val="000000"/>
                </a:solidFill>
                <a:latin typeface="Times New Roman" panose="02020603050405020304" pitchFamily="18" charset="0"/>
              </a:rPr>
              <a:t>1968</a:t>
            </a:r>
            <a:r>
              <a:rPr lang="zh-CN" altLang="en-US" sz="2400" b="1">
                <a:solidFill>
                  <a:srgbClr val="000000"/>
                </a:solidFill>
                <a:latin typeface="Times New Roman" panose="02020603050405020304" pitchFamily="18" charset="0"/>
              </a:rPr>
              <a:t>年，</a:t>
            </a:r>
            <a:r>
              <a:rPr lang="zh-CN" altLang="en-US" sz="2400" b="1">
                <a:solidFill>
                  <a:srgbClr val="000000"/>
                </a:solidFill>
              </a:rPr>
              <a:t>斯坦福大学</a:t>
            </a:r>
            <a:r>
              <a:rPr lang="zh-CN" altLang="en-US" sz="2400" b="1">
                <a:solidFill>
                  <a:srgbClr val="000000"/>
                </a:solidFill>
                <a:latin typeface="Times New Roman" panose="02020603050405020304" pitchFamily="18" charset="0"/>
              </a:rPr>
              <a:t>费根鲍姆等人）</a:t>
            </a:r>
            <a:r>
              <a:rPr lang="en-US" altLang="zh-CN" sz="2400" b="1">
                <a:solidFill>
                  <a:srgbClr val="000000"/>
                </a:solidFill>
                <a:latin typeface="Times New Roman" panose="02020603050405020304" pitchFamily="18" charset="0"/>
              </a:rPr>
              <a:t>——</a:t>
            </a:r>
            <a:r>
              <a:rPr lang="zh-CN" altLang="en-US" sz="2400" b="1">
                <a:solidFill>
                  <a:srgbClr val="000000"/>
                </a:solidFill>
                <a:latin typeface="Times New Roman" panose="02020603050405020304" pitchFamily="18" charset="0"/>
              </a:rPr>
              <a:t>推 </a:t>
            </a:r>
            <a:endParaRPr lang="zh-CN" altLang="en-US" sz="2400" b="1">
              <a:solidFill>
                <a:srgbClr val="000000"/>
              </a:solidFill>
              <a:latin typeface="Times New Roman" panose="02020603050405020304" pitchFamily="18" charset="0"/>
            </a:endParaRPr>
          </a:p>
          <a:p>
            <a:pPr algn="just" fontAlgn="base">
              <a:lnSpc>
                <a:spcPct val="120000"/>
              </a:lnSpc>
              <a:spcBef>
                <a:spcPct val="40000"/>
              </a:spcBef>
              <a:spcAft>
                <a:spcPct val="0"/>
              </a:spcAft>
              <a:buClr>
                <a:srgbClr val="CC0000"/>
              </a:buClr>
            </a:pPr>
            <a:r>
              <a:rPr lang="zh-CN" altLang="en-US" sz="2400" b="1">
                <a:solidFill>
                  <a:srgbClr val="000000"/>
                </a:solidFill>
                <a:latin typeface="Times New Roman" panose="02020603050405020304" pitchFamily="18" charset="0"/>
              </a:rPr>
              <a:t>   断化学分子结构的专家系统</a:t>
            </a:r>
            <a:endParaRPr lang="zh-CN" altLang="en-US" sz="2400" b="1">
              <a:solidFill>
                <a:srgbClr val="000000"/>
              </a:solidFill>
              <a:latin typeface="Times New Roman" panose="02020603050405020304" pitchFamily="18" charset="0"/>
            </a:endParaRPr>
          </a:p>
          <a:p>
            <a:pPr algn="just" fontAlgn="base">
              <a:lnSpc>
                <a:spcPct val="120000"/>
              </a:lnSpc>
              <a:spcBef>
                <a:spcPct val="40000"/>
              </a:spcBef>
              <a:spcAft>
                <a:spcPct val="0"/>
              </a:spcAft>
              <a:buClr>
                <a:srgbClr val="CC0000"/>
              </a:buClr>
              <a:buFont typeface="Wingdings" panose="05000000000000000000" pitchFamily="2" charset="2"/>
              <a:buChar char="§"/>
            </a:pPr>
            <a:r>
              <a:rPr lang="zh-CN" altLang="en-US" sz="2400" b="1">
                <a:solidFill>
                  <a:srgbClr val="000000"/>
                </a:solidFill>
                <a:latin typeface="Times New Roman" panose="02020603050405020304" pitchFamily="18" charset="0"/>
              </a:rPr>
              <a:t> </a:t>
            </a:r>
            <a:r>
              <a:rPr lang="en-US" altLang="zh-CN" sz="2400" b="1">
                <a:solidFill>
                  <a:srgbClr val="000000"/>
                </a:solidFill>
                <a:latin typeface="Times New Roman" panose="02020603050405020304" pitchFamily="18" charset="0"/>
              </a:rPr>
              <a:t>MYCSYMA</a:t>
            </a:r>
            <a:r>
              <a:rPr lang="zh-CN" altLang="en-US" sz="2400" b="1">
                <a:solidFill>
                  <a:srgbClr val="000000"/>
                </a:solidFill>
                <a:latin typeface="Times New Roman" panose="02020603050405020304" pitchFamily="18" charset="0"/>
              </a:rPr>
              <a:t>系统（</a:t>
            </a:r>
            <a:r>
              <a:rPr lang="en-US" altLang="zh-CN" sz="2400" b="1">
                <a:solidFill>
                  <a:srgbClr val="000000"/>
                </a:solidFill>
                <a:latin typeface="Times New Roman" panose="02020603050405020304" pitchFamily="18" charset="0"/>
              </a:rPr>
              <a:t>1971</a:t>
            </a:r>
            <a:r>
              <a:rPr lang="zh-CN" altLang="en-US" sz="2400" b="1">
                <a:solidFill>
                  <a:srgbClr val="000000"/>
                </a:solidFill>
                <a:latin typeface="Times New Roman" panose="02020603050405020304" pitchFamily="18" charset="0"/>
              </a:rPr>
              <a:t>年，</a:t>
            </a:r>
            <a:r>
              <a:rPr lang="zh-CN" altLang="en-US" sz="2400" b="1">
                <a:solidFill>
                  <a:srgbClr val="000000"/>
                </a:solidFill>
              </a:rPr>
              <a:t>麻省理工学院</a:t>
            </a:r>
            <a:r>
              <a:rPr lang="zh-CN" altLang="en-US" sz="2400">
                <a:solidFill>
                  <a:srgbClr val="000000"/>
                </a:solidFill>
              </a:rPr>
              <a:t> </a:t>
            </a:r>
            <a:r>
              <a:rPr lang="zh-CN" altLang="en-US" sz="2400" b="1">
                <a:solidFill>
                  <a:srgbClr val="000000"/>
                </a:solidFill>
                <a:latin typeface="Times New Roman" panose="02020603050405020304" pitchFamily="18" charset="0"/>
              </a:rPr>
              <a:t>）</a:t>
            </a:r>
            <a:r>
              <a:rPr lang="en-US" altLang="zh-CN" sz="2400" b="1">
                <a:solidFill>
                  <a:srgbClr val="000000"/>
                </a:solidFill>
                <a:latin typeface="Times New Roman" panose="02020603050405020304" pitchFamily="18" charset="0"/>
              </a:rPr>
              <a:t>——</a:t>
            </a:r>
            <a:r>
              <a:rPr lang="zh-CN" altLang="en-US" sz="2400" b="1">
                <a:solidFill>
                  <a:srgbClr val="000000"/>
                </a:solidFill>
                <a:latin typeface="Times New Roman" panose="02020603050405020304" pitchFamily="18" charset="0"/>
              </a:rPr>
              <a:t>用于数学运</a:t>
            </a:r>
            <a:endParaRPr lang="zh-CN" altLang="en-US" sz="2400" b="1">
              <a:solidFill>
                <a:srgbClr val="000000"/>
              </a:solidFill>
              <a:latin typeface="Times New Roman" panose="02020603050405020304" pitchFamily="18" charset="0"/>
            </a:endParaRPr>
          </a:p>
          <a:p>
            <a:pPr algn="just" fontAlgn="base">
              <a:lnSpc>
                <a:spcPct val="120000"/>
              </a:lnSpc>
              <a:spcBef>
                <a:spcPct val="40000"/>
              </a:spcBef>
              <a:spcAft>
                <a:spcPct val="0"/>
              </a:spcAft>
              <a:buClr>
                <a:srgbClr val="CC0000"/>
              </a:buClr>
            </a:pPr>
            <a:r>
              <a:rPr lang="zh-CN" altLang="en-US" sz="2400" b="1">
                <a:solidFill>
                  <a:srgbClr val="000000"/>
                </a:solidFill>
                <a:latin typeface="Times New Roman" panose="02020603050405020304" pitchFamily="18" charset="0"/>
              </a:rPr>
              <a:t>   算的数学专家系统 </a:t>
            </a:r>
            <a:endParaRPr lang="zh-CN" altLang="en-US" sz="2400" b="1">
              <a:solidFill>
                <a:srgbClr val="000000"/>
              </a:solidFill>
              <a:latin typeface="Times New Roman" panose="02020603050405020304" pitchFamily="18" charset="0"/>
            </a:endParaRPr>
          </a:p>
        </p:txBody>
      </p:sp>
      <p:sp>
        <p:nvSpPr>
          <p:cNvPr id="565253" name="Text Box 5"/>
          <p:cNvSpPr txBox="1">
            <a:spLocks noChangeArrowheads="1"/>
          </p:cNvSpPr>
          <p:nvPr/>
        </p:nvSpPr>
        <p:spPr bwMode="auto">
          <a:xfrm>
            <a:off x="1752600" y="4114801"/>
            <a:ext cx="8686800" cy="2657475"/>
          </a:xfrm>
          <a:prstGeom prst="rect">
            <a:avLst/>
          </a:prstGeom>
          <a:gradFill rotWithShape="1">
            <a:gsLst>
              <a:gs pos="0">
                <a:srgbClr val="FFFF00"/>
              </a:gs>
              <a:gs pos="100000">
                <a:srgbClr val="FFFFFF"/>
              </a:gs>
            </a:gsLst>
            <a:path path="rect">
              <a:fillToRect l="100000" t="10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50000"/>
              </a:spcBef>
              <a:spcAft>
                <a:spcPct val="0"/>
              </a:spcAft>
              <a:buClr>
                <a:srgbClr val="CC0000"/>
              </a:buClr>
              <a:buFont typeface="Wingdings" panose="05000000000000000000" pitchFamily="2" charset="2"/>
              <a:buChar char="§"/>
            </a:pPr>
            <a:r>
              <a:rPr lang="en-US" altLang="zh-CN" sz="2400">
                <a:solidFill>
                  <a:srgbClr val="000000"/>
                </a:solidFill>
                <a:latin typeface="宋体" panose="02010600030101010101" pitchFamily="2" charset="-122"/>
              </a:rPr>
              <a:t> </a:t>
            </a:r>
            <a:r>
              <a:rPr lang="zh-CN" altLang="en-US" sz="2400" b="1">
                <a:solidFill>
                  <a:srgbClr val="000000"/>
                </a:solidFill>
                <a:latin typeface="宋体" panose="02010600030101010101" pitchFamily="2" charset="-122"/>
              </a:rPr>
              <a:t>特点：高度的专业化。</a:t>
            </a:r>
            <a:endParaRPr lang="zh-CN" altLang="en-US" sz="2400" b="1">
              <a:solidFill>
                <a:srgbClr val="000000"/>
              </a:solidFill>
              <a:latin typeface="宋体" panose="02010600030101010101" pitchFamily="2" charset="-122"/>
            </a:endParaRPr>
          </a:p>
          <a:p>
            <a:pPr algn="just" fontAlgn="base">
              <a:spcBef>
                <a:spcPct val="50000"/>
              </a:spcBef>
              <a:spcAft>
                <a:spcPct val="0"/>
              </a:spcAft>
              <a:buClr>
                <a:srgbClr val="CC0000"/>
              </a:buClr>
            </a:pPr>
            <a:r>
              <a:rPr lang="zh-CN" altLang="en-US" sz="2400" b="1">
                <a:solidFill>
                  <a:srgbClr val="000000"/>
                </a:solidFill>
                <a:latin typeface="宋体" panose="02010600030101010101" pitchFamily="2" charset="-122"/>
              </a:rPr>
              <a:t>        专门问题求解能力强。</a:t>
            </a:r>
            <a:endParaRPr lang="zh-CN" altLang="en-US" sz="2400" b="1">
              <a:solidFill>
                <a:srgbClr val="000000"/>
              </a:solidFill>
              <a:latin typeface="宋体" panose="02010600030101010101" pitchFamily="2" charset="-122"/>
            </a:endParaRPr>
          </a:p>
          <a:p>
            <a:pPr algn="just" fontAlgn="base">
              <a:spcBef>
                <a:spcPct val="50000"/>
              </a:spcBef>
              <a:spcAft>
                <a:spcPct val="0"/>
              </a:spcAft>
              <a:buClr>
                <a:srgbClr val="CC0000"/>
              </a:buClr>
            </a:pPr>
            <a:r>
              <a:rPr lang="zh-CN" altLang="en-US" sz="2400" b="1">
                <a:solidFill>
                  <a:srgbClr val="000000"/>
                </a:solidFill>
                <a:latin typeface="宋体" panose="02010600030101010101" pitchFamily="2" charset="-122"/>
              </a:rPr>
              <a:t>        结构、功能不完整。</a:t>
            </a:r>
            <a:endParaRPr lang="zh-CN" altLang="en-US" sz="2400" b="1">
              <a:solidFill>
                <a:srgbClr val="000000"/>
              </a:solidFill>
              <a:latin typeface="宋体" panose="02010600030101010101" pitchFamily="2" charset="-122"/>
            </a:endParaRPr>
          </a:p>
          <a:p>
            <a:pPr algn="just" fontAlgn="base">
              <a:spcBef>
                <a:spcPct val="50000"/>
              </a:spcBef>
              <a:spcAft>
                <a:spcPct val="0"/>
              </a:spcAft>
              <a:buClr>
                <a:srgbClr val="CC0000"/>
              </a:buClr>
            </a:pPr>
            <a:r>
              <a:rPr lang="zh-CN" altLang="en-US" sz="2400" b="1">
                <a:solidFill>
                  <a:srgbClr val="000000"/>
                </a:solidFill>
                <a:latin typeface="宋体" panose="02010600030101010101" pitchFamily="2" charset="-122"/>
              </a:rPr>
              <a:t>        移植性差。</a:t>
            </a:r>
            <a:endParaRPr lang="zh-CN" altLang="en-US" sz="2400" b="1">
              <a:solidFill>
                <a:srgbClr val="000000"/>
              </a:solidFill>
              <a:latin typeface="宋体" panose="02010600030101010101" pitchFamily="2" charset="-122"/>
            </a:endParaRPr>
          </a:p>
          <a:p>
            <a:pPr algn="just" fontAlgn="base">
              <a:spcBef>
                <a:spcPct val="50000"/>
              </a:spcBef>
              <a:spcAft>
                <a:spcPct val="0"/>
              </a:spcAft>
              <a:buClr>
                <a:srgbClr val="CC0000"/>
              </a:buClr>
            </a:pPr>
            <a:r>
              <a:rPr lang="zh-CN" altLang="en-US" sz="2400" b="1">
                <a:solidFill>
                  <a:srgbClr val="000000"/>
                </a:solidFill>
                <a:latin typeface="宋体" panose="02010600030101010101" pitchFamily="2" charset="-122"/>
              </a:rPr>
              <a:t>        缺乏解释功能。</a:t>
            </a:r>
            <a:endParaRPr lang="zh-CN" altLang="en-US" sz="2400" b="1">
              <a:solidFill>
                <a:srgbClr val="000000"/>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65252"/>
                                        </p:tgtEl>
                                        <p:attrNameLst>
                                          <p:attrName>style.visibility</p:attrName>
                                        </p:attrNameLst>
                                      </p:cBhvr>
                                      <p:to>
                                        <p:strVal val="visible"/>
                                      </p:to>
                                    </p:set>
                                    <p:animEffect transition="in" filter="checkerboard(across)">
                                      <p:cBhvr>
                                        <p:cTn id="7" dur="500"/>
                                        <p:tgtEl>
                                          <p:spTgt spid="56525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65253"/>
                                        </p:tgtEl>
                                        <p:attrNameLst>
                                          <p:attrName>style.visibility</p:attrName>
                                        </p:attrNameLst>
                                      </p:cBhvr>
                                      <p:to>
                                        <p:strVal val="visible"/>
                                      </p:to>
                                    </p:set>
                                    <p:animEffect transition="in" filter="box(in)">
                                      <p:cBhvr>
                                        <p:cTn id="12" dur="500"/>
                                        <p:tgtEl>
                                          <p:spTgt spid="565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5252" grpId="0" animBg="1" autoUpdateAnimBg="0"/>
      <p:bldP spid="565253"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5E7EBCE6-3E90-499A-8D9A-E8CDDC634963}" type="slidenum">
              <a:rPr lang="ja-JP" altLang="en-US">
                <a:latin typeface="Arial" panose="020B0604020202020204"/>
              </a:rPr>
            </a:fld>
            <a:endParaRPr lang="en-US" altLang="ja-JP">
              <a:latin typeface="Arial" panose="020B0604020202020204"/>
            </a:endParaRPr>
          </a:p>
        </p:txBody>
      </p:sp>
      <p:sp>
        <p:nvSpPr>
          <p:cNvPr id="411651"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rPr>
              <a:t>10.1  </a:t>
            </a:r>
            <a:r>
              <a:rPr lang="zh-CN" altLang="en-US" sz="4200" b="0">
                <a:latin typeface="Times New Roman" panose="02020603050405020304" pitchFamily="18" charset="0"/>
                <a:ea typeface="黑体" panose="02010609060101010101" pitchFamily="49" charset="-122"/>
              </a:rPr>
              <a:t>专家系统的产生和发展</a:t>
            </a:r>
            <a:endParaRPr lang="zh-CN" altLang="en-US" sz="4200" b="0">
              <a:latin typeface="Times New Roman" panose="02020603050405020304" pitchFamily="18" charset="0"/>
              <a:ea typeface="黑体" panose="02010609060101010101" pitchFamily="49" charset="-122"/>
            </a:endParaRPr>
          </a:p>
        </p:txBody>
      </p:sp>
      <p:sp>
        <p:nvSpPr>
          <p:cNvPr id="411652" name="Rectangle 3"/>
          <p:cNvSpPr>
            <a:spLocks noGrp="1" noChangeArrowheads="1"/>
          </p:cNvSpPr>
          <p:nvPr>
            <p:ph type="body" idx="1"/>
          </p:nvPr>
        </p:nvSpPr>
        <p:spPr/>
        <p:txBody>
          <a:bodyPr/>
          <a:lstStyle/>
          <a:p>
            <a:pPr eaLnBrk="1" hangingPunct="1">
              <a:lnSpc>
                <a:spcPct val="140000"/>
              </a:lnSpc>
              <a:buSzPct val="60000"/>
              <a:buFontTx/>
              <a:buBlip>
                <a:blip r:embed="rId1"/>
              </a:buBlip>
            </a:pPr>
            <a:r>
              <a:rPr lang="zh-CN" altLang="en-US" sz="2400" b="1">
                <a:solidFill>
                  <a:srgbClr val="000000"/>
                </a:solidFill>
                <a:latin typeface="Times New Roman" panose="02020603050405020304" pitchFamily="18" charset="0"/>
              </a:rPr>
              <a:t>第二阶段</a:t>
            </a:r>
            <a:r>
              <a:rPr lang="en-US" altLang="zh-CN" sz="2400" b="1">
                <a:solidFill>
                  <a:srgbClr val="000000"/>
                </a:solidFill>
                <a:latin typeface="Times New Roman" panose="02020603050405020304" pitchFamily="18" charset="0"/>
              </a:rPr>
              <a:t>: </a:t>
            </a:r>
            <a:r>
              <a:rPr lang="zh-CN" altLang="en-US" sz="2400" b="1">
                <a:solidFill>
                  <a:srgbClr val="000000"/>
                </a:solidFill>
                <a:latin typeface="Times New Roman" panose="02020603050405020304" pitchFamily="18" charset="0"/>
              </a:rPr>
              <a:t>成熟期</a:t>
            </a:r>
            <a:r>
              <a:rPr lang="zh-CN" altLang="en-US" sz="2400" b="1">
                <a:latin typeface="Times New Roman" panose="02020603050405020304" pitchFamily="18" charset="0"/>
              </a:rPr>
              <a:t>（</a:t>
            </a:r>
            <a:r>
              <a:rPr lang="en-US" altLang="zh-CN" sz="2400" b="1">
                <a:latin typeface="Times New Roman" panose="02020603050405020304" pitchFamily="18" charset="0"/>
              </a:rPr>
              <a:t>20</a:t>
            </a:r>
            <a:r>
              <a:rPr lang="zh-CN" altLang="en-US" sz="2400" b="1">
                <a:latin typeface="Times New Roman" panose="02020603050405020304" pitchFamily="18" charset="0"/>
              </a:rPr>
              <a:t>世纪</a:t>
            </a:r>
            <a:r>
              <a:rPr lang="en-US" altLang="zh-CN" sz="2400" b="1">
                <a:latin typeface="Times New Roman" panose="02020603050405020304" pitchFamily="18" charset="0"/>
              </a:rPr>
              <a:t>70</a:t>
            </a:r>
            <a:r>
              <a:rPr lang="zh-CN" altLang="en-US" sz="2400" b="1">
                <a:latin typeface="Times New Roman" panose="02020603050405020304" pitchFamily="18" charset="0"/>
              </a:rPr>
              <a:t>年代中期－ </a:t>
            </a:r>
            <a:r>
              <a:rPr lang="en-US" altLang="zh-CN" sz="2400" b="1">
                <a:latin typeface="Times New Roman" panose="02020603050405020304" pitchFamily="18" charset="0"/>
              </a:rPr>
              <a:t>20</a:t>
            </a:r>
            <a:r>
              <a:rPr lang="zh-CN" altLang="en-US" sz="2400" b="1">
                <a:latin typeface="Times New Roman" panose="02020603050405020304" pitchFamily="18" charset="0"/>
              </a:rPr>
              <a:t>世纪</a:t>
            </a:r>
            <a:r>
              <a:rPr lang="en-US" altLang="zh-CN" sz="2400" b="1">
                <a:latin typeface="Times New Roman" panose="02020603050405020304" pitchFamily="18" charset="0"/>
              </a:rPr>
              <a:t>80</a:t>
            </a:r>
            <a:r>
              <a:rPr lang="zh-CN" altLang="en-US" sz="2400" b="1">
                <a:latin typeface="Times New Roman" panose="02020603050405020304" pitchFamily="18" charset="0"/>
              </a:rPr>
              <a:t>年代初）</a:t>
            </a:r>
            <a:r>
              <a:rPr lang="zh-CN" altLang="en-US">
                <a:latin typeface="Times New Roman" panose="02020603050405020304" pitchFamily="18" charset="0"/>
              </a:rPr>
              <a:t> </a:t>
            </a:r>
            <a:endParaRPr lang="zh-CN" altLang="en-US">
              <a:latin typeface="Times New Roman" panose="02020603050405020304" pitchFamily="18" charset="0"/>
            </a:endParaRPr>
          </a:p>
        </p:txBody>
      </p:sp>
      <p:sp>
        <p:nvSpPr>
          <p:cNvPr id="567300" name="Text Box 4"/>
          <p:cNvSpPr txBox="1">
            <a:spLocks noChangeArrowheads="1"/>
          </p:cNvSpPr>
          <p:nvPr/>
        </p:nvSpPr>
        <p:spPr bwMode="auto">
          <a:xfrm>
            <a:off x="1752600" y="1943100"/>
            <a:ext cx="8763000" cy="3314700"/>
          </a:xfrm>
          <a:prstGeom prst="rect">
            <a:avLst/>
          </a:prstGeom>
          <a:gradFill rotWithShape="1">
            <a:gsLst>
              <a:gs pos="0">
                <a:srgbClr val="00FFFF"/>
              </a:gs>
              <a:gs pos="100000">
                <a:srgbClr val="FFFFFF"/>
              </a:gs>
            </a:gsLst>
            <a:path path="rect">
              <a:fillToRect l="100000" t="10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lnSpc>
                <a:spcPct val="120000"/>
              </a:lnSpc>
              <a:spcBef>
                <a:spcPct val="40000"/>
              </a:spcBef>
              <a:spcAft>
                <a:spcPct val="0"/>
              </a:spcAft>
              <a:buClr>
                <a:srgbClr val="CC0000"/>
              </a:buClr>
              <a:buFont typeface="Wingdings" panose="05000000000000000000" pitchFamily="2" charset="2"/>
              <a:buChar char="§"/>
            </a:pPr>
            <a:r>
              <a:rPr lang="en-US" altLang="zh-CN" sz="2400">
                <a:solidFill>
                  <a:srgbClr val="000000"/>
                </a:solidFill>
                <a:latin typeface="Times New Roman" panose="02020603050405020304" pitchFamily="18" charset="0"/>
              </a:rPr>
              <a:t> </a:t>
            </a:r>
            <a:r>
              <a:rPr lang="en-US" altLang="zh-CN" sz="2400" b="1">
                <a:solidFill>
                  <a:srgbClr val="0000FF"/>
                </a:solidFill>
                <a:latin typeface="Times New Roman" panose="02020603050405020304" pitchFamily="18" charset="0"/>
              </a:rPr>
              <a:t>MYCIN</a:t>
            </a:r>
            <a:r>
              <a:rPr lang="zh-CN" altLang="en-US" sz="2400" b="1">
                <a:solidFill>
                  <a:srgbClr val="0000FF"/>
                </a:solidFill>
                <a:latin typeface="Times New Roman" panose="02020603050405020304" pitchFamily="18" charset="0"/>
              </a:rPr>
              <a:t>系统</a:t>
            </a:r>
            <a:r>
              <a:rPr lang="zh-CN" altLang="en-US" sz="2400" b="1">
                <a:solidFill>
                  <a:srgbClr val="000000"/>
                </a:solidFill>
                <a:latin typeface="Times New Roman" panose="02020603050405020304" pitchFamily="18" charset="0"/>
              </a:rPr>
              <a:t>（斯坦福大学</a:t>
            </a:r>
            <a:r>
              <a:rPr lang="zh-CN" altLang="en-US" sz="2400">
                <a:solidFill>
                  <a:srgbClr val="000000"/>
                </a:solidFill>
                <a:latin typeface="Times New Roman" panose="02020603050405020304" pitchFamily="18" charset="0"/>
              </a:rPr>
              <a:t> ）</a:t>
            </a:r>
            <a:r>
              <a:rPr lang="en-US" altLang="zh-CN" sz="2400" b="1">
                <a:solidFill>
                  <a:srgbClr val="000000"/>
                </a:solidFill>
                <a:latin typeface="Times New Roman" panose="02020603050405020304" pitchFamily="18" charset="0"/>
              </a:rPr>
              <a:t>——</a:t>
            </a:r>
            <a:r>
              <a:rPr lang="zh-CN" altLang="en-US" sz="2400" b="1">
                <a:solidFill>
                  <a:srgbClr val="000000"/>
                </a:solidFill>
                <a:latin typeface="Times New Roman" panose="02020603050405020304" pitchFamily="18" charset="0"/>
              </a:rPr>
              <a:t>血液感染病诊断专家系统 </a:t>
            </a:r>
            <a:endParaRPr lang="zh-CN" altLang="en-US" sz="2400" b="1">
              <a:solidFill>
                <a:srgbClr val="000000"/>
              </a:solidFill>
              <a:latin typeface="Times New Roman" panose="02020603050405020304" pitchFamily="18" charset="0"/>
            </a:endParaRPr>
          </a:p>
          <a:p>
            <a:pPr algn="just" fontAlgn="base">
              <a:lnSpc>
                <a:spcPct val="120000"/>
              </a:lnSpc>
              <a:spcBef>
                <a:spcPct val="40000"/>
              </a:spcBef>
              <a:spcAft>
                <a:spcPct val="0"/>
              </a:spcAft>
              <a:buClr>
                <a:srgbClr val="CC0000"/>
              </a:buClr>
              <a:buFont typeface="Wingdings" panose="05000000000000000000" pitchFamily="2" charset="2"/>
              <a:buChar char="§"/>
            </a:pPr>
            <a:r>
              <a:rPr lang="zh-CN" altLang="en-US" sz="2400" b="1">
                <a:solidFill>
                  <a:srgbClr val="000000"/>
                </a:solidFill>
                <a:latin typeface="Times New Roman" panose="02020603050405020304" pitchFamily="18" charset="0"/>
              </a:rPr>
              <a:t> </a:t>
            </a:r>
            <a:r>
              <a:rPr lang="en-US" altLang="zh-CN" sz="2400" b="1">
                <a:solidFill>
                  <a:srgbClr val="000000"/>
                </a:solidFill>
                <a:latin typeface="Times New Roman" panose="02020603050405020304" pitchFamily="18" charset="0"/>
              </a:rPr>
              <a:t>PROSPECTOR</a:t>
            </a:r>
            <a:r>
              <a:rPr lang="zh-CN" altLang="en-US" sz="2400" b="1">
                <a:solidFill>
                  <a:srgbClr val="000000"/>
                </a:solidFill>
                <a:latin typeface="Times New Roman" panose="02020603050405020304" pitchFamily="18" charset="0"/>
              </a:rPr>
              <a:t>系统（斯坦福研究所</a:t>
            </a:r>
            <a:r>
              <a:rPr lang="zh-CN" altLang="en-US" sz="2400">
                <a:solidFill>
                  <a:srgbClr val="000000"/>
                </a:solidFill>
                <a:latin typeface="Times New Roman" panose="02020603050405020304" pitchFamily="18" charset="0"/>
              </a:rPr>
              <a:t> ）</a:t>
            </a:r>
            <a:r>
              <a:rPr lang="en-US" altLang="zh-CN" sz="2400" b="1">
                <a:solidFill>
                  <a:srgbClr val="000000"/>
                </a:solidFill>
                <a:latin typeface="Times New Roman" panose="02020603050405020304" pitchFamily="18" charset="0"/>
              </a:rPr>
              <a:t>——</a:t>
            </a:r>
            <a:r>
              <a:rPr lang="zh-CN" altLang="en-US" sz="2400" b="1">
                <a:solidFill>
                  <a:srgbClr val="000000"/>
                </a:solidFill>
                <a:latin typeface="Times New Roman" panose="02020603050405020304" pitchFamily="18" charset="0"/>
              </a:rPr>
              <a:t>探矿专家系统</a:t>
            </a:r>
            <a:endParaRPr lang="zh-CN" altLang="en-US" sz="2400" b="1">
              <a:solidFill>
                <a:srgbClr val="000000"/>
              </a:solidFill>
              <a:latin typeface="Times New Roman" panose="02020603050405020304" pitchFamily="18" charset="0"/>
            </a:endParaRPr>
          </a:p>
          <a:p>
            <a:pPr algn="just" fontAlgn="base">
              <a:lnSpc>
                <a:spcPct val="120000"/>
              </a:lnSpc>
              <a:spcBef>
                <a:spcPct val="40000"/>
              </a:spcBef>
              <a:spcAft>
                <a:spcPct val="0"/>
              </a:spcAft>
              <a:buClr>
                <a:srgbClr val="CC0000"/>
              </a:buClr>
              <a:buFont typeface="Wingdings" panose="05000000000000000000" pitchFamily="2" charset="2"/>
              <a:buChar char="§"/>
            </a:pPr>
            <a:r>
              <a:rPr lang="zh-CN" altLang="en-US" sz="2400" b="1">
                <a:solidFill>
                  <a:srgbClr val="000000"/>
                </a:solidFill>
                <a:latin typeface="Times New Roman" panose="02020603050405020304" pitchFamily="18" charset="0"/>
              </a:rPr>
              <a:t> </a:t>
            </a:r>
            <a:r>
              <a:rPr lang="en-US" altLang="zh-CN" sz="2400" b="1">
                <a:solidFill>
                  <a:srgbClr val="000000"/>
                </a:solidFill>
                <a:latin typeface="Times New Roman" panose="02020603050405020304" pitchFamily="18" charset="0"/>
              </a:rPr>
              <a:t>CASNET</a:t>
            </a:r>
            <a:r>
              <a:rPr lang="zh-CN" altLang="en-US" sz="2400" b="1">
                <a:solidFill>
                  <a:srgbClr val="000000"/>
                </a:solidFill>
                <a:latin typeface="Times New Roman" panose="02020603050405020304" pitchFamily="18" charset="0"/>
              </a:rPr>
              <a:t>系统（拉特格尔大学）：用于青光眼诊断与治疗。</a:t>
            </a:r>
            <a:endParaRPr lang="zh-CN" altLang="en-US" sz="2400" b="1">
              <a:solidFill>
                <a:srgbClr val="000000"/>
              </a:solidFill>
              <a:latin typeface="Times New Roman" panose="02020603050405020304" pitchFamily="18" charset="0"/>
            </a:endParaRPr>
          </a:p>
          <a:p>
            <a:pPr algn="just" fontAlgn="base">
              <a:lnSpc>
                <a:spcPct val="120000"/>
              </a:lnSpc>
              <a:spcBef>
                <a:spcPct val="40000"/>
              </a:spcBef>
              <a:spcAft>
                <a:spcPct val="0"/>
              </a:spcAft>
              <a:buClr>
                <a:srgbClr val="CC0000"/>
              </a:buClr>
              <a:buFont typeface="Wingdings" panose="05000000000000000000" pitchFamily="2" charset="2"/>
              <a:buChar char="§"/>
            </a:pPr>
            <a:r>
              <a:rPr lang="zh-CN" altLang="en-US" sz="2400" b="1">
                <a:solidFill>
                  <a:srgbClr val="000000"/>
                </a:solidFill>
                <a:latin typeface="Times New Roman" panose="02020603050405020304" pitchFamily="18" charset="0"/>
              </a:rPr>
              <a:t> </a:t>
            </a:r>
            <a:r>
              <a:rPr lang="en-US" altLang="zh-CN" sz="2400" b="1">
                <a:solidFill>
                  <a:srgbClr val="000000"/>
                </a:solidFill>
                <a:latin typeface="Times New Roman" panose="02020603050405020304" pitchFamily="18" charset="0"/>
              </a:rPr>
              <a:t>AM</a:t>
            </a:r>
            <a:r>
              <a:rPr lang="zh-CN" altLang="en-US" sz="2400" b="1">
                <a:solidFill>
                  <a:srgbClr val="000000"/>
                </a:solidFill>
                <a:latin typeface="Times New Roman" panose="02020603050405020304" pitchFamily="18" charset="0"/>
              </a:rPr>
              <a:t>系统（ </a:t>
            </a:r>
            <a:r>
              <a:rPr lang="en-US" altLang="zh-CN" sz="2400" b="1">
                <a:solidFill>
                  <a:srgbClr val="000000"/>
                </a:solidFill>
                <a:latin typeface="Times New Roman" panose="02020603050405020304" pitchFamily="18" charset="0"/>
              </a:rPr>
              <a:t>1981</a:t>
            </a:r>
            <a:r>
              <a:rPr lang="zh-CN" altLang="en-US" sz="2400" b="1">
                <a:solidFill>
                  <a:srgbClr val="000000"/>
                </a:solidFill>
                <a:latin typeface="Times New Roman" panose="02020603050405020304" pitchFamily="18" charset="0"/>
              </a:rPr>
              <a:t>年，斯坦福大学</a:t>
            </a:r>
            <a:r>
              <a:rPr lang="zh-CN" altLang="en-US" sz="2400">
                <a:solidFill>
                  <a:srgbClr val="000000"/>
                </a:solidFill>
                <a:latin typeface="Times New Roman" panose="02020603050405020304" pitchFamily="18" charset="0"/>
              </a:rPr>
              <a:t>）</a:t>
            </a:r>
            <a:r>
              <a:rPr lang="zh-CN" altLang="en-US" sz="2400" b="1">
                <a:solidFill>
                  <a:srgbClr val="000000"/>
                </a:solidFill>
                <a:latin typeface="Times New Roman" panose="02020603050405020304" pitchFamily="18" charset="0"/>
              </a:rPr>
              <a:t>：模拟人类进行概括、抽象和归纳推理，发现某些数论的概念和定理。</a:t>
            </a:r>
            <a:endParaRPr lang="zh-CN" altLang="en-US" sz="2400" b="1">
              <a:solidFill>
                <a:srgbClr val="000000"/>
              </a:solidFill>
              <a:latin typeface="Times New Roman" panose="02020603050405020304" pitchFamily="18" charset="0"/>
            </a:endParaRPr>
          </a:p>
          <a:p>
            <a:pPr algn="just" fontAlgn="base">
              <a:lnSpc>
                <a:spcPct val="120000"/>
              </a:lnSpc>
              <a:spcBef>
                <a:spcPct val="40000"/>
              </a:spcBef>
              <a:spcAft>
                <a:spcPct val="0"/>
              </a:spcAft>
              <a:buClr>
                <a:srgbClr val="CC0000"/>
              </a:buClr>
              <a:buFont typeface="Wingdings" panose="05000000000000000000" pitchFamily="2" charset="2"/>
              <a:buChar char="§"/>
            </a:pPr>
            <a:r>
              <a:rPr lang="zh-CN" altLang="en-US" sz="2400" b="1">
                <a:solidFill>
                  <a:srgbClr val="000000"/>
                </a:solidFill>
                <a:latin typeface="Times New Roman" panose="02020603050405020304" pitchFamily="18" charset="0"/>
              </a:rPr>
              <a:t> </a:t>
            </a:r>
            <a:r>
              <a:rPr lang="en-US" altLang="zh-CN" sz="2400" b="1">
                <a:solidFill>
                  <a:srgbClr val="0000FF"/>
                </a:solidFill>
                <a:latin typeface="Times New Roman" panose="02020603050405020304" pitchFamily="18" charset="0"/>
              </a:rPr>
              <a:t>HEARSAY</a:t>
            </a:r>
            <a:r>
              <a:rPr lang="zh-CN" altLang="en-US" sz="2400" b="1">
                <a:solidFill>
                  <a:srgbClr val="0000FF"/>
                </a:solidFill>
                <a:latin typeface="Times New Roman" panose="02020603050405020304" pitchFamily="18" charset="0"/>
              </a:rPr>
              <a:t>系统</a:t>
            </a:r>
            <a:r>
              <a:rPr lang="zh-CN" altLang="en-US" sz="2400" b="1">
                <a:solidFill>
                  <a:srgbClr val="000000"/>
                </a:solidFill>
                <a:latin typeface="Times New Roman" panose="02020603050405020304" pitchFamily="18" charset="0"/>
              </a:rPr>
              <a:t>（卡内基－梅隆大学）</a:t>
            </a:r>
            <a:r>
              <a:rPr lang="en-US" altLang="zh-CN" sz="2400" b="1">
                <a:solidFill>
                  <a:srgbClr val="000000"/>
                </a:solidFill>
                <a:latin typeface="Times New Roman" panose="02020603050405020304" pitchFamily="18" charset="0"/>
              </a:rPr>
              <a:t>——</a:t>
            </a:r>
            <a:r>
              <a:rPr lang="zh-CN" altLang="en-US" sz="2400" b="1">
                <a:solidFill>
                  <a:srgbClr val="000000"/>
                </a:solidFill>
                <a:latin typeface="Times New Roman" panose="02020603050405020304" pitchFamily="18" charset="0"/>
              </a:rPr>
              <a:t>语音识别专家系统</a:t>
            </a:r>
            <a:endParaRPr lang="zh-CN" altLang="en-US" sz="2400" b="1">
              <a:solidFill>
                <a:srgbClr val="000000"/>
              </a:solidFill>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67300"/>
                                        </p:tgtEl>
                                        <p:attrNameLst>
                                          <p:attrName>style.visibility</p:attrName>
                                        </p:attrNameLst>
                                      </p:cBhvr>
                                      <p:to>
                                        <p:strVal val="visible"/>
                                      </p:to>
                                    </p:set>
                                    <p:animEffect transition="in" filter="checkerboard(across)">
                                      <p:cBhvr>
                                        <p:cTn id="7" dur="500"/>
                                        <p:tgtEl>
                                          <p:spTgt spid="5673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7300" grpId="0" animBg="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C73E90C8-5CD7-4DCE-93DF-8A981A5967DB}" type="slidenum">
              <a:rPr lang="ja-JP" altLang="en-US">
                <a:latin typeface="Arial" panose="020B0604020202020204"/>
              </a:rPr>
            </a:fld>
            <a:endParaRPr lang="en-US" altLang="ja-JP">
              <a:latin typeface="Arial" panose="020B0604020202020204"/>
            </a:endParaRPr>
          </a:p>
        </p:txBody>
      </p:sp>
      <p:sp>
        <p:nvSpPr>
          <p:cNvPr id="413699"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rPr>
              <a:t>10.1  </a:t>
            </a:r>
            <a:r>
              <a:rPr lang="zh-CN" altLang="en-US" sz="4200" b="0">
                <a:latin typeface="Times New Roman" panose="02020603050405020304" pitchFamily="18" charset="0"/>
                <a:ea typeface="黑体" panose="02010609060101010101" pitchFamily="49" charset="-122"/>
              </a:rPr>
              <a:t>专家系统的产生和发展</a:t>
            </a:r>
            <a:endParaRPr lang="zh-CN" altLang="en-US" sz="4200" b="0">
              <a:latin typeface="Times New Roman" panose="02020603050405020304" pitchFamily="18" charset="0"/>
              <a:ea typeface="黑体" panose="02010609060101010101" pitchFamily="49" charset="-122"/>
            </a:endParaRPr>
          </a:p>
        </p:txBody>
      </p:sp>
      <p:sp>
        <p:nvSpPr>
          <p:cNvPr id="413700" name="Rectangle 3"/>
          <p:cNvSpPr>
            <a:spLocks noGrp="1" noChangeArrowheads="1"/>
          </p:cNvSpPr>
          <p:nvPr>
            <p:ph type="body" idx="1"/>
          </p:nvPr>
        </p:nvSpPr>
        <p:spPr/>
        <p:txBody>
          <a:bodyPr/>
          <a:lstStyle/>
          <a:p>
            <a:pPr eaLnBrk="1" hangingPunct="1">
              <a:lnSpc>
                <a:spcPct val="140000"/>
              </a:lnSpc>
              <a:buSzPct val="60000"/>
              <a:buFontTx/>
              <a:buBlip>
                <a:blip r:embed="rId1"/>
              </a:buBlip>
            </a:pPr>
            <a:r>
              <a:rPr lang="zh-CN" altLang="en-US" sz="2400" b="1">
                <a:solidFill>
                  <a:srgbClr val="000000"/>
                </a:solidFill>
                <a:latin typeface="Times New Roman" panose="02020603050405020304" pitchFamily="18" charset="0"/>
              </a:rPr>
              <a:t>第二阶段</a:t>
            </a:r>
            <a:r>
              <a:rPr lang="en-US" altLang="zh-CN" sz="2400" b="1">
                <a:solidFill>
                  <a:srgbClr val="000000"/>
                </a:solidFill>
                <a:latin typeface="Times New Roman" panose="02020603050405020304" pitchFamily="18" charset="0"/>
              </a:rPr>
              <a:t>: </a:t>
            </a:r>
            <a:r>
              <a:rPr lang="zh-CN" altLang="en-US" sz="2400" b="1">
                <a:solidFill>
                  <a:srgbClr val="000000"/>
                </a:solidFill>
                <a:latin typeface="Times New Roman" panose="02020603050405020304" pitchFamily="18" charset="0"/>
              </a:rPr>
              <a:t>成熟期</a:t>
            </a:r>
            <a:r>
              <a:rPr lang="zh-CN" altLang="en-US" sz="2400" b="1">
                <a:latin typeface="Times New Roman" panose="02020603050405020304" pitchFamily="18" charset="0"/>
              </a:rPr>
              <a:t>（</a:t>
            </a:r>
            <a:r>
              <a:rPr lang="en-US" altLang="zh-CN" sz="2400" b="1">
                <a:latin typeface="Times New Roman" panose="02020603050405020304" pitchFamily="18" charset="0"/>
              </a:rPr>
              <a:t>20</a:t>
            </a:r>
            <a:r>
              <a:rPr lang="zh-CN" altLang="en-US" sz="2400" b="1">
                <a:latin typeface="Times New Roman" panose="02020603050405020304" pitchFamily="18" charset="0"/>
              </a:rPr>
              <a:t>世纪</a:t>
            </a:r>
            <a:r>
              <a:rPr lang="en-US" altLang="zh-CN" sz="2400" b="1">
                <a:latin typeface="Times New Roman" panose="02020603050405020304" pitchFamily="18" charset="0"/>
              </a:rPr>
              <a:t>70</a:t>
            </a:r>
            <a:r>
              <a:rPr lang="zh-CN" altLang="en-US" sz="2400" b="1">
                <a:latin typeface="Times New Roman" panose="02020603050405020304" pitchFamily="18" charset="0"/>
              </a:rPr>
              <a:t>年代中期－ </a:t>
            </a:r>
            <a:r>
              <a:rPr lang="en-US" altLang="zh-CN" sz="2400" b="1">
                <a:latin typeface="Times New Roman" panose="02020603050405020304" pitchFamily="18" charset="0"/>
              </a:rPr>
              <a:t>20</a:t>
            </a:r>
            <a:r>
              <a:rPr lang="zh-CN" altLang="en-US" sz="2400" b="1">
                <a:latin typeface="Times New Roman" panose="02020603050405020304" pitchFamily="18" charset="0"/>
              </a:rPr>
              <a:t>世纪</a:t>
            </a:r>
            <a:r>
              <a:rPr lang="en-US" altLang="zh-CN" sz="2400" b="1">
                <a:latin typeface="Times New Roman" panose="02020603050405020304" pitchFamily="18" charset="0"/>
              </a:rPr>
              <a:t>80</a:t>
            </a:r>
            <a:r>
              <a:rPr lang="zh-CN" altLang="en-US" sz="2400" b="1">
                <a:latin typeface="Times New Roman" panose="02020603050405020304" pitchFamily="18" charset="0"/>
              </a:rPr>
              <a:t>年代初）</a:t>
            </a:r>
            <a:r>
              <a:rPr lang="zh-CN" altLang="en-US">
                <a:latin typeface="Times New Roman" panose="02020603050405020304" pitchFamily="18" charset="0"/>
              </a:rPr>
              <a:t> </a:t>
            </a:r>
            <a:endParaRPr lang="zh-CN" altLang="en-US">
              <a:latin typeface="Times New Roman" panose="02020603050405020304" pitchFamily="18" charset="0"/>
            </a:endParaRPr>
          </a:p>
        </p:txBody>
      </p:sp>
      <p:sp>
        <p:nvSpPr>
          <p:cNvPr id="569348" name="Text Box 4"/>
          <p:cNvSpPr txBox="1">
            <a:spLocks noChangeArrowheads="1"/>
          </p:cNvSpPr>
          <p:nvPr/>
        </p:nvSpPr>
        <p:spPr bwMode="auto">
          <a:xfrm>
            <a:off x="2209800" y="1822450"/>
            <a:ext cx="8001000" cy="3625850"/>
          </a:xfrm>
          <a:prstGeom prst="rect">
            <a:avLst/>
          </a:prstGeom>
          <a:gradFill rotWithShape="1">
            <a:gsLst>
              <a:gs pos="0">
                <a:srgbClr val="FFFF00"/>
              </a:gs>
              <a:gs pos="100000">
                <a:srgbClr val="FFFFFF"/>
              </a:gs>
            </a:gsLst>
            <a:path path="rect">
              <a:fillToRect l="100000" b="10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lnSpc>
                <a:spcPct val="120000"/>
              </a:lnSpc>
              <a:spcBef>
                <a:spcPct val="20000"/>
              </a:spcBef>
              <a:spcAft>
                <a:spcPct val="0"/>
              </a:spcAft>
              <a:buClr>
                <a:srgbClr val="CC0000"/>
              </a:buClr>
              <a:buFont typeface="Wingdings" panose="05000000000000000000" pitchFamily="2" charset="2"/>
              <a:buChar char="§"/>
            </a:pPr>
            <a:r>
              <a:rPr lang="en-US" altLang="zh-CN" sz="2500">
                <a:solidFill>
                  <a:srgbClr val="000000"/>
                </a:solidFill>
                <a:latin typeface="Times New Roman" panose="02020603050405020304" pitchFamily="18" charset="0"/>
              </a:rPr>
              <a:t>  </a:t>
            </a:r>
            <a:r>
              <a:rPr lang="zh-CN" altLang="en-US" sz="2500" b="1">
                <a:solidFill>
                  <a:srgbClr val="000000"/>
                </a:solidFill>
                <a:latin typeface="Times New Roman" panose="02020603050405020304" pitchFamily="18" charset="0"/>
              </a:rPr>
              <a:t>特点： </a:t>
            </a:r>
            <a:endParaRPr lang="zh-CN" altLang="en-US" sz="2500" b="1">
              <a:solidFill>
                <a:srgbClr val="000000"/>
              </a:solidFill>
              <a:latin typeface="Times New Roman" panose="02020603050405020304" pitchFamily="18" charset="0"/>
            </a:endParaRPr>
          </a:p>
          <a:p>
            <a:pPr algn="just" fontAlgn="base">
              <a:lnSpc>
                <a:spcPct val="120000"/>
              </a:lnSpc>
              <a:spcBef>
                <a:spcPct val="20000"/>
              </a:spcBef>
              <a:spcAft>
                <a:spcPct val="0"/>
              </a:spcAft>
              <a:buClr>
                <a:srgbClr val="CC0000"/>
              </a:buClr>
            </a:pPr>
            <a:r>
              <a:rPr lang="zh-CN" altLang="en-US" sz="2400" b="1">
                <a:solidFill>
                  <a:srgbClr val="000000"/>
                </a:solidFill>
                <a:latin typeface="Times New Roman" panose="02020603050405020304" pitchFamily="18" charset="0"/>
              </a:rPr>
              <a:t>（</a:t>
            </a:r>
            <a:r>
              <a:rPr lang="en-US" altLang="zh-CN" sz="2400" b="1">
                <a:solidFill>
                  <a:srgbClr val="000000"/>
                </a:solidFill>
                <a:latin typeface="Times New Roman" panose="02020603050405020304" pitchFamily="18" charset="0"/>
              </a:rPr>
              <a:t>1</a:t>
            </a:r>
            <a:r>
              <a:rPr lang="zh-CN" altLang="en-US" sz="2400" b="1">
                <a:solidFill>
                  <a:srgbClr val="000000"/>
                </a:solidFill>
                <a:latin typeface="Times New Roman" panose="02020603050405020304" pitchFamily="18" charset="0"/>
              </a:rPr>
              <a:t>）单学科专业型专家系统。</a:t>
            </a:r>
            <a:endParaRPr lang="zh-CN" altLang="en-US" sz="2400" b="1">
              <a:solidFill>
                <a:srgbClr val="000000"/>
              </a:solidFill>
              <a:latin typeface="Times New Roman" panose="02020603050405020304" pitchFamily="18" charset="0"/>
            </a:endParaRPr>
          </a:p>
          <a:p>
            <a:pPr algn="just" fontAlgn="base">
              <a:lnSpc>
                <a:spcPct val="120000"/>
              </a:lnSpc>
              <a:spcBef>
                <a:spcPct val="20000"/>
              </a:spcBef>
              <a:spcAft>
                <a:spcPct val="0"/>
              </a:spcAft>
              <a:buClr>
                <a:srgbClr val="CC0000"/>
              </a:buClr>
            </a:pPr>
            <a:r>
              <a:rPr lang="zh-CN" altLang="en-US" sz="2400" b="1">
                <a:solidFill>
                  <a:srgbClr val="000000"/>
                </a:solidFill>
                <a:latin typeface="Times New Roman" panose="02020603050405020304" pitchFamily="18" charset="0"/>
              </a:rPr>
              <a:t>（</a:t>
            </a:r>
            <a:r>
              <a:rPr lang="en-US" altLang="zh-CN" sz="2400" b="1">
                <a:solidFill>
                  <a:srgbClr val="000000"/>
                </a:solidFill>
                <a:latin typeface="Times New Roman" panose="02020603050405020304" pitchFamily="18" charset="0"/>
              </a:rPr>
              <a:t>2</a:t>
            </a:r>
            <a:r>
              <a:rPr lang="zh-CN" altLang="en-US" sz="2400" b="1">
                <a:solidFill>
                  <a:srgbClr val="000000"/>
                </a:solidFill>
                <a:latin typeface="Times New Roman" panose="02020603050405020304" pitchFamily="18" charset="0"/>
              </a:rPr>
              <a:t>）系统结构完整，功能较全面，移植性好。</a:t>
            </a:r>
            <a:endParaRPr lang="zh-CN" altLang="en-US" sz="2400" b="1">
              <a:solidFill>
                <a:srgbClr val="000000"/>
              </a:solidFill>
              <a:latin typeface="Times New Roman" panose="02020603050405020304" pitchFamily="18" charset="0"/>
            </a:endParaRPr>
          </a:p>
          <a:p>
            <a:pPr algn="just" fontAlgn="base">
              <a:lnSpc>
                <a:spcPct val="120000"/>
              </a:lnSpc>
              <a:spcBef>
                <a:spcPct val="20000"/>
              </a:spcBef>
              <a:spcAft>
                <a:spcPct val="0"/>
              </a:spcAft>
              <a:buClr>
                <a:srgbClr val="CC0000"/>
              </a:buClr>
            </a:pPr>
            <a:r>
              <a:rPr lang="zh-CN" altLang="en-US" sz="2400" b="1">
                <a:solidFill>
                  <a:srgbClr val="000000"/>
                </a:solidFill>
                <a:latin typeface="Times New Roman" panose="02020603050405020304" pitchFamily="18" charset="0"/>
              </a:rPr>
              <a:t>（</a:t>
            </a:r>
            <a:r>
              <a:rPr lang="en-US" altLang="zh-CN" sz="2400" b="1">
                <a:solidFill>
                  <a:srgbClr val="000000"/>
                </a:solidFill>
                <a:latin typeface="Times New Roman" panose="02020603050405020304" pitchFamily="18" charset="0"/>
              </a:rPr>
              <a:t>3</a:t>
            </a:r>
            <a:r>
              <a:rPr lang="zh-CN" altLang="en-US" sz="2400" b="1">
                <a:solidFill>
                  <a:srgbClr val="000000"/>
                </a:solidFill>
                <a:latin typeface="Times New Roman" panose="02020603050405020304" pitchFamily="18" charset="0"/>
              </a:rPr>
              <a:t>）具有推理解释功能，透明性好。</a:t>
            </a:r>
            <a:endParaRPr lang="zh-CN" altLang="en-US" sz="2400" b="1">
              <a:solidFill>
                <a:srgbClr val="000000"/>
              </a:solidFill>
              <a:latin typeface="Times New Roman" panose="02020603050405020304" pitchFamily="18" charset="0"/>
            </a:endParaRPr>
          </a:p>
          <a:p>
            <a:pPr algn="just" fontAlgn="base">
              <a:lnSpc>
                <a:spcPct val="120000"/>
              </a:lnSpc>
              <a:spcBef>
                <a:spcPct val="20000"/>
              </a:spcBef>
              <a:spcAft>
                <a:spcPct val="0"/>
              </a:spcAft>
              <a:buClr>
                <a:srgbClr val="CC0000"/>
              </a:buClr>
            </a:pPr>
            <a:r>
              <a:rPr lang="zh-CN" altLang="en-US" sz="2400" b="1">
                <a:solidFill>
                  <a:srgbClr val="000000"/>
                </a:solidFill>
                <a:latin typeface="Times New Roman" panose="02020603050405020304" pitchFamily="18" charset="0"/>
              </a:rPr>
              <a:t>（</a:t>
            </a:r>
            <a:r>
              <a:rPr lang="en-US" altLang="zh-CN" sz="2400" b="1">
                <a:solidFill>
                  <a:srgbClr val="000000"/>
                </a:solidFill>
                <a:latin typeface="Times New Roman" panose="02020603050405020304" pitchFamily="18" charset="0"/>
              </a:rPr>
              <a:t>4</a:t>
            </a:r>
            <a:r>
              <a:rPr lang="zh-CN" altLang="en-US" sz="2400" b="1">
                <a:solidFill>
                  <a:srgbClr val="000000"/>
                </a:solidFill>
                <a:latin typeface="Times New Roman" panose="02020603050405020304" pitchFamily="18" charset="0"/>
              </a:rPr>
              <a:t>）采用启发式推理、不精确推理。</a:t>
            </a:r>
            <a:endParaRPr lang="zh-CN" altLang="en-US" sz="2400" b="1">
              <a:solidFill>
                <a:srgbClr val="000000"/>
              </a:solidFill>
              <a:latin typeface="Times New Roman" panose="02020603050405020304" pitchFamily="18" charset="0"/>
            </a:endParaRPr>
          </a:p>
          <a:p>
            <a:pPr algn="just" fontAlgn="base">
              <a:lnSpc>
                <a:spcPct val="120000"/>
              </a:lnSpc>
              <a:spcBef>
                <a:spcPct val="20000"/>
              </a:spcBef>
              <a:spcAft>
                <a:spcPct val="0"/>
              </a:spcAft>
              <a:buClr>
                <a:srgbClr val="CC0000"/>
              </a:buClr>
            </a:pPr>
            <a:r>
              <a:rPr lang="zh-CN" altLang="en-US" sz="2400" b="1">
                <a:solidFill>
                  <a:srgbClr val="000000"/>
                </a:solidFill>
                <a:latin typeface="Times New Roman" panose="02020603050405020304" pitchFamily="18" charset="0"/>
              </a:rPr>
              <a:t>（</a:t>
            </a:r>
            <a:r>
              <a:rPr lang="en-US" altLang="zh-CN" sz="2400" b="1">
                <a:solidFill>
                  <a:srgbClr val="000000"/>
                </a:solidFill>
                <a:latin typeface="Times New Roman" panose="02020603050405020304" pitchFamily="18" charset="0"/>
              </a:rPr>
              <a:t>5</a:t>
            </a:r>
            <a:r>
              <a:rPr lang="zh-CN" altLang="en-US" sz="2400" b="1">
                <a:solidFill>
                  <a:srgbClr val="000000"/>
                </a:solidFill>
                <a:latin typeface="Times New Roman" panose="02020603050405020304" pitchFamily="18" charset="0"/>
              </a:rPr>
              <a:t>）用产生式规则、框架、语义网络表达知识。</a:t>
            </a:r>
            <a:endParaRPr lang="zh-CN" altLang="en-US" sz="2400" b="1">
              <a:solidFill>
                <a:srgbClr val="000000"/>
              </a:solidFill>
              <a:latin typeface="Times New Roman" panose="02020603050405020304" pitchFamily="18" charset="0"/>
            </a:endParaRPr>
          </a:p>
          <a:p>
            <a:pPr algn="just" fontAlgn="base">
              <a:lnSpc>
                <a:spcPct val="120000"/>
              </a:lnSpc>
              <a:spcBef>
                <a:spcPct val="20000"/>
              </a:spcBef>
              <a:spcAft>
                <a:spcPct val="0"/>
              </a:spcAft>
              <a:buClr>
                <a:srgbClr val="CC0000"/>
              </a:buClr>
            </a:pPr>
            <a:r>
              <a:rPr lang="zh-CN" altLang="en-US" sz="2400" b="1">
                <a:solidFill>
                  <a:srgbClr val="000000"/>
                </a:solidFill>
                <a:latin typeface="Times New Roman" panose="02020603050405020304" pitchFamily="18" charset="0"/>
              </a:rPr>
              <a:t>（</a:t>
            </a:r>
            <a:r>
              <a:rPr lang="en-US" altLang="zh-CN" sz="2400" b="1">
                <a:solidFill>
                  <a:srgbClr val="000000"/>
                </a:solidFill>
                <a:latin typeface="Times New Roman" panose="02020603050405020304" pitchFamily="18" charset="0"/>
              </a:rPr>
              <a:t>6</a:t>
            </a:r>
            <a:r>
              <a:rPr lang="zh-CN" altLang="en-US" sz="2400" b="1">
                <a:solidFill>
                  <a:srgbClr val="000000"/>
                </a:solidFill>
                <a:latin typeface="Times New Roman" panose="02020603050405020304" pitchFamily="18" charset="0"/>
              </a:rPr>
              <a:t>）用限定性英语进行人－机交互。</a:t>
            </a:r>
            <a:endParaRPr lang="zh-CN" altLang="en-US" sz="2400" b="1">
              <a:solidFill>
                <a:srgbClr val="000000"/>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69348"/>
                                        </p:tgtEl>
                                        <p:attrNameLst>
                                          <p:attrName>style.visibility</p:attrName>
                                        </p:attrNameLst>
                                      </p:cBhvr>
                                      <p:to>
                                        <p:strVal val="visible"/>
                                      </p:to>
                                    </p:set>
                                    <p:animEffect transition="in" filter="checkerboard(across)">
                                      <p:cBhvr>
                                        <p:cTn id="7" dur="500"/>
                                        <p:tgtEl>
                                          <p:spTgt spid="5693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9348" grpId="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A1F8ED4F-804B-4110-AB07-3A8CEDC3F311}" type="slidenum">
              <a:rPr lang="ja-JP" altLang="en-US">
                <a:latin typeface="Arial" panose="020B0604020202020204"/>
              </a:rPr>
            </a:fld>
            <a:endParaRPr lang="en-US" altLang="ja-JP">
              <a:latin typeface="Arial" panose="020B0604020202020204"/>
            </a:endParaRPr>
          </a:p>
        </p:txBody>
      </p:sp>
      <p:sp>
        <p:nvSpPr>
          <p:cNvPr id="415747"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rPr>
              <a:t>10.1  </a:t>
            </a:r>
            <a:r>
              <a:rPr lang="zh-CN" altLang="en-US" sz="4200" b="0">
                <a:latin typeface="Times New Roman" panose="02020603050405020304" pitchFamily="18" charset="0"/>
                <a:ea typeface="黑体" panose="02010609060101010101" pitchFamily="49" charset="-122"/>
              </a:rPr>
              <a:t>专家系统的产生和发展</a:t>
            </a:r>
            <a:endParaRPr lang="zh-CN" altLang="en-US" sz="4200" b="0">
              <a:latin typeface="Times New Roman" panose="02020603050405020304" pitchFamily="18" charset="0"/>
              <a:ea typeface="黑体" panose="02010609060101010101" pitchFamily="49" charset="-122"/>
            </a:endParaRPr>
          </a:p>
        </p:txBody>
      </p:sp>
      <p:sp>
        <p:nvSpPr>
          <p:cNvPr id="415748" name="Rectangle 3"/>
          <p:cNvSpPr>
            <a:spLocks noGrp="1" noChangeArrowheads="1"/>
          </p:cNvSpPr>
          <p:nvPr>
            <p:ph type="body" idx="1"/>
          </p:nvPr>
        </p:nvSpPr>
        <p:spPr/>
        <p:txBody>
          <a:bodyPr/>
          <a:lstStyle/>
          <a:p>
            <a:pPr eaLnBrk="1" hangingPunct="1">
              <a:lnSpc>
                <a:spcPct val="140000"/>
              </a:lnSpc>
              <a:buSzPct val="60000"/>
              <a:buFontTx/>
              <a:buBlip>
                <a:blip r:embed="rId1"/>
              </a:buBlip>
            </a:pPr>
            <a:r>
              <a:rPr lang="zh-CN" altLang="en-US" sz="2400" b="1"/>
              <a:t>第三阶段：发展期</a:t>
            </a:r>
            <a:r>
              <a:rPr lang="zh-CN" altLang="en-US" sz="2400" b="1">
                <a:latin typeface="Times New Roman" panose="02020603050405020304" pitchFamily="18" charset="0"/>
              </a:rPr>
              <a:t>（</a:t>
            </a:r>
            <a:r>
              <a:rPr lang="en-US" altLang="zh-CN" sz="2400" b="1">
                <a:latin typeface="Times New Roman" panose="02020603050405020304" pitchFamily="18" charset="0"/>
              </a:rPr>
              <a:t>20</a:t>
            </a:r>
            <a:r>
              <a:rPr lang="zh-CN" altLang="en-US" sz="2400" b="1">
                <a:latin typeface="Times New Roman" panose="02020603050405020304" pitchFamily="18" charset="0"/>
              </a:rPr>
              <a:t>世纪</a:t>
            </a:r>
            <a:r>
              <a:rPr lang="en-US" altLang="zh-CN" sz="2400" b="1">
                <a:latin typeface="Times New Roman" panose="02020603050405020304" pitchFamily="18" charset="0"/>
              </a:rPr>
              <a:t>80</a:t>
            </a:r>
            <a:r>
              <a:rPr lang="zh-CN" altLang="en-US" sz="2400" b="1">
                <a:latin typeface="Times New Roman" panose="02020603050405020304" pitchFamily="18" charset="0"/>
              </a:rPr>
              <a:t>年代至今）</a:t>
            </a:r>
            <a:r>
              <a:rPr lang="zh-CN" altLang="en-US">
                <a:latin typeface="Times New Roman" panose="02020603050405020304" pitchFamily="18" charset="0"/>
              </a:rPr>
              <a:t> </a:t>
            </a:r>
            <a:endParaRPr lang="zh-CN" altLang="en-US">
              <a:latin typeface="Times New Roman" panose="02020603050405020304" pitchFamily="18" charset="0"/>
            </a:endParaRPr>
          </a:p>
        </p:txBody>
      </p:sp>
      <p:sp>
        <p:nvSpPr>
          <p:cNvPr id="571396" name="Text Box 4"/>
          <p:cNvSpPr txBox="1">
            <a:spLocks noChangeArrowheads="1"/>
          </p:cNvSpPr>
          <p:nvPr/>
        </p:nvSpPr>
        <p:spPr bwMode="auto">
          <a:xfrm>
            <a:off x="1905000" y="1831975"/>
            <a:ext cx="8458200" cy="3454400"/>
          </a:xfrm>
          <a:prstGeom prst="rect">
            <a:avLst/>
          </a:prstGeom>
          <a:gradFill rotWithShape="1">
            <a:gsLst>
              <a:gs pos="0">
                <a:srgbClr val="00FFFF"/>
              </a:gs>
              <a:gs pos="100000">
                <a:srgbClr val="FFFFFF"/>
              </a:gs>
            </a:gsLst>
            <a:path path="rect">
              <a:fillToRect l="100000" t="10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81000" indent="-381000">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lnSpc>
                <a:spcPct val="120000"/>
              </a:lnSpc>
              <a:spcBef>
                <a:spcPct val="40000"/>
              </a:spcBef>
              <a:spcAft>
                <a:spcPct val="0"/>
              </a:spcAft>
              <a:buClr>
                <a:srgbClr val="CC0000"/>
              </a:buClr>
              <a:buFont typeface="Wingdings" panose="05000000000000000000" pitchFamily="2" charset="2"/>
              <a:buChar char="§"/>
            </a:pPr>
            <a:r>
              <a:rPr lang="zh-CN" altLang="en-US" sz="2500" b="1">
                <a:solidFill>
                  <a:srgbClr val="000000"/>
                </a:solidFill>
                <a:latin typeface="Times New Roman" panose="02020603050405020304" pitchFamily="18" charset="0"/>
              </a:rPr>
              <a:t>专家系统</a:t>
            </a:r>
            <a:r>
              <a:rPr lang="en-US" altLang="zh-CN" sz="2500" b="1">
                <a:solidFill>
                  <a:srgbClr val="000000"/>
                </a:solidFill>
                <a:latin typeface="Times New Roman" panose="02020603050405020304" pitchFamily="18" charset="0"/>
              </a:rPr>
              <a:t>XCON</a:t>
            </a:r>
            <a:r>
              <a:rPr lang="zh-CN" altLang="en-US" sz="2500" b="1">
                <a:solidFill>
                  <a:srgbClr val="000000"/>
                </a:solidFill>
                <a:latin typeface="Times New Roman" panose="02020603050405020304" pitchFamily="18" charset="0"/>
              </a:rPr>
              <a:t>（</a:t>
            </a:r>
            <a:r>
              <a:rPr lang="en-US" altLang="zh-CN" sz="2500" b="1">
                <a:solidFill>
                  <a:srgbClr val="000000"/>
                </a:solidFill>
                <a:latin typeface="Times New Roman" panose="02020603050405020304" pitchFamily="18" charset="0"/>
              </a:rPr>
              <a:t>DEC</a:t>
            </a:r>
            <a:r>
              <a:rPr lang="zh-CN" altLang="en-US" sz="2500" b="1">
                <a:solidFill>
                  <a:srgbClr val="000000"/>
                </a:solidFill>
                <a:latin typeface="Times New Roman" panose="02020603050405020304" pitchFamily="18" charset="0"/>
              </a:rPr>
              <a:t>公司、卡内基－梅隆大学 ）：为</a:t>
            </a:r>
            <a:r>
              <a:rPr lang="en-US" altLang="zh-CN" sz="2500" b="1">
                <a:solidFill>
                  <a:srgbClr val="000000"/>
                </a:solidFill>
                <a:latin typeface="Times New Roman" panose="02020603050405020304" pitchFamily="18" charset="0"/>
              </a:rPr>
              <a:t>VAX</a:t>
            </a:r>
            <a:r>
              <a:rPr lang="zh-CN" altLang="en-US" sz="2500" b="1">
                <a:solidFill>
                  <a:srgbClr val="000000"/>
                </a:solidFill>
                <a:latin typeface="Times New Roman" panose="02020603050405020304" pitchFamily="18" charset="0"/>
              </a:rPr>
              <a:t>计算机系统制订硬件配置方案。</a:t>
            </a:r>
            <a:endParaRPr lang="zh-CN" altLang="en-US" sz="2500" b="1">
              <a:solidFill>
                <a:srgbClr val="000000"/>
              </a:solidFill>
              <a:latin typeface="Times New Roman" panose="02020603050405020304" pitchFamily="18" charset="0"/>
            </a:endParaRPr>
          </a:p>
          <a:p>
            <a:pPr algn="just" fontAlgn="base">
              <a:lnSpc>
                <a:spcPct val="120000"/>
              </a:lnSpc>
              <a:spcBef>
                <a:spcPct val="40000"/>
              </a:spcBef>
              <a:spcAft>
                <a:spcPct val="0"/>
              </a:spcAft>
              <a:buClr>
                <a:srgbClr val="CC0000"/>
              </a:buClr>
              <a:buFont typeface="Wingdings" panose="05000000000000000000" pitchFamily="2" charset="2"/>
              <a:buChar char="§"/>
            </a:pPr>
            <a:r>
              <a:rPr lang="zh-CN" altLang="en-US" sz="2500" b="1">
                <a:solidFill>
                  <a:srgbClr val="000000"/>
                </a:solidFill>
                <a:latin typeface="Times New Roman" panose="02020603050405020304" pitchFamily="18" charset="0"/>
              </a:rPr>
              <a:t>专家系统开发工具：</a:t>
            </a:r>
            <a:endParaRPr lang="zh-CN" altLang="en-US" sz="2500" b="1">
              <a:solidFill>
                <a:srgbClr val="000000"/>
              </a:solidFill>
              <a:latin typeface="Times New Roman" panose="02020603050405020304" pitchFamily="18" charset="0"/>
            </a:endParaRPr>
          </a:p>
          <a:p>
            <a:pPr algn="just" fontAlgn="base">
              <a:lnSpc>
                <a:spcPct val="120000"/>
              </a:lnSpc>
              <a:spcBef>
                <a:spcPct val="40000"/>
              </a:spcBef>
              <a:spcAft>
                <a:spcPct val="0"/>
              </a:spcAft>
              <a:buClr>
                <a:srgbClr val="0000FF"/>
              </a:buClr>
              <a:buSzPct val="50000"/>
              <a:buFont typeface="Wingdings" panose="05000000000000000000" pitchFamily="2" charset="2"/>
              <a:buChar char="l"/>
            </a:pPr>
            <a:r>
              <a:rPr lang="zh-CN" altLang="en-US" sz="2500" b="1">
                <a:solidFill>
                  <a:srgbClr val="000000"/>
                </a:solidFill>
                <a:latin typeface="Times New Roman" panose="02020603050405020304" pitchFamily="18" charset="0"/>
              </a:rPr>
              <a:t>骨架系统：</a:t>
            </a:r>
            <a:r>
              <a:rPr lang="en-US" altLang="zh-CN" sz="2500" b="1">
                <a:solidFill>
                  <a:srgbClr val="000000"/>
                </a:solidFill>
                <a:latin typeface="Times New Roman" panose="02020603050405020304" pitchFamily="18" charset="0"/>
              </a:rPr>
              <a:t>EMYCIN</a:t>
            </a:r>
            <a:r>
              <a:rPr lang="zh-CN" altLang="en-US" sz="2500" b="1">
                <a:solidFill>
                  <a:srgbClr val="000000"/>
                </a:solidFill>
                <a:latin typeface="Times New Roman" panose="02020603050405020304" pitchFamily="18" charset="0"/>
              </a:rPr>
              <a:t>、</a:t>
            </a:r>
            <a:r>
              <a:rPr lang="en-US" altLang="zh-CN" sz="2500" b="1">
                <a:solidFill>
                  <a:srgbClr val="000000"/>
                </a:solidFill>
                <a:latin typeface="Times New Roman" panose="02020603050405020304" pitchFamily="18" charset="0"/>
              </a:rPr>
              <a:t>KAS</a:t>
            </a:r>
            <a:r>
              <a:rPr lang="zh-CN" altLang="en-US" sz="2500" b="1">
                <a:solidFill>
                  <a:srgbClr val="000000"/>
                </a:solidFill>
                <a:latin typeface="Times New Roman" panose="02020603050405020304" pitchFamily="18" charset="0"/>
              </a:rPr>
              <a:t>、</a:t>
            </a:r>
            <a:r>
              <a:rPr lang="en-US" altLang="zh-CN" sz="2500" b="1">
                <a:solidFill>
                  <a:srgbClr val="000000"/>
                </a:solidFill>
                <a:latin typeface="Times New Roman" panose="02020603050405020304" pitchFamily="18" charset="0"/>
              </a:rPr>
              <a:t>EXPERT </a:t>
            </a:r>
            <a:r>
              <a:rPr lang="zh-CN" altLang="en-US" sz="2500" b="1">
                <a:solidFill>
                  <a:srgbClr val="000000"/>
                </a:solidFill>
                <a:latin typeface="Times New Roman" panose="02020603050405020304" pitchFamily="18" charset="0"/>
              </a:rPr>
              <a:t>等。</a:t>
            </a:r>
            <a:endParaRPr lang="zh-CN" altLang="en-US" sz="2500" b="1">
              <a:solidFill>
                <a:srgbClr val="000000"/>
              </a:solidFill>
              <a:latin typeface="Times New Roman" panose="02020603050405020304" pitchFamily="18" charset="0"/>
            </a:endParaRPr>
          </a:p>
          <a:p>
            <a:pPr algn="just" fontAlgn="base">
              <a:lnSpc>
                <a:spcPct val="120000"/>
              </a:lnSpc>
              <a:spcBef>
                <a:spcPct val="40000"/>
              </a:spcBef>
              <a:spcAft>
                <a:spcPct val="0"/>
              </a:spcAft>
              <a:buClr>
                <a:srgbClr val="0000FF"/>
              </a:buClr>
              <a:buSzPct val="50000"/>
              <a:buFont typeface="Wingdings" panose="05000000000000000000" pitchFamily="2" charset="2"/>
              <a:buChar char="l"/>
            </a:pPr>
            <a:r>
              <a:rPr lang="zh-CN" altLang="en-US" sz="2500" b="1">
                <a:solidFill>
                  <a:srgbClr val="000000"/>
                </a:solidFill>
                <a:latin typeface="Times New Roman" panose="02020603050405020304" pitchFamily="18" charset="0"/>
              </a:rPr>
              <a:t>通用型知识表达语言： </a:t>
            </a:r>
            <a:r>
              <a:rPr lang="en-US" altLang="zh-CN" sz="2500" b="1">
                <a:solidFill>
                  <a:srgbClr val="000000"/>
                </a:solidFill>
                <a:latin typeface="Times New Roman" panose="02020603050405020304" pitchFamily="18" charset="0"/>
              </a:rPr>
              <a:t>OPS5 </a:t>
            </a:r>
            <a:r>
              <a:rPr lang="zh-CN" altLang="en-US" sz="2500" b="1">
                <a:solidFill>
                  <a:srgbClr val="000000"/>
                </a:solidFill>
                <a:latin typeface="Times New Roman" panose="02020603050405020304" pitchFamily="18" charset="0"/>
              </a:rPr>
              <a:t>等。</a:t>
            </a:r>
            <a:endParaRPr lang="zh-CN" altLang="en-US" sz="2500" b="1">
              <a:solidFill>
                <a:srgbClr val="000000"/>
              </a:solidFill>
              <a:latin typeface="Times New Roman" panose="02020603050405020304" pitchFamily="18" charset="0"/>
            </a:endParaRPr>
          </a:p>
          <a:p>
            <a:pPr algn="just" fontAlgn="base">
              <a:lnSpc>
                <a:spcPct val="120000"/>
              </a:lnSpc>
              <a:spcBef>
                <a:spcPct val="40000"/>
              </a:spcBef>
              <a:spcAft>
                <a:spcPct val="0"/>
              </a:spcAft>
              <a:buClr>
                <a:srgbClr val="0000FF"/>
              </a:buClr>
              <a:buSzPct val="50000"/>
              <a:buFont typeface="Wingdings" panose="05000000000000000000" pitchFamily="2" charset="2"/>
              <a:buChar char="l"/>
            </a:pPr>
            <a:r>
              <a:rPr lang="zh-CN" altLang="en-US" sz="2500" b="1">
                <a:solidFill>
                  <a:srgbClr val="000000"/>
                </a:solidFill>
                <a:latin typeface="Times New Roman" panose="02020603050405020304" pitchFamily="18" charset="0"/>
              </a:rPr>
              <a:t>专家系统开发环境： </a:t>
            </a:r>
            <a:r>
              <a:rPr lang="en-US" altLang="zh-CN" sz="2500" b="1">
                <a:solidFill>
                  <a:srgbClr val="000000"/>
                </a:solidFill>
                <a:latin typeface="Times New Roman" panose="02020603050405020304" pitchFamily="18" charset="0"/>
              </a:rPr>
              <a:t>AGE </a:t>
            </a:r>
            <a:r>
              <a:rPr lang="zh-CN" altLang="en-US" sz="2500" b="1">
                <a:solidFill>
                  <a:srgbClr val="000000"/>
                </a:solidFill>
                <a:latin typeface="Times New Roman" panose="02020603050405020304" pitchFamily="18" charset="0"/>
              </a:rPr>
              <a:t>等。</a:t>
            </a:r>
            <a:endParaRPr lang="zh-CN" altLang="en-US" sz="2500" b="1">
              <a:solidFill>
                <a:srgbClr val="000000"/>
              </a:solidFill>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71396">
                                            <p:bg/>
                                          </p:spTgt>
                                        </p:tgtEl>
                                        <p:attrNameLst>
                                          <p:attrName>style.visibility</p:attrName>
                                        </p:attrNameLst>
                                      </p:cBhvr>
                                      <p:to>
                                        <p:strVal val="visible"/>
                                      </p:to>
                                    </p:set>
                                    <p:animEffect transition="in" filter="checkerboard(across)">
                                      <p:cBhvr>
                                        <p:cTn id="7" dur="500"/>
                                        <p:tgtEl>
                                          <p:spTgt spid="571396">
                                            <p:bg/>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571396">
                                            <p:txEl>
                                              <p:pRg st="0" end="0"/>
                                            </p:txEl>
                                          </p:spTgt>
                                        </p:tgtEl>
                                        <p:attrNameLst>
                                          <p:attrName>style.visibility</p:attrName>
                                        </p:attrNameLst>
                                      </p:cBhvr>
                                      <p:to>
                                        <p:strVal val="visible"/>
                                      </p:to>
                                    </p:set>
                                    <p:animEffect transition="in" filter="checkerboard(across)">
                                      <p:cBhvr>
                                        <p:cTn id="10" dur="500"/>
                                        <p:tgtEl>
                                          <p:spTgt spid="571396">
                                            <p:txEl>
                                              <p:pRg st="0" end="0"/>
                                            </p:txEl>
                                          </p:spTgt>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571396">
                                            <p:txEl>
                                              <p:pRg st="1" end="1"/>
                                            </p:txEl>
                                          </p:spTgt>
                                        </p:tgtEl>
                                        <p:attrNameLst>
                                          <p:attrName>style.visibility</p:attrName>
                                        </p:attrNameLst>
                                      </p:cBhvr>
                                      <p:to>
                                        <p:strVal val="visible"/>
                                      </p:to>
                                    </p:set>
                                    <p:animEffect transition="in" filter="checkerboard(across)">
                                      <p:cBhvr>
                                        <p:cTn id="13" dur="500"/>
                                        <p:tgtEl>
                                          <p:spTgt spid="571396">
                                            <p:txEl>
                                              <p:pRg st="1" end="1"/>
                                            </p:txEl>
                                          </p:spTgt>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571396">
                                            <p:txEl>
                                              <p:pRg st="2" end="2"/>
                                            </p:txEl>
                                          </p:spTgt>
                                        </p:tgtEl>
                                        <p:attrNameLst>
                                          <p:attrName>style.visibility</p:attrName>
                                        </p:attrNameLst>
                                      </p:cBhvr>
                                      <p:to>
                                        <p:strVal val="visible"/>
                                      </p:to>
                                    </p:set>
                                    <p:animEffect transition="in" filter="checkerboard(across)">
                                      <p:cBhvr>
                                        <p:cTn id="16" dur="500"/>
                                        <p:tgtEl>
                                          <p:spTgt spid="571396">
                                            <p:txEl>
                                              <p:pRg st="2" end="2"/>
                                            </p:txEl>
                                          </p:spTgt>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571396">
                                            <p:txEl>
                                              <p:pRg st="3" end="3"/>
                                            </p:txEl>
                                          </p:spTgt>
                                        </p:tgtEl>
                                        <p:attrNameLst>
                                          <p:attrName>style.visibility</p:attrName>
                                        </p:attrNameLst>
                                      </p:cBhvr>
                                      <p:to>
                                        <p:strVal val="visible"/>
                                      </p:to>
                                    </p:set>
                                    <p:animEffect transition="in" filter="checkerboard(across)">
                                      <p:cBhvr>
                                        <p:cTn id="19" dur="500"/>
                                        <p:tgtEl>
                                          <p:spTgt spid="571396">
                                            <p:txEl>
                                              <p:pRg st="3" end="3"/>
                                            </p:txEl>
                                          </p:spTgt>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571396">
                                            <p:txEl>
                                              <p:pRg st="4" end="4"/>
                                            </p:txEl>
                                          </p:spTgt>
                                        </p:tgtEl>
                                        <p:attrNameLst>
                                          <p:attrName>style.visibility</p:attrName>
                                        </p:attrNameLst>
                                      </p:cBhvr>
                                      <p:to>
                                        <p:strVal val="visible"/>
                                      </p:to>
                                    </p:set>
                                    <p:animEffect transition="in" filter="checkerboard(across)">
                                      <p:cBhvr>
                                        <p:cTn id="22" dur="500"/>
                                        <p:tgtEl>
                                          <p:spTgt spid="571396">
                                            <p:txEl>
                                              <p:pRg st="4" end="4"/>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571396">
                                            <p:txEl>
                                              <p:pRg st="2" end="2"/>
                                            </p:txEl>
                                          </p:spTgt>
                                        </p:tgtEl>
                                        <p:attrNameLst>
                                          <p:attrName>style.visibility</p:attrName>
                                        </p:attrNameLst>
                                      </p:cBhvr>
                                      <p:to>
                                        <p:strVal val="visible"/>
                                      </p:to>
                                    </p:set>
                                    <p:animEffect transition="in" filter="wipe(down)">
                                      <p:cBhvr>
                                        <p:cTn id="25" dur="500"/>
                                        <p:tgtEl>
                                          <p:spTgt spid="571396">
                                            <p:txEl>
                                              <p:pRg st="2" end="2"/>
                                            </p:txEl>
                                          </p:spTgt>
                                        </p:tgtEl>
                                      </p:cBhvr>
                                    </p:animEffect>
                                  </p:childTnLst>
                                </p:cTn>
                              </p:par>
                              <p:par>
                                <p:cTn id="26" presetID="22" presetClass="entr" presetSubtype="4" fill="hold" nodeType="withEffect">
                                  <p:stCondLst>
                                    <p:cond delay="0"/>
                                  </p:stCondLst>
                                  <p:childTnLst>
                                    <p:set>
                                      <p:cBhvr>
                                        <p:cTn id="27" dur="1" fill="hold">
                                          <p:stCondLst>
                                            <p:cond delay="0"/>
                                          </p:stCondLst>
                                        </p:cTn>
                                        <p:tgtEl>
                                          <p:spTgt spid="571396">
                                            <p:txEl>
                                              <p:pRg st="3" end="3"/>
                                            </p:txEl>
                                          </p:spTgt>
                                        </p:tgtEl>
                                        <p:attrNameLst>
                                          <p:attrName>style.visibility</p:attrName>
                                        </p:attrNameLst>
                                      </p:cBhvr>
                                      <p:to>
                                        <p:strVal val="visible"/>
                                      </p:to>
                                    </p:set>
                                    <p:animEffect transition="in" filter="wipe(down)">
                                      <p:cBhvr>
                                        <p:cTn id="28" dur="500"/>
                                        <p:tgtEl>
                                          <p:spTgt spid="571396">
                                            <p:txEl>
                                              <p:pRg st="3" end="3"/>
                                            </p:txEl>
                                          </p:spTgt>
                                        </p:tgtEl>
                                      </p:cBhvr>
                                    </p:animEffect>
                                  </p:childTnLst>
                                </p:cTn>
                              </p:par>
                              <p:par>
                                <p:cTn id="29" presetID="22" presetClass="entr" presetSubtype="4" fill="hold" nodeType="withEffect">
                                  <p:stCondLst>
                                    <p:cond delay="0"/>
                                  </p:stCondLst>
                                  <p:childTnLst>
                                    <p:set>
                                      <p:cBhvr>
                                        <p:cTn id="30" dur="1" fill="hold">
                                          <p:stCondLst>
                                            <p:cond delay="0"/>
                                          </p:stCondLst>
                                        </p:cTn>
                                        <p:tgtEl>
                                          <p:spTgt spid="571396">
                                            <p:txEl>
                                              <p:pRg st="4" end="4"/>
                                            </p:txEl>
                                          </p:spTgt>
                                        </p:tgtEl>
                                        <p:attrNameLst>
                                          <p:attrName>style.visibility</p:attrName>
                                        </p:attrNameLst>
                                      </p:cBhvr>
                                      <p:to>
                                        <p:strVal val="visible"/>
                                      </p:to>
                                    </p:set>
                                    <p:animEffect transition="in" filter="wipe(down)">
                                      <p:cBhvr>
                                        <p:cTn id="31" dur="500"/>
                                        <p:tgtEl>
                                          <p:spTgt spid="57139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1396" grpId="0" animBg="1" autoUpdateAnimBg="0" build="allAtOnce"/>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8F47E4FA-BFD7-4463-B975-2DBF8C46AECF}" type="slidenum">
              <a:rPr lang="ja-JP" altLang="en-US">
                <a:latin typeface="Arial" panose="020B0604020202020204"/>
              </a:rPr>
            </a:fld>
            <a:endParaRPr lang="en-US" altLang="ja-JP">
              <a:latin typeface="Arial" panose="020B0604020202020204"/>
            </a:endParaRPr>
          </a:p>
        </p:txBody>
      </p:sp>
      <p:sp>
        <p:nvSpPr>
          <p:cNvPr id="417795"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rPr>
              <a:t>10.1  </a:t>
            </a:r>
            <a:r>
              <a:rPr lang="zh-CN" altLang="en-US" sz="4200" b="0">
                <a:latin typeface="Times New Roman" panose="02020603050405020304" pitchFamily="18" charset="0"/>
                <a:ea typeface="黑体" panose="02010609060101010101" pitchFamily="49" charset="-122"/>
              </a:rPr>
              <a:t>专家系统的产生和发展</a:t>
            </a:r>
            <a:endParaRPr lang="zh-CN" altLang="en-US" sz="4200" b="0">
              <a:latin typeface="Times New Roman" panose="02020603050405020304" pitchFamily="18" charset="0"/>
              <a:ea typeface="黑体" panose="02010609060101010101" pitchFamily="49" charset="-122"/>
            </a:endParaRPr>
          </a:p>
        </p:txBody>
      </p:sp>
      <p:sp>
        <p:nvSpPr>
          <p:cNvPr id="417796" name="Rectangle 3"/>
          <p:cNvSpPr>
            <a:spLocks noGrp="1" noChangeArrowheads="1"/>
          </p:cNvSpPr>
          <p:nvPr>
            <p:ph type="body" idx="1"/>
          </p:nvPr>
        </p:nvSpPr>
        <p:spPr>
          <a:xfrm>
            <a:off x="1774825" y="1000126"/>
            <a:ext cx="8642350" cy="5400675"/>
          </a:xfrm>
        </p:spPr>
        <p:txBody>
          <a:bodyPr/>
          <a:lstStyle/>
          <a:p>
            <a:pPr eaLnBrk="1" hangingPunct="1">
              <a:lnSpc>
                <a:spcPct val="140000"/>
              </a:lnSpc>
              <a:buSzPct val="60000"/>
              <a:buFontTx/>
              <a:buBlip>
                <a:blip r:embed="rId1"/>
              </a:buBlip>
            </a:pPr>
            <a:r>
              <a:rPr lang="zh-CN" altLang="en-US" sz="2400" b="1"/>
              <a:t>第三阶段：发展期</a:t>
            </a:r>
            <a:r>
              <a:rPr lang="zh-CN" altLang="en-US" sz="2400" b="1">
                <a:latin typeface="Times New Roman" panose="02020603050405020304" pitchFamily="18" charset="0"/>
              </a:rPr>
              <a:t>（</a:t>
            </a:r>
            <a:r>
              <a:rPr lang="en-US" altLang="zh-CN" sz="2400" b="1">
                <a:latin typeface="Times New Roman" panose="02020603050405020304" pitchFamily="18" charset="0"/>
              </a:rPr>
              <a:t>20</a:t>
            </a:r>
            <a:r>
              <a:rPr lang="zh-CN" altLang="en-US" sz="2400" b="1">
                <a:latin typeface="Times New Roman" panose="02020603050405020304" pitchFamily="18" charset="0"/>
              </a:rPr>
              <a:t>世纪</a:t>
            </a:r>
            <a:r>
              <a:rPr lang="en-US" altLang="zh-CN" sz="2400" b="1">
                <a:latin typeface="Times New Roman" panose="02020603050405020304" pitchFamily="18" charset="0"/>
              </a:rPr>
              <a:t>80</a:t>
            </a:r>
            <a:r>
              <a:rPr lang="zh-CN" altLang="en-US" sz="2400" b="1">
                <a:latin typeface="Times New Roman" panose="02020603050405020304" pitchFamily="18" charset="0"/>
              </a:rPr>
              <a:t>年代至今）</a:t>
            </a:r>
            <a:endParaRPr lang="zh-CN" altLang="en-US" sz="2400"/>
          </a:p>
        </p:txBody>
      </p:sp>
      <p:sp>
        <p:nvSpPr>
          <p:cNvPr id="573444" name="Text Box 4"/>
          <p:cNvSpPr txBox="1">
            <a:spLocks noChangeArrowheads="1"/>
          </p:cNvSpPr>
          <p:nvPr/>
        </p:nvSpPr>
        <p:spPr bwMode="auto">
          <a:xfrm>
            <a:off x="1828800" y="1831975"/>
            <a:ext cx="8610600" cy="3225800"/>
          </a:xfrm>
          <a:prstGeom prst="rect">
            <a:avLst/>
          </a:prstGeom>
          <a:gradFill rotWithShape="1">
            <a:gsLst>
              <a:gs pos="0">
                <a:srgbClr val="00FFFF"/>
              </a:gs>
              <a:gs pos="100000">
                <a:srgbClr val="FFFFFF"/>
              </a:gs>
            </a:gsLst>
            <a:path path="rect">
              <a:fillToRect l="100000" t="10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81000" indent="-381000">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lnSpc>
                <a:spcPct val="120000"/>
              </a:lnSpc>
              <a:spcBef>
                <a:spcPct val="20000"/>
              </a:spcBef>
              <a:spcAft>
                <a:spcPct val="0"/>
              </a:spcAft>
              <a:buClr>
                <a:srgbClr val="CC0000"/>
              </a:buClr>
              <a:buFont typeface="Wingdings" panose="05000000000000000000" pitchFamily="2" charset="2"/>
              <a:buChar char="§"/>
            </a:pPr>
            <a:r>
              <a:rPr lang="zh-CN" altLang="en-US" sz="2500" b="1">
                <a:solidFill>
                  <a:srgbClr val="000000"/>
                </a:solidFill>
              </a:rPr>
              <a:t>我国研制开发的专家系统：</a:t>
            </a:r>
            <a:endParaRPr lang="zh-CN" altLang="en-US" sz="2500" b="1">
              <a:solidFill>
                <a:srgbClr val="000000"/>
              </a:solidFill>
              <a:latin typeface="Times New Roman" panose="02020603050405020304" pitchFamily="18" charset="0"/>
            </a:endParaRPr>
          </a:p>
          <a:p>
            <a:pPr algn="just" fontAlgn="base">
              <a:lnSpc>
                <a:spcPct val="120000"/>
              </a:lnSpc>
              <a:spcBef>
                <a:spcPct val="20000"/>
              </a:spcBef>
              <a:spcAft>
                <a:spcPct val="0"/>
              </a:spcAft>
              <a:buClr>
                <a:srgbClr val="0000FF"/>
              </a:buClr>
              <a:buSzPct val="60000"/>
              <a:buFont typeface="Wingdings" panose="05000000000000000000" pitchFamily="2" charset="2"/>
              <a:buChar char="l"/>
            </a:pPr>
            <a:r>
              <a:rPr lang="zh-CN" altLang="en-US" sz="2500" b="1">
                <a:solidFill>
                  <a:srgbClr val="000000"/>
                </a:solidFill>
              </a:rPr>
              <a:t>施肥专家系统（中国科学院合肥智能机械研究所）</a:t>
            </a:r>
            <a:endParaRPr lang="zh-CN" altLang="en-US" sz="2500" b="1">
              <a:solidFill>
                <a:srgbClr val="000000"/>
              </a:solidFill>
            </a:endParaRPr>
          </a:p>
          <a:p>
            <a:pPr algn="just" fontAlgn="base">
              <a:lnSpc>
                <a:spcPct val="120000"/>
              </a:lnSpc>
              <a:spcBef>
                <a:spcPct val="20000"/>
              </a:spcBef>
              <a:spcAft>
                <a:spcPct val="0"/>
              </a:spcAft>
              <a:buClr>
                <a:srgbClr val="0000FF"/>
              </a:buClr>
              <a:buSzPct val="60000"/>
              <a:buFont typeface="Wingdings" panose="05000000000000000000" pitchFamily="2" charset="2"/>
              <a:buChar char="l"/>
            </a:pPr>
            <a:r>
              <a:rPr lang="zh-CN" altLang="en-US" sz="2500" b="1">
                <a:solidFill>
                  <a:srgbClr val="000000"/>
                </a:solidFill>
              </a:rPr>
              <a:t>新构造找水专家系统（南京大学）</a:t>
            </a:r>
            <a:endParaRPr lang="zh-CN" altLang="en-US" sz="2500" b="1">
              <a:solidFill>
                <a:srgbClr val="000000"/>
              </a:solidFill>
            </a:endParaRPr>
          </a:p>
          <a:p>
            <a:pPr algn="just" fontAlgn="base">
              <a:lnSpc>
                <a:spcPct val="120000"/>
              </a:lnSpc>
              <a:spcBef>
                <a:spcPct val="20000"/>
              </a:spcBef>
              <a:spcAft>
                <a:spcPct val="0"/>
              </a:spcAft>
              <a:buClr>
                <a:srgbClr val="0000FF"/>
              </a:buClr>
              <a:buSzPct val="60000"/>
              <a:buFont typeface="Wingdings" panose="05000000000000000000" pitchFamily="2" charset="2"/>
              <a:buChar char="l"/>
            </a:pPr>
            <a:r>
              <a:rPr lang="zh-CN" altLang="en-US" sz="2500" b="1">
                <a:solidFill>
                  <a:srgbClr val="000000"/>
                </a:solidFill>
              </a:rPr>
              <a:t>勘探专家系统及油气资源评价专家系统（吉林大学）</a:t>
            </a:r>
            <a:endParaRPr lang="zh-CN" altLang="en-US" sz="2500" b="1">
              <a:solidFill>
                <a:srgbClr val="000000"/>
              </a:solidFill>
            </a:endParaRPr>
          </a:p>
          <a:p>
            <a:pPr algn="just" fontAlgn="base">
              <a:lnSpc>
                <a:spcPct val="120000"/>
              </a:lnSpc>
              <a:spcBef>
                <a:spcPct val="20000"/>
              </a:spcBef>
              <a:spcAft>
                <a:spcPct val="0"/>
              </a:spcAft>
              <a:buClr>
                <a:srgbClr val="0000FF"/>
              </a:buClr>
              <a:buSzPct val="60000"/>
              <a:buFont typeface="Wingdings" panose="05000000000000000000" pitchFamily="2" charset="2"/>
              <a:buChar char="l"/>
            </a:pPr>
            <a:r>
              <a:rPr lang="zh-CN" altLang="en-US" sz="2500" b="1">
                <a:solidFill>
                  <a:srgbClr val="000000"/>
                </a:solidFill>
              </a:rPr>
              <a:t>服装剪裁专家系统及花布图案设计专家系统（浙江大学）</a:t>
            </a:r>
            <a:endParaRPr lang="zh-CN" altLang="en-US" sz="2500" b="1">
              <a:solidFill>
                <a:srgbClr val="000000"/>
              </a:solidFill>
            </a:endParaRPr>
          </a:p>
          <a:p>
            <a:pPr algn="just" fontAlgn="base">
              <a:lnSpc>
                <a:spcPct val="120000"/>
              </a:lnSpc>
              <a:spcBef>
                <a:spcPct val="20000"/>
              </a:spcBef>
              <a:spcAft>
                <a:spcPct val="0"/>
              </a:spcAft>
              <a:buClr>
                <a:srgbClr val="0000FF"/>
              </a:buClr>
              <a:buSzPct val="60000"/>
              <a:buFont typeface="Wingdings" panose="05000000000000000000" pitchFamily="2" charset="2"/>
              <a:buChar char="l"/>
            </a:pPr>
            <a:r>
              <a:rPr lang="zh-CN" altLang="en-US" sz="2500" b="1">
                <a:solidFill>
                  <a:srgbClr val="000000"/>
                </a:solidFill>
              </a:rPr>
              <a:t>关幼波肝病诊断专家系统（北京中医学院）</a:t>
            </a:r>
            <a:endParaRPr lang="zh-CN" altLang="en-US" sz="2500" b="1">
              <a:solidFill>
                <a:srgbClr val="000000"/>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73444"/>
                                        </p:tgtEl>
                                        <p:attrNameLst>
                                          <p:attrName>style.visibility</p:attrName>
                                        </p:attrNameLst>
                                      </p:cBhvr>
                                      <p:to>
                                        <p:strVal val="visible"/>
                                      </p:to>
                                    </p:set>
                                    <p:animEffect transition="in" filter="checkerboard(across)">
                                      <p:cBhvr>
                                        <p:cTn id="7" dur="500"/>
                                        <p:tgtEl>
                                          <p:spTgt spid="5734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44"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fontAlgn="base">
              <a:spcBef>
                <a:spcPct val="0"/>
              </a:spcBef>
              <a:spcAft>
                <a:spcPct val="0"/>
              </a:spcAft>
              <a:defRPr/>
            </a:pPr>
            <a:fld id="{FE61BE6B-B689-4385-8D09-1176A19AC1A7}" type="slidenum">
              <a:rPr lang="ja-JP" altLang="en-US">
                <a:latin typeface="Arial" panose="020B0604020202020204"/>
              </a:rPr>
            </a:fld>
            <a:endParaRPr lang="en-US" altLang="ja-JP">
              <a:latin typeface="Arial" panose="020B0604020202020204"/>
            </a:endParaRPr>
          </a:p>
        </p:txBody>
      </p:sp>
      <p:sp>
        <p:nvSpPr>
          <p:cNvPr id="575490" name="Rectangle 2"/>
          <p:cNvSpPr>
            <a:spLocks noChangeArrowheads="1"/>
          </p:cNvSpPr>
          <p:nvPr/>
        </p:nvSpPr>
        <p:spPr bwMode="auto">
          <a:xfrm>
            <a:off x="1905001" y="990601"/>
            <a:ext cx="8283575" cy="540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908050" indent="-43688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304925" indent="-395605">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9418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94230" indent="-398780">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lnSpc>
                <a:spcPct val="110000"/>
              </a:lnSpc>
              <a:spcBef>
                <a:spcPct val="30000"/>
              </a:spcBef>
              <a:spcAft>
                <a:spcPct val="0"/>
              </a:spcAft>
              <a:buClr>
                <a:srgbClr val="CC0000"/>
              </a:buClr>
            </a:pPr>
            <a:r>
              <a:rPr lang="en-US" altLang="zh-CN" b="1">
                <a:solidFill>
                  <a:srgbClr val="000000"/>
                </a:solidFill>
                <a:latin typeface="Times New Roman" panose="02020603050405020304" pitchFamily="18" charset="0"/>
              </a:rPr>
              <a:t>10.1  </a:t>
            </a:r>
            <a:r>
              <a:rPr lang="zh-CN" altLang="en-US" b="1">
                <a:solidFill>
                  <a:srgbClr val="000000"/>
                </a:solidFill>
                <a:latin typeface="Times New Roman" panose="02020603050405020304" pitchFamily="18" charset="0"/>
              </a:rPr>
              <a:t>专家系统的产生和发展 </a:t>
            </a:r>
            <a:endParaRPr lang="zh-CN" altLang="en-US" b="1">
              <a:solidFill>
                <a:srgbClr val="000000"/>
              </a:solidFill>
              <a:latin typeface="Times New Roman" panose="02020603050405020304" pitchFamily="18" charset="0"/>
            </a:endParaRPr>
          </a:p>
          <a:p>
            <a:pPr fontAlgn="base">
              <a:spcBef>
                <a:spcPct val="30000"/>
              </a:spcBef>
              <a:spcAft>
                <a:spcPct val="0"/>
              </a:spcAft>
              <a:buClr>
                <a:srgbClr val="0000FF"/>
              </a:buClr>
              <a:buSzPct val="150000"/>
              <a:buFont typeface="Wingdings" panose="05000000000000000000" pitchFamily="2" charset="2"/>
              <a:buChar char="ü"/>
            </a:pPr>
            <a:r>
              <a:rPr lang="en-US" altLang="zh-CN" b="1">
                <a:solidFill>
                  <a:srgbClr val="0000FF"/>
                </a:solidFill>
                <a:latin typeface="Times New Roman" panose="02020603050405020304" pitchFamily="18" charset="0"/>
              </a:rPr>
              <a:t>10.2  </a:t>
            </a:r>
            <a:r>
              <a:rPr lang="zh-CN" altLang="en-US" b="1">
                <a:solidFill>
                  <a:srgbClr val="0000FF"/>
                </a:solidFill>
                <a:latin typeface="Times New Roman" panose="02020603050405020304" pitchFamily="18" charset="0"/>
              </a:rPr>
              <a:t>专家系统的概念</a:t>
            </a:r>
            <a:endParaRPr lang="zh-CN" altLang="en-US" b="1">
              <a:solidFill>
                <a:srgbClr val="0000FF"/>
              </a:solidFill>
              <a:latin typeface="Times New Roman" panose="02020603050405020304" pitchFamily="18" charset="0"/>
            </a:endParaRPr>
          </a:p>
          <a:p>
            <a:pPr fontAlgn="base">
              <a:lnSpc>
                <a:spcPct val="110000"/>
              </a:lnSpc>
              <a:spcBef>
                <a:spcPct val="30000"/>
              </a:spcBef>
              <a:spcAft>
                <a:spcPct val="0"/>
              </a:spcAft>
              <a:buClr>
                <a:srgbClr val="CC0000"/>
              </a:buClr>
            </a:pPr>
            <a:r>
              <a:rPr lang="en-US" altLang="zh-CN" b="1">
                <a:solidFill>
                  <a:srgbClr val="000000"/>
                </a:solidFill>
                <a:latin typeface="Times New Roman" panose="02020603050405020304" pitchFamily="18" charset="0"/>
              </a:rPr>
              <a:t>10.3  </a:t>
            </a:r>
            <a:r>
              <a:rPr lang="zh-CN" altLang="en-US" b="1">
                <a:solidFill>
                  <a:srgbClr val="000000"/>
                </a:solidFill>
                <a:latin typeface="Times New Roman" panose="02020603050405020304" pitchFamily="18" charset="0"/>
              </a:rPr>
              <a:t>专家系统的工作原理</a:t>
            </a:r>
            <a:endParaRPr lang="zh-CN" altLang="en-US" b="1">
              <a:solidFill>
                <a:srgbClr val="000000"/>
              </a:solidFill>
              <a:latin typeface="Times New Roman" panose="02020603050405020304" pitchFamily="18" charset="0"/>
            </a:endParaRPr>
          </a:p>
          <a:p>
            <a:pPr fontAlgn="base">
              <a:lnSpc>
                <a:spcPct val="110000"/>
              </a:lnSpc>
              <a:spcBef>
                <a:spcPct val="30000"/>
              </a:spcBef>
              <a:spcAft>
                <a:spcPct val="0"/>
              </a:spcAft>
              <a:buClr>
                <a:srgbClr val="CC0000"/>
              </a:buClr>
            </a:pPr>
            <a:r>
              <a:rPr lang="en-US" altLang="zh-CN" b="1">
                <a:solidFill>
                  <a:srgbClr val="000000"/>
                </a:solidFill>
                <a:latin typeface="Times New Roman" panose="02020603050405020304" pitchFamily="18" charset="0"/>
              </a:rPr>
              <a:t>10.4  </a:t>
            </a:r>
            <a:r>
              <a:rPr lang="zh-CN" altLang="en-US" b="1">
                <a:solidFill>
                  <a:srgbClr val="000000"/>
                </a:solidFill>
                <a:latin typeface="Times New Roman" panose="02020603050405020304" pitchFamily="18" charset="0"/>
              </a:rPr>
              <a:t>知识获取的主要过程与模式</a:t>
            </a:r>
            <a:endParaRPr lang="zh-CN" altLang="en-US" b="1">
              <a:solidFill>
                <a:srgbClr val="000000"/>
              </a:solidFill>
              <a:latin typeface="Times New Roman" panose="02020603050405020304" pitchFamily="18" charset="0"/>
            </a:endParaRPr>
          </a:p>
          <a:p>
            <a:pPr fontAlgn="base">
              <a:lnSpc>
                <a:spcPct val="110000"/>
              </a:lnSpc>
              <a:spcBef>
                <a:spcPct val="30000"/>
              </a:spcBef>
              <a:spcAft>
                <a:spcPct val="0"/>
              </a:spcAft>
              <a:buClr>
                <a:srgbClr val="CC0000"/>
              </a:buClr>
            </a:pPr>
            <a:r>
              <a:rPr lang="en-US" altLang="zh-CN" b="1">
                <a:solidFill>
                  <a:srgbClr val="000000"/>
                </a:solidFill>
                <a:latin typeface="Times New Roman" panose="02020603050405020304" pitchFamily="18" charset="0"/>
              </a:rPr>
              <a:t>10.5  </a:t>
            </a:r>
            <a:r>
              <a:rPr lang="zh-CN" altLang="en-US" b="1">
                <a:solidFill>
                  <a:srgbClr val="000000"/>
                </a:solidFill>
                <a:latin typeface="Times New Roman" panose="02020603050405020304" pitchFamily="18" charset="0"/>
              </a:rPr>
              <a:t>机器学习</a:t>
            </a:r>
            <a:endParaRPr lang="zh-CN" altLang="en-US" b="1">
              <a:solidFill>
                <a:srgbClr val="000000"/>
              </a:solidFill>
              <a:latin typeface="Times New Roman" panose="02020603050405020304" pitchFamily="18" charset="0"/>
            </a:endParaRPr>
          </a:p>
          <a:p>
            <a:pPr fontAlgn="base">
              <a:lnSpc>
                <a:spcPct val="110000"/>
              </a:lnSpc>
              <a:spcBef>
                <a:spcPct val="30000"/>
              </a:spcBef>
              <a:spcAft>
                <a:spcPct val="0"/>
              </a:spcAft>
              <a:buClr>
                <a:srgbClr val="CC0000"/>
              </a:buClr>
            </a:pPr>
            <a:r>
              <a:rPr lang="en-US" altLang="zh-CN" b="1">
                <a:solidFill>
                  <a:srgbClr val="000000"/>
                </a:solidFill>
                <a:latin typeface="Times New Roman" panose="02020603050405020304" pitchFamily="18" charset="0"/>
              </a:rPr>
              <a:t>10.6  </a:t>
            </a:r>
            <a:r>
              <a:rPr lang="zh-CN" altLang="en-US" b="1">
                <a:solidFill>
                  <a:srgbClr val="000000"/>
                </a:solidFill>
                <a:latin typeface="Times New Roman" panose="02020603050405020304" pitchFamily="18" charset="0"/>
              </a:rPr>
              <a:t>知识发现与数据挖掘</a:t>
            </a:r>
            <a:endParaRPr lang="zh-CN" altLang="en-US" b="1">
              <a:solidFill>
                <a:srgbClr val="000000"/>
              </a:solidFill>
              <a:latin typeface="Times New Roman" panose="02020603050405020304" pitchFamily="18" charset="0"/>
            </a:endParaRPr>
          </a:p>
          <a:p>
            <a:pPr fontAlgn="base">
              <a:lnSpc>
                <a:spcPct val="110000"/>
              </a:lnSpc>
              <a:spcBef>
                <a:spcPct val="30000"/>
              </a:spcBef>
              <a:spcAft>
                <a:spcPct val="0"/>
              </a:spcAft>
              <a:buClr>
                <a:srgbClr val="CC0000"/>
              </a:buClr>
            </a:pPr>
            <a:r>
              <a:rPr lang="en-US" altLang="zh-CN" b="1">
                <a:solidFill>
                  <a:srgbClr val="000000"/>
                </a:solidFill>
                <a:latin typeface="Times New Roman" panose="02020603050405020304" pitchFamily="18" charset="0"/>
              </a:rPr>
              <a:t>10.7  </a:t>
            </a:r>
            <a:r>
              <a:rPr lang="zh-CN" altLang="en-US" b="1">
                <a:solidFill>
                  <a:srgbClr val="000000"/>
                </a:solidFill>
                <a:latin typeface="Times New Roman" panose="02020603050405020304" pitchFamily="18" charset="0"/>
              </a:rPr>
              <a:t>专家系统的建立</a:t>
            </a:r>
            <a:endParaRPr lang="zh-CN" altLang="en-US" b="1">
              <a:solidFill>
                <a:srgbClr val="000000"/>
              </a:solidFill>
              <a:latin typeface="Times New Roman" panose="02020603050405020304" pitchFamily="18" charset="0"/>
            </a:endParaRPr>
          </a:p>
          <a:p>
            <a:pPr fontAlgn="base">
              <a:lnSpc>
                <a:spcPct val="110000"/>
              </a:lnSpc>
              <a:spcBef>
                <a:spcPct val="30000"/>
              </a:spcBef>
              <a:spcAft>
                <a:spcPct val="0"/>
              </a:spcAft>
              <a:buClr>
                <a:srgbClr val="CC0000"/>
              </a:buClr>
            </a:pPr>
            <a:r>
              <a:rPr lang="en-US" altLang="zh-CN" b="1">
                <a:solidFill>
                  <a:srgbClr val="000000"/>
                </a:solidFill>
                <a:latin typeface="Times New Roman" panose="02020603050405020304" pitchFamily="18" charset="0"/>
              </a:rPr>
              <a:t>10.8  </a:t>
            </a:r>
            <a:r>
              <a:rPr lang="zh-CN" altLang="en-US" b="1">
                <a:solidFill>
                  <a:srgbClr val="000000"/>
                </a:solidFill>
                <a:latin typeface="Times New Roman" panose="02020603050405020304" pitchFamily="18" charset="0"/>
              </a:rPr>
              <a:t>专家系统实例</a:t>
            </a:r>
            <a:endParaRPr lang="zh-CN" altLang="en-US" b="1">
              <a:solidFill>
                <a:srgbClr val="000000"/>
              </a:solidFill>
              <a:latin typeface="Times New Roman" panose="02020603050405020304" pitchFamily="18" charset="0"/>
            </a:endParaRPr>
          </a:p>
          <a:p>
            <a:pPr fontAlgn="base">
              <a:lnSpc>
                <a:spcPct val="110000"/>
              </a:lnSpc>
              <a:spcBef>
                <a:spcPct val="30000"/>
              </a:spcBef>
              <a:spcAft>
                <a:spcPct val="0"/>
              </a:spcAft>
              <a:buClr>
                <a:srgbClr val="CC0000"/>
              </a:buClr>
            </a:pPr>
            <a:r>
              <a:rPr lang="en-US" altLang="zh-CN" b="1">
                <a:solidFill>
                  <a:srgbClr val="000000"/>
                </a:solidFill>
                <a:latin typeface="Times New Roman" panose="02020603050405020304" pitchFamily="18" charset="0"/>
              </a:rPr>
              <a:t>10.9  </a:t>
            </a:r>
            <a:r>
              <a:rPr lang="zh-CN" altLang="en-US" b="1">
                <a:solidFill>
                  <a:srgbClr val="000000"/>
                </a:solidFill>
                <a:latin typeface="Times New Roman" panose="02020603050405020304" pitchFamily="18" charset="0"/>
              </a:rPr>
              <a:t>专家系统的开发工具</a:t>
            </a:r>
            <a:endParaRPr lang="zh-CN" altLang="en-US" b="1">
              <a:solidFill>
                <a:srgbClr val="000000"/>
              </a:solidFill>
              <a:latin typeface="Times New Roman" panose="02020603050405020304" pitchFamily="18" charset="0"/>
            </a:endParaRPr>
          </a:p>
        </p:txBody>
      </p:sp>
      <p:sp>
        <p:nvSpPr>
          <p:cNvPr id="419844" name="Rectangle 3"/>
          <p:cNvSpPr>
            <a:spLocks noGrp="1" noChangeArrowheads="1"/>
          </p:cNvSpPr>
          <p:nvPr>
            <p:ph type="title"/>
          </p:nvPr>
        </p:nvSpPr>
        <p:spPr/>
        <p:txBody>
          <a:bodyPr/>
          <a:lstStyle/>
          <a:p>
            <a:pPr eaLnBrk="1" hangingPunct="1"/>
            <a:r>
              <a:rPr lang="zh-CN" altLang="en-US" sz="4200" b="0">
                <a:latin typeface="Times New Roman" panose="02020603050405020304" pitchFamily="18" charset="0"/>
                <a:ea typeface="黑体" panose="02010609060101010101" pitchFamily="49" charset="-122"/>
              </a:rPr>
              <a:t>第</a:t>
            </a:r>
            <a:r>
              <a:rPr lang="en-US" altLang="zh-CN" sz="4200" b="0">
                <a:latin typeface="Times New Roman" panose="02020603050405020304" pitchFamily="18" charset="0"/>
                <a:ea typeface="黑体" panose="02010609060101010101" pitchFamily="49" charset="-122"/>
              </a:rPr>
              <a:t>10</a:t>
            </a:r>
            <a:r>
              <a:rPr lang="zh-CN" altLang="en-US" sz="4200" b="0">
                <a:latin typeface="Times New Roman" panose="02020603050405020304" pitchFamily="18" charset="0"/>
                <a:ea typeface="黑体" panose="02010609060101010101" pitchFamily="49" charset="-122"/>
              </a:rPr>
              <a:t>章  专家系统与机器学习</a:t>
            </a:r>
            <a:endParaRPr lang="zh-CN" altLang="en-US" sz="4200" b="0">
              <a:latin typeface="Times New Roman" panose="02020603050405020304" pitchFamily="18" charset="0"/>
              <a:ea typeface="黑体" panose="02010609060101010101"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75490">
                                            <p:txEl>
                                              <p:pRg st="0" end="0"/>
                                            </p:txEl>
                                          </p:spTgt>
                                        </p:tgtEl>
                                        <p:attrNameLst>
                                          <p:attrName>style.visibility</p:attrName>
                                        </p:attrNameLst>
                                      </p:cBhvr>
                                      <p:to>
                                        <p:strVal val="visible"/>
                                      </p:to>
                                    </p:set>
                                    <p:anim calcmode="lin" valueType="num">
                                      <p:cBhvr additive="base">
                                        <p:cTn id="7" dur="500" fill="hold"/>
                                        <p:tgtEl>
                                          <p:spTgt spid="57549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75490">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575490">
                                            <p:txEl>
                                              <p:pRg st="1" end="1"/>
                                            </p:txEl>
                                          </p:spTgt>
                                        </p:tgtEl>
                                        <p:attrNameLst>
                                          <p:attrName>style.visibility</p:attrName>
                                        </p:attrNameLst>
                                      </p:cBhvr>
                                      <p:to>
                                        <p:strVal val="visible"/>
                                      </p:to>
                                    </p:set>
                                    <p:anim calcmode="lin" valueType="num">
                                      <p:cBhvr additive="base">
                                        <p:cTn id="12" dur="500" fill="hold"/>
                                        <p:tgtEl>
                                          <p:spTgt spid="575490">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575490">
                                            <p:txEl>
                                              <p:pRg st="1" end="1"/>
                                            </p:txEl>
                                          </p:spTgt>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575490">
                                            <p:txEl>
                                              <p:pRg st="2" end="2"/>
                                            </p:txEl>
                                          </p:spTgt>
                                        </p:tgtEl>
                                        <p:attrNameLst>
                                          <p:attrName>style.visibility</p:attrName>
                                        </p:attrNameLst>
                                      </p:cBhvr>
                                      <p:to>
                                        <p:strVal val="visible"/>
                                      </p:to>
                                    </p:set>
                                    <p:anim calcmode="lin" valueType="num">
                                      <p:cBhvr additive="base">
                                        <p:cTn id="17" dur="500" fill="hold"/>
                                        <p:tgtEl>
                                          <p:spTgt spid="575490">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575490">
                                            <p:txEl>
                                              <p:pRg st="2" end="2"/>
                                            </p:txEl>
                                          </p:spTgt>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575490">
                                            <p:txEl>
                                              <p:pRg st="3" end="3"/>
                                            </p:txEl>
                                          </p:spTgt>
                                        </p:tgtEl>
                                        <p:attrNameLst>
                                          <p:attrName>style.visibility</p:attrName>
                                        </p:attrNameLst>
                                      </p:cBhvr>
                                      <p:to>
                                        <p:strVal val="visible"/>
                                      </p:to>
                                    </p:set>
                                    <p:anim calcmode="lin" valueType="num">
                                      <p:cBhvr additive="base">
                                        <p:cTn id="22" dur="500" fill="hold"/>
                                        <p:tgtEl>
                                          <p:spTgt spid="575490">
                                            <p:txEl>
                                              <p:pRg st="3" end="3"/>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575490">
                                            <p:txEl>
                                              <p:pRg st="3" end="3"/>
                                            </p:txEl>
                                          </p:spTgt>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575490">
                                            <p:txEl>
                                              <p:pRg st="4" end="4"/>
                                            </p:txEl>
                                          </p:spTgt>
                                        </p:tgtEl>
                                        <p:attrNameLst>
                                          <p:attrName>style.visibility</p:attrName>
                                        </p:attrNameLst>
                                      </p:cBhvr>
                                      <p:to>
                                        <p:strVal val="visible"/>
                                      </p:to>
                                    </p:set>
                                    <p:anim calcmode="lin" valueType="num">
                                      <p:cBhvr additive="base">
                                        <p:cTn id="27" dur="500" fill="hold"/>
                                        <p:tgtEl>
                                          <p:spTgt spid="575490">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575490">
                                            <p:txEl>
                                              <p:pRg st="4" end="4"/>
                                            </p:txEl>
                                          </p:spTgt>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2" presetClass="entr" presetSubtype="8" fill="hold" grpId="0" nodeType="afterEffect">
                                  <p:stCondLst>
                                    <p:cond delay="0"/>
                                  </p:stCondLst>
                                  <p:childTnLst>
                                    <p:set>
                                      <p:cBhvr>
                                        <p:cTn id="31" dur="1" fill="hold">
                                          <p:stCondLst>
                                            <p:cond delay="0"/>
                                          </p:stCondLst>
                                        </p:cTn>
                                        <p:tgtEl>
                                          <p:spTgt spid="575490">
                                            <p:txEl>
                                              <p:pRg st="5" end="5"/>
                                            </p:txEl>
                                          </p:spTgt>
                                        </p:tgtEl>
                                        <p:attrNameLst>
                                          <p:attrName>style.visibility</p:attrName>
                                        </p:attrNameLst>
                                      </p:cBhvr>
                                      <p:to>
                                        <p:strVal val="visible"/>
                                      </p:to>
                                    </p:set>
                                    <p:anim calcmode="lin" valueType="num">
                                      <p:cBhvr additive="base">
                                        <p:cTn id="32" dur="500" fill="hold"/>
                                        <p:tgtEl>
                                          <p:spTgt spid="575490">
                                            <p:txEl>
                                              <p:pRg st="5" end="5"/>
                                            </p:txEl>
                                          </p:spTgt>
                                        </p:tgtEl>
                                        <p:attrNameLst>
                                          <p:attrName>ppt_x</p:attrName>
                                        </p:attrNameLst>
                                      </p:cBhvr>
                                      <p:tavLst>
                                        <p:tav tm="0">
                                          <p:val>
                                            <p:strVal val="0-#ppt_w/2"/>
                                          </p:val>
                                        </p:tav>
                                        <p:tav tm="100000">
                                          <p:val>
                                            <p:strVal val="#ppt_x"/>
                                          </p:val>
                                        </p:tav>
                                      </p:tavLst>
                                    </p:anim>
                                    <p:anim calcmode="lin" valueType="num">
                                      <p:cBhvr additive="base">
                                        <p:cTn id="33" dur="500" fill="hold"/>
                                        <p:tgtEl>
                                          <p:spTgt spid="575490">
                                            <p:txEl>
                                              <p:pRg st="5" end="5"/>
                                            </p:txEl>
                                          </p:spTgt>
                                        </p:tgtEl>
                                        <p:attrNameLst>
                                          <p:attrName>ppt_y</p:attrName>
                                        </p:attrNameLst>
                                      </p:cBhvr>
                                      <p:tavLst>
                                        <p:tav tm="0">
                                          <p:val>
                                            <p:strVal val="#ppt_y"/>
                                          </p:val>
                                        </p:tav>
                                        <p:tav tm="100000">
                                          <p:val>
                                            <p:strVal val="#ppt_y"/>
                                          </p:val>
                                        </p:tav>
                                      </p:tavLst>
                                    </p:anim>
                                  </p:childTnLst>
                                </p:cTn>
                              </p:par>
                            </p:childTnLst>
                          </p:cTn>
                        </p:par>
                        <p:par>
                          <p:cTn id="34" fill="hold">
                            <p:stCondLst>
                              <p:cond delay="3000"/>
                            </p:stCondLst>
                            <p:childTnLst>
                              <p:par>
                                <p:cTn id="35" presetID="2" presetClass="entr" presetSubtype="8" fill="hold" grpId="0" nodeType="afterEffect">
                                  <p:stCondLst>
                                    <p:cond delay="0"/>
                                  </p:stCondLst>
                                  <p:childTnLst>
                                    <p:set>
                                      <p:cBhvr>
                                        <p:cTn id="36" dur="1" fill="hold">
                                          <p:stCondLst>
                                            <p:cond delay="0"/>
                                          </p:stCondLst>
                                        </p:cTn>
                                        <p:tgtEl>
                                          <p:spTgt spid="575490">
                                            <p:txEl>
                                              <p:pRg st="6" end="6"/>
                                            </p:txEl>
                                          </p:spTgt>
                                        </p:tgtEl>
                                        <p:attrNameLst>
                                          <p:attrName>style.visibility</p:attrName>
                                        </p:attrNameLst>
                                      </p:cBhvr>
                                      <p:to>
                                        <p:strVal val="visible"/>
                                      </p:to>
                                    </p:set>
                                    <p:anim calcmode="lin" valueType="num">
                                      <p:cBhvr additive="base">
                                        <p:cTn id="37" dur="500" fill="hold"/>
                                        <p:tgtEl>
                                          <p:spTgt spid="575490">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575490">
                                            <p:txEl>
                                              <p:pRg st="6" end="6"/>
                                            </p:txEl>
                                          </p:spTgt>
                                        </p:tgtEl>
                                        <p:attrNameLst>
                                          <p:attrName>ppt_y</p:attrName>
                                        </p:attrNameLst>
                                      </p:cBhvr>
                                      <p:tavLst>
                                        <p:tav tm="0">
                                          <p:val>
                                            <p:strVal val="#ppt_y"/>
                                          </p:val>
                                        </p:tav>
                                        <p:tav tm="100000">
                                          <p:val>
                                            <p:strVal val="#ppt_y"/>
                                          </p:val>
                                        </p:tav>
                                      </p:tavLst>
                                    </p:anim>
                                  </p:childTnLst>
                                </p:cTn>
                              </p:par>
                            </p:childTnLst>
                          </p:cTn>
                        </p:par>
                        <p:par>
                          <p:cTn id="39" fill="hold">
                            <p:stCondLst>
                              <p:cond delay="3500"/>
                            </p:stCondLst>
                            <p:childTnLst>
                              <p:par>
                                <p:cTn id="40" presetID="2" presetClass="entr" presetSubtype="8" fill="hold" grpId="0" nodeType="afterEffect">
                                  <p:stCondLst>
                                    <p:cond delay="0"/>
                                  </p:stCondLst>
                                  <p:childTnLst>
                                    <p:set>
                                      <p:cBhvr>
                                        <p:cTn id="41" dur="1" fill="hold">
                                          <p:stCondLst>
                                            <p:cond delay="0"/>
                                          </p:stCondLst>
                                        </p:cTn>
                                        <p:tgtEl>
                                          <p:spTgt spid="575490">
                                            <p:txEl>
                                              <p:pRg st="7" end="7"/>
                                            </p:txEl>
                                          </p:spTgt>
                                        </p:tgtEl>
                                        <p:attrNameLst>
                                          <p:attrName>style.visibility</p:attrName>
                                        </p:attrNameLst>
                                      </p:cBhvr>
                                      <p:to>
                                        <p:strVal val="visible"/>
                                      </p:to>
                                    </p:set>
                                    <p:anim calcmode="lin" valueType="num">
                                      <p:cBhvr additive="base">
                                        <p:cTn id="42" dur="500" fill="hold"/>
                                        <p:tgtEl>
                                          <p:spTgt spid="575490">
                                            <p:txEl>
                                              <p:pRg st="7" end="7"/>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575490">
                                            <p:txEl>
                                              <p:pRg st="7" end="7"/>
                                            </p:txEl>
                                          </p:spTgt>
                                        </p:tgtEl>
                                        <p:attrNameLst>
                                          <p:attrName>ppt_y</p:attrName>
                                        </p:attrNameLst>
                                      </p:cBhvr>
                                      <p:tavLst>
                                        <p:tav tm="0">
                                          <p:val>
                                            <p:strVal val="#ppt_y"/>
                                          </p:val>
                                        </p:tav>
                                        <p:tav tm="100000">
                                          <p:val>
                                            <p:strVal val="#ppt_y"/>
                                          </p:val>
                                        </p:tav>
                                      </p:tavLst>
                                    </p:anim>
                                  </p:childTnLst>
                                </p:cTn>
                              </p:par>
                            </p:childTnLst>
                          </p:cTn>
                        </p:par>
                        <p:par>
                          <p:cTn id="44" fill="hold">
                            <p:stCondLst>
                              <p:cond delay="4000"/>
                            </p:stCondLst>
                            <p:childTnLst>
                              <p:par>
                                <p:cTn id="45" presetID="2" presetClass="entr" presetSubtype="8" fill="hold" grpId="0" nodeType="afterEffect">
                                  <p:stCondLst>
                                    <p:cond delay="0"/>
                                  </p:stCondLst>
                                  <p:childTnLst>
                                    <p:set>
                                      <p:cBhvr>
                                        <p:cTn id="46" dur="1" fill="hold">
                                          <p:stCondLst>
                                            <p:cond delay="0"/>
                                          </p:stCondLst>
                                        </p:cTn>
                                        <p:tgtEl>
                                          <p:spTgt spid="575490">
                                            <p:txEl>
                                              <p:pRg st="8" end="8"/>
                                            </p:txEl>
                                          </p:spTgt>
                                        </p:tgtEl>
                                        <p:attrNameLst>
                                          <p:attrName>style.visibility</p:attrName>
                                        </p:attrNameLst>
                                      </p:cBhvr>
                                      <p:to>
                                        <p:strVal val="visible"/>
                                      </p:to>
                                    </p:set>
                                    <p:anim calcmode="lin" valueType="num">
                                      <p:cBhvr additive="base">
                                        <p:cTn id="47" dur="500" fill="hold"/>
                                        <p:tgtEl>
                                          <p:spTgt spid="575490">
                                            <p:txEl>
                                              <p:pRg st="8" end="8"/>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575490">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5490" grpId="0" advAuto="0" autoUpdateAnimBg="0" build="p"/>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0098D74D-83A3-4E49-AADB-31F0F562B62D}" type="slidenum">
              <a:rPr lang="ja-JP" altLang="en-US">
                <a:latin typeface="Arial" panose="020B0604020202020204"/>
              </a:rPr>
            </a:fld>
            <a:endParaRPr lang="en-US" altLang="ja-JP">
              <a:latin typeface="Arial" panose="020B0604020202020204"/>
            </a:endParaRPr>
          </a:p>
        </p:txBody>
      </p:sp>
      <p:sp>
        <p:nvSpPr>
          <p:cNvPr id="420867" name="Rectangle 2"/>
          <p:cNvSpPr>
            <a:spLocks noGrp="1" noChangeArrowheads="1"/>
          </p:cNvSpPr>
          <p:nvPr>
            <p:ph type="title"/>
          </p:nvPr>
        </p:nvSpPr>
        <p:spPr/>
        <p:txBody>
          <a:bodyPr/>
          <a:lstStyle/>
          <a:p>
            <a:pPr eaLnBrk="1" hangingPunct="1"/>
            <a:endParaRPr lang="zh-CN" altLang="zh-CN">
              <a:latin typeface="Times New Roman" panose="02020603050405020304" pitchFamily="18" charset="0"/>
            </a:endParaRPr>
          </a:p>
        </p:txBody>
      </p:sp>
      <p:sp>
        <p:nvSpPr>
          <p:cNvPr id="576515" name="Rectangle 3"/>
          <p:cNvSpPr>
            <a:spLocks noGrp="1" noChangeArrowheads="1"/>
          </p:cNvSpPr>
          <p:nvPr>
            <p:ph type="body" idx="1"/>
          </p:nvPr>
        </p:nvSpPr>
        <p:spPr>
          <a:xfrm>
            <a:off x="2025650" y="1228726"/>
            <a:ext cx="8642350" cy="5400675"/>
          </a:xfrm>
        </p:spPr>
        <p:txBody>
          <a:bodyPr/>
          <a:lstStyle/>
          <a:p>
            <a:pPr eaLnBrk="1" hangingPunct="1">
              <a:buSzPct val="60000"/>
              <a:buFont typeface="Wingdings" panose="05000000000000000000" pitchFamily="2" charset="2"/>
              <a:buBlip>
                <a:blip r:embed="rId1"/>
              </a:buBlip>
            </a:pPr>
            <a:r>
              <a:rPr lang="en-US" altLang="zh-CN" b="1">
                <a:latin typeface="Times New Roman" panose="02020603050405020304" pitchFamily="18" charset="0"/>
              </a:rPr>
              <a:t>10.2.1 </a:t>
            </a:r>
            <a:r>
              <a:rPr lang="zh-CN" altLang="en-US" b="1">
                <a:latin typeface="Times New Roman" panose="02020603050405020304" pitchFamily="18" charset="0"/>
              </a:rPr>
              <a:t>专家系统的定义</a:t>
            </a:r>
            <a:endParaRPr lang="zh-CN" altLang="en-US" b="1">
              <a:latin typeface="Times New Roman" panose="02020603050405020304" pitchFamily="18" charset="0"/>
            </a:endParaRPr>
          </a:p>
          <a:p>
            <a:pPr eaLnBrk="1" hangingPunct="1">
              <a:buSzPct val="60000"/>
              <a:buFont typeface="Wingdings" panose="05000000000000000000" pitchFamily="2" charset="2"/>
              <a:buBlip>
                <a:blip r:embed="rId1"/>
              </a:buBlip>
            </a:pPr>
            <a:r>
              <a:rPr lang="en-US" altLang="zh-CN" b="1">
                <a:latin typeface="Times New Roman" panose="02020603050405020304" pitchFamily="18" charset="0"/>
              </a:rPr>
              <a:t>10.2.2 </a:t>
            </a:r>
            <a:r>
              <a:rPr lang="zh-CN" altLang="en-US" b="1">
                <a:latin typeface="Times New Roman" panose="02020603050405020304" pitchFamily="18" charset="0"/>
              </a:rPr>
              <a:t>专家系统的特点</a:t>
            </a:r>
            <a:endParaRPr lang="zh-CN" altLang="en-US" b="1">
              <a:latin typeface="Times New Roman" panose="02020603050405020304" pitchFamily="18" charset="0"/>
            </a:endParaRPr>
          </a:p>
          <a:p>
            <a:pPr eaLnBrk="1" hangingPunct="1">
              <a:buSzPct val="60000"/>
              <a:buFont typeface="Wingdings" panose="05000000000000000000" pitchFamily="2" charset="2"/>
              <a:buBlip>
                <a:blip r:embed="rId1"/>
              </a:buBlip>
            </a:pPr>
            <a:r>
              <a:rPr lang="en-US" altLang="zh-CN" b="1">
                <a:latin typeface="Times New Roman" panose="02020603050405020304" pitchFamily="18" charset="0"/>
              </a:rPr>
              <a:t>10.2.3 </a:t>
            </a:r>
            <a:r>
              <a:rPr lang="zh-CN" altLang="en-US" b="1">
                <a:latin typeface="Times New Roman" panose="02020603050405020304" pitchFamily="18" charset="0"/>
              </a:rPr>
              <a:t>专家系统的类型</a:t>
            </a:r>
            <a:endParaRPr lang="zh-CN" altLang="en-US" b="1">
              <a:latin typeface="Times New Roman" panose="02020603050405020304" pitchFamily="18" charset="0"/>
            </a:endParaRPr>
          </a:p>
          <a:p>
            <a:pPr eaLnBrk="1" hangingPunct="1">
              <a:buSzPct val="60000"/>
              <a:buFont typeface="Wingdings" panose="05000000000000000000" pitchFamily="2" charset="2"/>
              <a:buBlip>
                <a:blip r:embed="rId1"/>
              </a:buBlip>
            </a:pPr>
            <a:r>
              <a:rPr lang="en-US" altLang="zh-CN" b="1">
                <a:latin typeface="Times New Roman" panose="02020603050405020304" pitchFamily="18" charset="0"/>
              </a:rPr>
              <a:t>10.2.4 </a:t>
            </a:r>
            <a:r>
              <a:rPr lang="zh-CN" altLang="en-US" b="1">
                <a:latin typeface="Times New Roman" panose="02020603050405020304" pitchFamily="18" charset="0"/>
              </a:rPr>
              <a:t>专家系统的应用</a:t>
            </a:r>
            <a:endParaRPr lang="zh-CN" altLang="en-US" b="1">
              <a:latin typeface="Times New Roman" panose="02020603050405020304" pitchFamily="18" charset="0"/>
            </a:endParaRPr>
          </a:p>
        </p:txBody>
      </p:sp>
      <p:sp>
        <p:nvSpPr>
          <p:cNvPr id="420869" name="Rectangle 4"/>
          <p:cNvSpPr>
            <a:spLocks noChangeArrowheads="1"/>
          </p:cNvSpPr>
          <p:nvPr/>
        </p:nvSpPr>
        <p:spPr bwMode="auto">
          <a:xfrm>
            <a:off x="1524000" y="1"/>
            <a:ext cx="9144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530">
              <a:defRPr>
                <a:solidFill>
                  <a:schemeClr val="tx1"/>
                </a:solidFill>
                <a:latin typeface="Verdana" panose="020B0604030504040204" pitchFamily="34" charset="0"/>
                <a:ea typeface="宋体" panose="02010600030101010101" pitchFamily="2" charset="-122"/>
              </a:defRPr>
            </a:lvl1pPr>
            <a:lvl2pPr indent="176530">
              <a:defRPr>
                <a:solidFill>
                  <a:schemeClr val="tx1"/>
                </a:solidFill>
                <a:latin typeface="Verdana" panose="020B0604030504040204" pitchFamily="34" charset="0"/>
                <a:ea typeface="宋体" panose="02010600030101010101" pitchFamily="2" charset="-122"/>
              </a:defRPr>
            </a:lvl2pPr>
            <a:lvl3pPr indent="176530">
              <a:defRPr>
                <a:solidFill>
                  <a:schemeClr val="tx1"/>
                </a:solidFill>
                <a:latin typeface="Verdana" panose="020B0604030504040204" pitchFamily="34" charset="0"/>
                <a:ea typeface="宋体" panose="02010600030101010101" pitchFamily="2" charset="-122"/>
              </a:defRPr>
            </a:lvl3pPr>
            <a:lvl4pPr indent="176530">
              <a:defRPr>
                <a:solidFill>
                  <a:schemeClr val="tx1"/>
                </a:solidFill>
                <a:latin typeface="Verdana" panose="020B0604030504040204" pitchFamily="34" charset="0"/>
                <a:ea typeface="宋体" panose="02010600030101010101" pitchFamily="2" charset="-122"/>
              </a:defRPr>
            </a:lvl4pPr>
            <a:lvl5pPr indent="176530">
              <a:defRPr>
                <a:solidFill>
                  <a:schemeClr val="tx1"/>
                </a:solidFill>
                <a:latin typeface="Verdana" panose="020B0604030504040204" pitchFamily="34" charset="0"/>
                <a:ea typeface="宋体" panose="02010600030101010101" pitchFamily="2" charset="-122"/>
              </a:defRPr>
            </a:lvl5pPr>
            <a:lvl6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600">
                <a:solidFill>
                  <a:srgbClr val="FFFFFF"/>
                </a:solidFill>
                <a:latin typeface="Times New Roman" panose="02020603050405020304" pitchFamily="18" charset="0"/>
                <a:ea typeface="黑体" panose="02010609060101010101" pitchFamily="49" charset="-122"/>
              </a:rPr>
              <a:t>10.2  </a:t>
            </a:r>
            <a:r>
              <a:rPr lang="zh-CN" altLang="en-US" sz="3600">
                <a:solidFill>
                  <a:srgbClr val="FFFFFF"/>
                </a:solidFill>
                <a:latin typeface="Times New Roman" panose="02020603050405020304" pitchFamily="18" charset="0"/>
                <a:ea typeface="黑体" panose="02010609060101010101" pitchFamily="49" charset="-122"/>
              </a:rPr>
              <a:t>专家系统的概念</a:t>
            </a:r>
            <a:endParaRPr lang="zh-CN" altLang="en-US" sz="3600">
              <a:solidFill>
                <a:srgbClr val="FFFFFF"/>
              </a:solidFill>
              <a:latin typeface="Times New Roman" panose="02020603050405020304" pitchFamily="18" charset="0"/>
              <a:ea typeface="黑体" panose="02010609060101010101"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76515">
                                            <p:txEl>
                                              <p:pRg st="0" end="0"/>
                                            </p:txEl>
                                          </p:spTgt>
                                        </p:tgtEl>
                                        <p:attrNameLst>
                                          <p:attrName>style.visibility</p:attrName>
                                        </p:attrNameLst>
                                      </p:cBhvr>
                                      <p:to>
                                        <p:strVal val="visible"/>
                                      </p:to>
                                    </p:set>
                                    <p:anim calcmode="lin" valueType="num">
                                      <p:cBhvr additive="base">
                                        <p:cTn id="7" dur="500" fill="hold"/>
                                        <p:tgtEl>
                                          <p:spTgt spid="57651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76515">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576515">
                                            <p:txEl>
                                              <p:pRg st="1" end="1"/>
                                            </p:txEl>
                                          </p:spTgt>
                                        </p:tgtEl>
                                        <p:attrNameLst>
                                          <p:attrName>style.visibility</p:attrName>
                                        </p:attrNameLst>
                                      </p:cBhvr>
                                      <p:to>
                                        <p:strVal val="visible"/>
                                      </p:to>
                                    </p:set>
                                    <p:anim calcmode="lin" valueType="num">
                                      <p:cBhvr additive="base">
                                        <p:cTn id="12" dur="500" fill="hold"/>
                                        <p:tgtEl>
                                          <p:spTgt spid="576515">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576515">
                                            <p:txEl>
                                              <p:pRg st="1" end="1"/>
                                            </p:txEl>
                                          </p:spTgt>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576515">
                                            <p:txEl>
                                              <p:pRg st="2" end="2"/>
                                            </p:txEl>
                                          </p:spTgt>
                                        </p:tgtEl>
                                        <p:attrNameLst>
                                          <p:attrName>style.visibility</p:attrName>
                                        </p:attrNameLst>
                                      </p:cBhvr>
                                      <p:to>
                                        <p:strVal val="visible"/>
                                      </p:to>
                                    </p:set>
                                    <p:anim calcmode="lin" valueType="num">
                                      <p:cBhvr additive="base">
                                        <p:cTn id="17" dur="500" fill="hold"/>
                                        <p:tgtEl>
                                          <p:spTgt spid="576515">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576515">
                                            <p:txEl>
                                              <p:pRg st="2" end="2"/>
                                            </p:txEl>
                                          </p:spTgt>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576515">
                                            <p:txEl>
                                              <p:pRg st="3" end="3"/>
                                            </p:txEl>
                                          </p:spTgt>
                                        </p:tgtEl>
                                        <p:attrNameLst>
                                          <p:attrName>style.visibility</p:attrName>
                                        </p:attrNameLst>
                                      </p:cBhvr>
                                      <p:to>
                                        <p:strVal val="visible"/>
                                      </p:to>
                                    </p:set>
                                    <p:anim calcmode="lin" valueType="num">
                                      <p:cBhvr additive="base">
                                        <p:cTn id="22" dur="500" fill="hold"/>
                                        <p:tgtEl>
                                          <p:spTgt spid="576515">
                                            <p:txEl>
                                              <p:pRg st="3" end="3"/>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57651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6515" grpId="0" advAuto="0" autoUpdateAnimBg="0" build="p"/>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F4790F0B-9DB6-4A31-B35B-7625BBD1F966}" type="slidenum">
              <a:rPr lang="ja-JP" altLang="en-US">
                <a:latin typeface="Arial" panose="020B0604020202020204"/>
              </a:rPr>
            </a:fld>
            <a:endParaRPr lang="en-US" altLang="ja-JP">
              <a:latin typeface="Arial" panose="020B0604020202020204"/>
            </a:endParaRPr>
          </a:p>
        </p:txBody>
      </p:sp>
      <p:sp>
        <p:nvSpPr>
          <p:cNvPr id="421891" name="Rectangle 2"/>
          <p:cNvSpPr>
            <a:spLocks noGrp="1" noChangeArrowheads="1"/>
          </p:cNvSpPr>
          <p:nvPr>
            <p:ph type="title"/>
          </p:nvPr>
        </p:nvSpPr>
        <p:spPr/>
        <p:txBody>
          <a:bodyPr/>
          <a:lstStyle/>
          <a:p>
            <a:pPr eaLnBrk="1" hangingPunct="1"/>
            <a:endParaRPr lang="zh-CN" altLang="zh-CN">
              <a:latin typeface="Times New Roman" panose="02020603050405020304" pitchFamily="18" charset="0"/>
            </a:endParaRPr>
          </a:p>
        </p:txBody>
      </p:sp>
      <p:sp>
        <p:nvSpPr>
          <p:cNvPr id="421892" name="Rectangle 3"/>
          <p:cNvSpPr>
            <a:spLocks noGrp="1" noChangeArrowheads="1"/>
          </p:cNvSpPr>
          <p:nvPr>
            <p:ph type="body" idx="1"/>
          </p:nvPr>
        </p:nvSpPr>
        <p:spPr>
          <a:xfrm>
            <a:off x="2101850" y="1152526"/>
            <a:ext cx="8642350" cy="5400675"/>
          </a:xfrm>
        </p:spPr>
        <p:txBody>
          <a:bodyPr/>
          <a:lstStyle/>
          <a:p>
            <a:pPr eaLnBrk="1" hangingPunct="1">
              <a:buSzPct val="60000"/>
              <a:buFont typeface="Wingdings" panose="05000000000000000000" pitchFamily="2" charset="2"/>
              <a:buBlip>
                <a:blip r:embed="rId1"/>
              </a:buBlip>
            </a:pPr>
            <a:r>
              <a:rPr lang="en-US" altLang="zh-CN" b="1">
                <a:solidFill>
                  <a:srgbClr val="0000FF"/>
                </a:solidFill>
                <a:latin typeface="Times New Roman" panose="02020603050405020304" pitchFamily="18" charset="0"/>
              </a:rPr>
              <a:t>10.2.1 </a:t>
            </a:r>
            <a:r>
              <a:rPr lang="zh-CN" altLang="en-US" b="1">
                <a:solidFill>
                  <a:srgbClr val="0000FF"/>
                </a:solidFill>
                <a:latin typeface="Times New Roman" panose="02020603050405020304" pitchFamily="18" charset="0"/>
              </a:rPr>
              <a:t>专家系统的定义</a:t>
            </a:r>
            <a:endParaRPr lang="zh-CN" altLang="en-US" b="1">
              <a:solidFill>
                <a:srgbClr val="0000FF"/>
              </a:solidFill>
              <a:latin typeface="Times New Roman" panose="02020603050405020304" pitchFamily="18" charset="0"/>
            </a:endParaRPr>
          </a:p>
          <a:p>
            <a:pPr eaLnBrk="1" hangingPunct="1">
              <a:buSzPct val="60000"/>
              <a:buFont typeface="Wingdings" panose="05000000000000000000" pitchFamily="2" charset="2"/>
              <a:buBlip>
                <a:blip r:embed="rId1"/>
              </a:buBlip>
            </a:pPr>
            <a:r>
              <a:rPr lang="en-US" altLang="zh-CN" b="1">
                <a:latin typeface="Times New Roman" panose="02020603050405020304" pitchFamily="18" charset="0"/>
              </a:rPr>
              <a:t>10.2.2 </a:t>
            </a:r>
            <a:r>
              <a:rPr lang="zh-CN" altLang="en-US" b="1">
                <a:latin typeface="Times New Roman" panose="02020603050405020304" pitchFamily="18" charset="0"/>
              </a:rPr>
              <a:t>专家系统的特点</a:t>
            </a:r>
            <a:endParaRPr lang="zh-CN" altLang="en-US" b="1">
              <a:latin typeface="Times New Roman" panose="02020603050405020304" pitchFamily="18" charset="0"/>
            </a:endParaRPr>
          </a:p>
          <a:p>
            <a:pPr eaLnBrk="1" hangingPunct="1">
              <a:buSzPct val="60000"/>
              <a:buFont typeface="Wingdings" panose="05000000000000000000" pitchFamily="2" charset="2"/>
              <a:buBlip>
                <a:blip r:embed="rId1"/>
              </a:buBlip>
            </a:pPr>
            <a:r>
              <a:rPr lang="en-US" altLang="zh-CN" b="1">
                <a:latin typeface="Times New Roman" panose="02020603050405020304" pitchFamily="18" charset="0"/>
              </a:rPr>
              <a:t>10.2.3 </a:t>
            </a:r>
            <a:r>
              <a:rPr lang="zh-CN" altLang="en-US" b="1">
                <a:latin typeface="Times New Roman" panose="02020603050405020304" pitchFamily="18" charset="0"/>
              </a:rPr>
              <a:t>专家系统的类型</a:t>
            </a:r>
            <a:endParaRPr lang="zh-CN" altLang="en-US" b="1">
              <a:latin typeface="Times New Roman" panose="02020603050405020304" pitchFamily="18" charset="0"/>
            </a:endParaRPr>
          </a:p>
          <a:p>
            <a:pPr eaLnBrk="1" hangingPunct="1">
              <a:buSzPct val="60000"/>
              <a:buFont typeface="Wingdings" panose="05000000000000000000" pitchFamily="2" charset="2"/>
              <a:buBlip>
                <a:blip r:embed="rId1"/>
              </a:buBlip>
            </a:pPr>
            <a:r>
              <a:rPr lang="en-US" altLang="zh-CN" b="1">
                <a:latin typeface="Times New Roman" panose="02020603050405020304" pitchFamily="18" charset="0"/>
              </a:rPr>
              <a:t>10.2.4 </a:t>
            </a:r>
            <a:r>
              <a:rPr lang="zh-CN" altLang="en-US" b="1">
                <a:latin typeface="Times New Roman" panose="02020603050405020304" pitchFamily="18" charset="0"/>
              </a:rPr>
              <a:t>专家系统的应用</a:t>
            </a:r>
            <a:endParaRPr lang="zh-CN" altLang="en-US" b="1">
              <a:latin typeface="Times New Roman" panose="02020603050405020304" pitchFamily="18" charset="0"/>
            </a:endParaRPr>
          </a:p>
        </p:txBody>
      </p:sp>
      <p:sp>
        <p:nvSpPr>
          <p:cNvPr id="421893" name="Rectangle 4"/>
          <p:cNvSpPr>
            <a:spLocks noChangeArrowheads="1"/>
          </p:cNvSpPr>
          <p:nvPr/>
        </p:nvSpPr>
        <p:spPr bwMode="auto">
          <a:xfrm>
            <a:off x="1524000" y="1"/>
            <a:ext cx="9144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530">
              <a:defRPr>
                <a:solidFill>
                  <a:schemeClr val="tx1"/>
                </a:solidFill>
                <a:latin typeface="Verdana" panose="020B0604030504040204" pitchFamily="34" charset="0"/>
                <a:ea typeface="宋体" panose="02010600030101010101" pitchFamily="2" charset="-122"/>
              </a:defRPr>
            </a:lvl1pPr>
            <a:lvl2pPr indent="176530">
              <a:defRPr>
                <a:solidFill>
                  <a:schemeClr val="tx1"/>
                </a:solidFill>
                <a:latin typeface="Verdana" panose="020B0604030504040204" pitchFamily="34" charset="0"/>
                <a:ea typeface="宋体" panose="02010600030101010101" pitchFamily="2" charset="-122"/>
              </a:defRPr>
            </a:lvl2pPr>
            <a:lvl3pPr indent="176530">
              <a:defRPr>
                <a:solidFill>
                  <a:schemeClr val="tx1"/>
                </a:solidFill>
                <a:latin typeface="Verdana" panose="020B0604030504040204" pitchFamily="34" charset="0"/>
                <a:ea typeface="宋体" panose="02010600030101010101" pitchFamily="2" charset="-122"/>
              </a:defRPr>
            </a:lvl3pPr>
            <a:lvl4pPr indent="176530">
              <a:defRPr>
                <a:solidFill>
                  <a:schemeClr val="tx1"/>
                </a:solidFill>
                <a:latin typeface="Verdana" panose="020B0604030504040204" pitchFamily="34" charset="0"/>
                <a:ea typeface="宋体" panose="02010600030101010101" pitchFamily="2" charset="-122"/>
              </a:defRPr>
            </a:lvl4pPr>
            <a:lvl5pPr indent="176530">
              <a:defRPr>
                <a:solidFill>
                  <a:schemeClr val="tx1"/>
                </a:solidFill>
                <a:latin typeface="Verdana" panose="020B0604030504040204" pitchFamily="34" charset="0"/>
                <a:ea typeface="宋体" panose="02010600030101010101" pitchFamily="2" charset="-122"/>
              </a:defRPr>
            </a:lvl5pPr>
            <a:lvl6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600">
                <a:solidFill>
                  <a:srgbClr val="FFFFFF"/>
                </a:solidFill>
                <a:latin typeface="Times New Roman" panose="02020603050405020304" pitchFamily="18" charset="0"/>
                <a:ea typeface="黑体" panose="02010609060101010101" pitchFamily="49" charset="-122"/>
              </a:rPr>
              <a:t>10.2  </a:t>
            </a:r>
            <a:r>
              <a:rPr lang="zh-CN" altLang="en-US" sz="3600">
                <a:solidFill>
                  <a:srgbClr val="FFFFFF"/>
                </a:solidFill>
                <a:latin typeface="Times New Roman" panose="02020603050405020304" pitchFamily="18" charset="0"/>
                <a:ea typeface="黑体" panose="02010609060101010101" pitchFamily="49" charset="-122"/>
              </a:rPr>
              <a:t>专家系统的概念</a:t>
            </a:r>
            <a:endParaRPr lang="zh-CN" altLang="en-US" sz="3600">
              <a:solidFill>
                <a:srgbClr val="FFFFFF"/>
              </a:solidFill>
              <a:latin typeface="Times New Roman" panose="02020603050405020304" pitchFamily="18" charset="0"/>
              <a:ea typeface="黑体" panose="02010609060101010101" pitchFamily="49" charset="-122"/>
            </a:endParaRPr>
          </a:p>
        </p:txBody>
      </p:sp>
    </p:spTree>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3"/>
          <p:cNvSpPr>
            <a:spLocks noGrp="1"/>
          </p:cNvSpPr>
          <p:nvPr>
            <p:ph type="sldNum" sz="quarter" idx="10"/>
          </p:nvPr>
        </p:nvSpPr>
        <p:spPr/>
        <p:txBody>
          <a:bodyPr/>
          <a:lstStyle/>
          <a:p>
            <a:pPr fontAlgn="base">
              <a:spcBef>
                <a:spcPct val="0"/>
              </a:spcBef>
              <a:spcAft>
                <a:spcPct val="0"/>
              </a:spcAft>
              <a:defRPr/>
            </a:pPr>
            <a:fld id="{C3C180F9-67CC-411B-AA57-32EE1C3CEEDF}" type="slidenum">
              <a:rPr lang="ja-JP" altLang="en-US">
                <a:latin typeface="Arial" panose="020B0604020202020204"/>
              </a:rPr>
            </a:fld>
            <a:endParaRPr lang="en-US" altLang="ja-JP">
              <a:latin typeface="Arial" panose="020B0604020202020204"/>
            </a:endParaRPr>
          </a:p>
        </p:txBody>
      </p:sp>
      <p:sp>
        <p:nvSpPr>
          <p:cNvPr id="422915"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rPr>
              <a:t>10.2.1  </a:t>
            </a:r>
            <a:r>
              <a:rPr lang="zh-CN" altLang="en-US" sz="4200" b="0">
                <a:latin typeface="Times New Roman" panose="02020603050405020304" pitchFamily="18" charset="0"/>
                <a:ea typeface="黑体" panose="02010609060101010101" pitchFamily="49" charset="-122"/>
              </a:rPr>
              <a:t>专家系统的定义</a:t>
            </a:r>
            <a:endParaRPr lang="zh-CN" altLang="en-US">
              <a:latin typeface="Times New Roman" panose="02020603050405020304" pitchFamily="18" charset="0"/>
            </a:endParaRPr>
          </a:p>
        </p:txBody>
      </p:sp>
      <p:sp>
        <p:nvSpPr>
          <p:cNvPr id="422916" name="Rectangle 3"/>
          <p:cNvSpPr>
            <a:spLocks noGrp="1" noChangeArrowheads="1"/>
          </p:cNvSpPr>
          <p:nvPr>
            <p:ph type="body" idx="1"/>
          </p:nvPr>
        </p:nvSpPr>
        <p:spPr>
          <a:xfrm>
            <a:off x="1828800" y="914400"/>
            <a:ext cx="8458200" cy="4038600"/>
          </a:xfrm>
        </p:spPr>
        <p:txBody>
          <a:bodyPr/>
          <a:lstStyle/>
          <a:p>
            <a:pPr marL="0" indent="0" algn="just" eaLnBrk="1" hangingPunct="1">
              <a:buNone/>
            </a:pPr>
            <a:r>
              <a:rPr lang="en-US" altLang="zh-CN" b="1">
                <a:solidFill>
                  <a:srgbClr val="000000"/>
                </a:solidFill>
                <a:latin typeface="Times New Roman" panose="02020603050405020304" pitchFamily="18" charset="0"/>
              </a:rPr>
              <a:t>1.  </a:t>
            </a:r>
            <a:r>
              <a:rPr lang="zh-CN" altLang="en-US" b="1">
                <a:solidFill>
                  <a:srgbClr val="000000"/>
                </a:solidFill>
                <a:latin typeface="Times New Roman" panose="02020603050405020304" pitchFamily="18" charset="0"/>
              </a:rPr>
              <a:t>定义</a:t>
            </a:r>
            <a:endParaRPr lang="zh-CN" altLang="en-US" b="1">
              <a:solidFill>
                <a:srgbClr val="000000"/>
              </a:solidFill>
              <a:latin typeface="Times New Roman" panose="02020603050405020304" pitchFamily="18" charset="0"/>
            </a:endParaRPr>
          </a:p>
          <a:p>
            <a:pPr marL="0" indent="0" algn="just" eaLnBrk="1" hangingPunct="1">
              <a:buNone/>
            </a:pPr>
            <a:endParaRPr lang="en-US" altLang="zh-CN" b="1">
              <a:solidFill>
                <a:srgbClr val="000000"/>
              </a:solidFill>
              <a:latin typeface="Times New Roman" panose="02020603050405020304" pitchFamily="18" charset="0"/>
            </a:endParaRPr>
          </a:p>
        </p:txBody>
      </p:sp>
      <p:sp>
        <p:nvSpPr>
          <p:cNvPr id="578564" name="Rectangle 4"/>
          <p:cNvSpPr>
            <a:spLocks noChangeArrowheads="1"/>
          </p:cNvSpPr>
          <p:nvPr/>
        </p:nvSpPr>
        <p:spPr bwMode="auto">
          <a:xfrm>
            <a:off x="1866900" y="1676400"/>
            <a:ext cx="8458200" cy="1752600"/>
          </a:xfrm>
          <a:prstGeom prst="rect">
            <a:avLst/>
          </a:prstGeom>
          <a:gradFill rotWithShape="1">
            <a:gsLst>
              <a:gs pos="0">
                <a:srgbClr val="FFFF00"/>
              </a:gs>
              <a:gs pos="100000">
                <a:schemeClr val="bg1"/>
              </a:gs>
            </a:gsLst>
            <a:path path="shape">
              <a:fillToRect l="50000" t="50000" r="50000" b="5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09980" indent="-43688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695450" indent="-395605">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580" indent="-398780">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78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98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418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38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gn="just" fontAlgn="base">
              <a:spcAft>
                <a:spcPct val="0"/>
              </a:spcAft>
              <a:buClr>
                <a:srgbClr val="CC0000"/>
              </a:buClr>
              <a:buBlip>
                <a:blip r:embed="rId1"/>
              </a:buBlip>
            </a:pPr>
            <a:r>
              <a:rPr lang="en-US" altLang="zh-CN" sz="2600" b="1">
                <a:solidFill>
                  <a:srgbClr val="000000"/>
                </a:solidFill>
                <a:latin typeface="Times New Roman" panose="02020603050405020304" pitchFamily="18" charset="0"/>
              </a:rPr>
              <a:t> </a:t>
            </a:r>
            <a:r>
              <a:rPr lang="zh-CN" altLang="en-US" sz="2600" b="1">
                <a:solidFill>
                  <a:srgbClr val="000000"/>
                </a:solidFill>
                <a:latin typeface="Times New Roman" panose="02020603050405020304" pitchFamily="18" charset="0"/>
              </a:rPr>
              <a:t>费根鲍姆（</a:t>
            </a:r>
            <a:r>
              <a:rPr lang="en-US" altLang="zh-CN" sz="2600" b="1">
                <a:solidFill>
                  <a:srgbClr val="000000"/>
                </a:solidFill>
                <a:latin typeface="Times New Roman" panose="02020603050405020304" pitchFamily="18" charset="0"/>
                <a:cs typeface="Times New Roman" panose="02020603050405020304" pitchFamily="18" charset="0"/>
              </a:rPr>
              <a:t>E. A. Feigenbaum</a:t>
            </a:r>
            <a:r>
              <a:rPr lang="zh-CN" altLang="en-US" sz="2600" b="1">
                <a:solidFill>
                  <a:srgbClr val="000000"/>
                </a:solidFill>
                <a:latin typeface="Times New Roman" panose="02020603050405020304" pitchFamily="18" charset="0"/>
              </a:rPr>
              <a:t>）： </a:t>
            </a:r>
            <a:endParaRPr lang="zh-CN" altLang="en-US" sz="2600" b="1">
              <a:solidFill>
                <a:srgbClr val="000000"/>
              </a:solidFill>
              <a:latin typeface="Times New Roman" panose="02020603050405020304" pitchFamily="18" charset="0"/>
            </a:endParaRPr>
          </a:p>
          <a:p>
            <a:pPr algn="just" fontAlgn="base">
              <a:spcAft>
                <a:spcPct val="0"/>
              </a:spcAft>
              <a:buClr>
                <a:srgbClr val="CC0000"/>
              </a:buClr>
              <a:buNone/>
            </a:pPr>
            <a:r>
              <a:rPr lang="zh-CN" altLang="en-US" sz="2600" b="1">
                <a:solidFill>
                  <a:srgbClr val="000000"/>
                </a:solidFill>
                <a:latin typeface="Times New Roman" panose="02020603050405020304" pitchFamily="18" charset="0"/>
              </a:rPr>
              <a:t> “专家系统是一种</a:t>
            </a:r>
            <a:r>
              <a:rPr lang="zh-CN" altLang="en-US" sz="2600" b="1">
                <a:solidFill>
                  <a:srgbClr val="CC0000"/>
                </a:solidFill>
                <a:latin typeface="Times New Roman" panose="02020603050405020304" pitchFamily="18" charset="0"/>
              </a:rPr>
              <a:t>智能的计算机程序</a:t>
            </a:r>
            <a:r>
              <a:rPr lang="zh-CN" altLang="en-US" sz="2600" b="1">
                <a:solidFill>
                  <a:srgbClr val="000000"/>
                </a:solidFill>
                <a:latin typeface="Times New Roman" panose="02020603050405020304" pitchFamily="18" charset="0"/>
              </a:rPr>
              <a:t>，它运用</a:t>
            </a:r>
            <a:r>
              <a:rPr lang="zh-CN" altLang="en-US" sz="2600" b="1">
                <a:solidFill>
                  <a:srgbClr val="CC0000"/>
                </a:solidFill>
                <a:latin typeface="Times New Roman" panose="02020603050405020304" pitchFamily="18" charset="0"/>
              </a:rPr>
              <a:t>知识</a:t>
            </a:r>
            <a:r>
              <a:rPr lang="zh-CN" altLang="en-US" sz="2600" b="1">
                <a:solidFill>
                  <a:srgbClr val="000000"/>
                </a:solidFill>
                <a:latin typeface="Times New Roman" panose="02020603050405020304" pitchFamily="18" charset="0"/>
              </a:rPr>
              <a:t>和</a:t>
            </a:r>
            <a:r>
              <a:rPr lang="zh-CN" altLang="en-US" sz="2600" b="1">
                <a:solidFill>
                  <a:srgbClr val="CC0000"/>
                </a:solidFill>
                <a:latin typeface="Times New Roman" panose="02020603050405020304" pitchFamily="18" charset="0"/>
              </a:rPr>
              <a:t>推理</a:t>
            </a:r>
            <a:r>
              <a:rPr lang="zh-CN" altLang="en-US" sz="2600" b="1">
                <a:solidFill>
                  <a:srgbClr val="000000"/>
                </a:solidFill>
                <a:latin typeface="Times New Roman" panose="02020603050405020304" pitchFamily="18" charset="0"/>
              </a:rPr>
              <a:t>来解决只有专家才能解决的复杂问题。”</a:t>
            </a:r>
            <a:r>
              <a:rPr lang="zh-CN" altLang="en-US" sz="2600" b="1">
                <a:solidFill>
                  <a:srgbClr val="000000"/>
                </a:solidFill>
              </a:rPr>
              <a:t> </a:t>
            </a:r>
            <a:endParaRPr lang="zh-CN" altLang="en-US" sz="2600" b="1">
              <a:solidFill>
                <a:srgbClr val="000000"/>
              </a:solidFill>
              <a:latin typeface="Times New Roman" panose="02020603050405020304" pitchFamily="18" charset="0"/>
            </a:endParaRPr>
          </a:p>
        </p:txBody>
      </p:sp>
      <p:sp>
        <p:nvSpPr>
          <p:cNvPr id="578565" name="Rectangle 5"/>
          <p:cNvSpPr>
            <a:spLocks noChangeArrowheads="1"/>
          </p:cNvSpPr>
          <p:nvPr/>
        </p:nvSpPr>
        <p:spPr bwMode="auto">
          <a:xfrm>
            <a:off x="1828800" y="3886201"/>
            <a:ext cx="8534400" cy="549381"/>
          </a:xfrm>
          <a:prstGeom prst="rect">
            <a:avLst/>
          </a:prstGeom>
          <a:gradFill rotWithShape="1">
            <a:gsLst>
              <a:gs pos="0">
                <a:srgbClr val="CCFFCC"/>
              </a:gs>
              <a:gs pos="100000">
                <a:schemeClr val="bg1"/>
              </a:gs>
            </a:gsLst>
            <a:path path="shape">
              <a:fillToRect l="50000" t="50000" r="50000" b="5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lnSpc>
                <a:spcPct val="130000"/>
              </a:lnSpc>
              <a:spcBef>
                <a:spcPct val="0"/>
              </a:spcBef>
              <a:spcAft>
                <a:spcPct val="0"/>
              </a:spcAft>
              <a:buBlip>
                <a:blip r:embed="rId1"/>
              </a:buBlip>
            </a:pPr>
            <a:r>
              <a:rPr lang="en-US" altLang="zh-CN" sz="2600">
                <a:solidFill>
                  <a:srgbClr val="000000"/>
                </a:solidFill>
              </a:rPr>
              <a:t> </a:t>
            </a:r>
            <a:r>
              <a:rPr lang="zh-CN" altLang="en-US" sz="2600" b="1">
                <a:solidFill>
                  <a:srgbClr val="000000"/>
                </a:solidFill>
              </a:rPr>
              <a:t>专家系统：一类包含知识和推理的智能计算机程序</a:t>
            </a:r>
            <a:r>
              <a:rPr lang="zh-CN" altLang="en-US" sz="2600">
                <a:solidFill>
                  <a:srgbClr val="000000"/>
                </a:solidFill>
              </a:rPr>
              <a:t> </a:t>
            </a:r>
            <a:r>
              <a:rPr lang="zh-CN" altLang="en-US" sz="2600" b="1">
                <a:solidFill>
                  <a:srgbClr val="000000"/>
                </a:solidFill>
              </a:rPr>
              <a:t>。</a:t>
            </a:r>
            <a:endParaRPr lang="zh-CN" altLang="en-US" sz="2600" b="1">
              <a:solidFill>
                <a:srgbClr val="000000"/>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78564">
                                            <p:txEl>
                                              <p:pRg st="0" end="0"/>
                                            </p:txEl>
                                          </p:spTgt>
                                        </p:tgtEl>
                                        <p:attrNameLst>
                                          <p:attrName>style.visibility</p:attrName>
                                        </p:attrNameLst>
                                      </p:cBhvr>
                                      <p:to>
                                        <p:strVal val="visible"/>
                                      </p:to>
                                    </p:set>
                                    <p:anim calcmode="lin" valueType="num">
                                      <p:cBhvr additive="base">
                                        <p:cTn id="7" dur="500" fill="hold"/>
                                        <p:tgtEl>
                                          <p:spTgt spid="57856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7856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78564">
                                            <p:txEl>
                                              <p:pRg st="1" end="1"/>
                                            </p:txEl>
                                          </p:spTgt>
                                        </p:tgtEl>
                                        <p:attrNameLst>
                                          <p:attrName>style.visibility</p:attrName>
                                        </p:attrNameLst>
                                      </p:cBhvr>
                                      <p:to>
                                        <p:strVal val="visible"/>
                                      </p:to>
                                    </p:set>
                                    <p:anim calcmode="lin" valueType="num">
                                      <p:cBhvr additive="base">
                                        <p:cTn id="13" dur="500" fill="hold"/>
                                        <p:tgtEl>
                                          <p:spTgt spid="57856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7856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0" presetClass="entr" presetSubtype="0" fill="hold" grpId="0" nodeType="clickEffect">
                                  <p:stCondLst>
                                    <p:cond delay="0"/>
                                  </p:stCondLst>
                                  <p:childTnLst>
                                    <p:set>
                                      <p:cBhvr>
                                        <p:cTn id="18" dur="1" fill="hold">
                                          <p:stCondLst>
                                            <p:cond delay="0"/>
                                          </p:stCondLst>
                                        </p:cTn>
                                        <p:tgtEl>
                                          <p:spTgt spid="578565"/>
                                        </p:tgtEl>
                                        <p:attrNameLst>
                                          <p:attrName>style.visibility</p:attrName>
                                        </p:attrNameLst>
                                      </p:cBhvr>
                                      <p:to>
                                        <p:strVal val="visible"/>
                                      </p:to>
                                    </p:set>
                                    <p:animEffect transition="in" filter="fade">
                                      <p:cBhvr>
                                        <p:cTn id="19" dur="800" decel="100000"/>
                                        <p:tgtEl>
                                          <p:spTgt spid="578565"/>
                                        </p:tgtEl>
                                      </p:cBhvr>
                                    </p:animEffect>
                                    <p:anim calcmode="lin" valueType="num">
                                      <p:cBhvr>
                                        <p:cTn id="20" dur="800" decel="100000" fill="hold"/>
                                        <p:tgtEl>
                                          <p:spTgt spid="578565"/>
                                        </p:tgtEl>
                                        <p:attrNameLst>
                                          <p:attrName>style.rotation</p:attrName>
                                        </p:attrNameLst>
                                      </p:cBhvr>
                                      <p:tavLst>
                                        <p:tav tm="0">
                                          <p:val>
                                            <p:fltVal val="-90"/>
                                          </p:val>
                                        </p:tav>
                                        <p:tav tm="100000">
                                          <p:val>
                                            <p:fltVal val="0"/>
                                          </p:val>
                                        </p:tav>
                                      </p:tavLst>
                                    </p:anim>
                                    <p:anim calcmode="lin" valueType="num">
                                      <p:cBhvr>
                                        <p:cTn id="21" dur="800" decel="100000" fill="hold"/>
                                        <p:tgtEl>
                                          <p:spTgt spid="578565"/>
                                        </p:tgtEl>
                                        <p:attrNameLst>
                                          <p:attrName>ppt_x</p:attrName>
                                        </p:attrNameLst>
                                      </p:cBhvr>
                                      <p:tavLst>
                                        <p:tav tm="0">
                                          <p:val>
                                            <p:strVal val="#ppt_x+0.4"/>
                                          </p:val>
                                        </p:tav>
                                        <p:tav tm="100000">
                                          <p:val>
                                            <p:strVal val="#ppt_x-0.05"/>
                                          </p:val>
                                        </p:tav>
                                      </p:tavLst>
                                    </p:anim>
                                    <p:anim calcmode="lin" valueType="num">
                                      <p:cBhvr>
                                        <p:cTn id="22" dur="800" decel="100000" fill="hold"/>
                                        <p:tgtEl>
                                          <p:spTgt spid="578565"/>
                                        </p:tgtEl>
                                        <p:attrNameLst>
                                          <p:attrName>ppt_y</p:attrName>
                                        </p:attrNameLst>
                                      </p:cBhvr>
                                      <p:tavLst>
                                        <p:tav tm="0">
                                          <p:val>
                                            <p:strVal val="#ppt_y-0.4"/>
                                          </p:val>
                                        </p:tav>
                                        <p:tav tm="100000">
                                          <p:val>
                                            <p:strVal val="#ppt_y+0.1"/>
                                          </p:val>
                                        </p:tav>
                                      </p:tavLst>
                                    </p:anim>
                                    <p:anim calcmode="lin" valueType="num">
                                      <p:cBhvr>
                                        <p:cTn id="23" dur="200" accel="100000" fill="hold">
                                          <p:stCondLst>
                                            <p:cond delay="800"/>
                                          </p:stCondLst>
                                        </p:cTn>
                                        <p:tgtEl>
                                          <p:spTgt spid="578565"/>
                                        </p:tgtEl>
                                        <p:attrNameLst>
                                          <p:attrName>ppt_x</p:attrName>
                                        </p:attrNameLst>
                                      </p:cBhvr>
                                      <p:tavLst>
                                        <p:tav tm="0">
                                          <p:val>
                                            <p:strVal val="#ppt_x-0.05"/>
                                          </p:val>
                                        </p:tav>
                                        <p:tav tm="100000">
                                          <p:val>
                                            <p:strVal val="#ppt_x"/>
                                          </p:val>
                                        </p:tav>
                                      </p:tavLst>
                                    </p:anim>
                                    <p:anim calcmode="lin" valueType="num">
                                      <p:cBhvr>
                                        <p:cTn id="24" dur="200" accel="100000" fill="hold">
                                          <p:stCondLst>
                                            <p:cond delay="800"/>
                                          </p:stCondLst>
                                        </p:cTn>
                                        <p:tgtEl>
                                          <p:spTgt spid="578565"/>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8564" grpId="0" autoUpdateAnimBg="0" build="p"/>
      <p:bldP spid="578565"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A579AB58-EA95-46A8-86B7-12A94190237E}" type="slidenum">
              <a:rPr lang="ja-JP" altLang="en-US">
                <a:latin typeface="Arial" panose="020B0604020202020204"/>
              </a:rPr>
            </a:fld>
            <a:endParaRPr lang="en-US" altLang="ja-JP">
              <a:latin typeface="Arial" panose="020B0604020202020204"/>
            </a:endParaRPr>
          </a:p>
        </p:txBody>
      </p:sp>
      <p:sp>
        <p:nvSpPr>
          <p:cNvPr id="423939"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rPr>
              <a:t>10.2.1  </a:t>
            </a:r>
            <a:r>
              <a:rPr lang="zh-CN" altLang="en-US" sz="4200" b="0">
                <a:latin typeface="Times New Roman" panose="02020603050405020304" pitchFamily="18" charset="0"/>
                <a:ea typeface="黑体" panose="02010609060101010101" pitchFamily="49" charset="-122"/>
              </a:rPr>
              <a:t>专家系统的定义</a:t>
            </a:r>
            <a:endParaRPr lang="zh-CN" altLang="en-US">
              <a:latin typeface="Times New Roman" panose="02020603050405020304" pitchFamily="18" charset="0"/>
            </a:endParaRPr>
          </a:p>
        </p:txBody>
      </p:sp>
      <p:sp>
        <p:nvSpPr>
          <p:cNvPr id="423940" name="Rectangle 3"/>
          <p:cNvSpPr>
            <a:spLocks noGrp="1" noChangeArrowheads="1"/>
          </p:cNvSpPr>
          <p:nvPr>
            <p:ph type="body" idx="1"/>
          </p:nvPr>
        </p:nvSpPr>
        <p:spPr>
          <a:xfrm>
            <a:off x="1752600" y="838200"/>
            <a:ext cx="8458200" cy="6324600"/>
          </a:xfrm>
        </p:spPr>
        <p:txBody>
          <a:bodyPr/>
          <a:lstStyle/>
          <a:p>
            <a:pPr marL="0" indent="0" algn="just" eaLnBrk="1" hangingPunct="1">
              <a:buNone/>
            </a:pPr>
            <a:r>
              <a:rPr lang="en-US" altLang="zh-CN" b="1">
                <a:solidFill>
                  <a:srgbClr val="000000"/>
                </a:solidFill>
                <a:latin typeface="Times New Roman" panose="02020603050405020304" pitchFamily="18" charset="0"/>
              </a:rPr>
              <a:t>    2.  </a:t>
            </a:r>
            <a:r>
              <a:rPr lang="zh-CN" altLang="en-US" b="1">
                <a:solidFill>
                  <a:srgbClr val="000000"/>
                </a:solidFill>
                <a:latin typeface="Times New Roman" panose="02020603050405020304" pitchFamily="18" charset="0"/>
              </a:rPr>
              <a:t>专家系统的基本组成 </a:t>
            </a:r>
            <a:endParaRPr lang="zh-CN" altLang="en-US" b="1">
              <a:solidFill>
                <a:srgbClr val="000000"/>
              </a:solidFill>
              <a:latin typeface="Times New Roman" panose="02020603050405020304" pitchFamily="18" charset="0"/>
            </a:endParaRPr>
          </a:p>
        </p:txBody>
      </p:sp>
      <p:graphicFrame>
        <p:nvGraphicFramePr>
          <p:cNvPr id="579588" name="Object 4"/>
          <p:cNvGraphicFramePr>
            <a:graphicFrameLocks noChangeAspect="1"/>
          </p:cNvGraphicFramePr>
          <p:nvPr>
            <p:ph idx="4294967295"/>
          </p:nvPr>
        </p:nvGraphicFramePr>
        <p:xfrm>
          <a:off x="2286000" y="1447800"/>
          <a:ext cx="8077200" cy="5029200"/>
        </p:xfrm>
        <a:graphic>
          <a:graphicData uri="http://schemas.openxmlformats.org/presentationml/2006/ole">
            <mc:AlternateContent xmlns:mc="http://schemas.openxmlformats.org/markup-compatibility/2006">
              <mc:Choice xmlns:v="urn:schemas-microsoft-com:vml" Requires="v">
                <p:oleObj spid="_x0000_s1027" name="SmartDraw" r:id="rId1" imgW="4525010" imgH="4122420" progId="SmartDraw.2">
                  <p:embed/>
                </p:oleObj>
              </mc:Choice>
              <mc:Fallback>
                <p:oleObj name="SmartDraw" r:id="rId1" imgW="4525010" imgH="4122420" progId="SmartDraw.2">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447800"/>
                        <a:ext cx="80772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79588"/>
                                        </p:tgtEl>
                                        <p:attrNameLst>
                                          <p:attrName>style.visibility</p:attrName>
                                        </p:attrNameLst>
                                      </p:cBhvr>
                                      <p:to>
                                        <p:strVal val="visible"/>
                                      </p:to>
                                    </p:set>
                                    <p:animEffect transition="in" filter="dissolve">
                                      <p:cBhvr>
                                        <p:cTn id="7" dur="500"/>
                                        <p:tgtEl>
                                          <p:spTgt spid="5795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3F773DD3-CCF7-4793-9AB5-180150026FAE}" type="slidenum">
              <a:rPr lang="ja-JP" altLang="en-US">
                <a:latin typeface="Arial" panose="020B0604020202020204"/>
              </a:rPr>
            </a:fld>
            <a:endParaRPr lang="en-US" altLang="ja-JP">
              <a:latin typeface="Arial" panose="020B0604020202020204"/>
            </a:endParaRPr>
          </a:p>
        </p:txBody>
      </p:sp>
      <p:sp>
        <p:nvSpPr>
          <p:cNvPr id="424963" name="Rectangle 2"/>
          <p:cNvSpPr>
            <a:spLocks noGrp="1" noChangeArrowheads="1"/>
          </p:cNvSpPr>
          <p:nvPr>
            <p:ph type="title"/>
          </p:nvPr>
        </p:nvSpPr>
        <p:spPr/>
        <p:txBody>
          <a:bodyPr/>
          <a:lstStyle/>
          <a:p>
            <a:pPr eaLnBrk="1" hangingPunct="1"/>
            <a:endParaRPr lang="zh-CN" altLang="zh-CN">
              <a:latin typeface="Times New Roman" panose="02020603050405020304" pitchFamily="18" charset="0"/>
            </a:endParaRPr>
          </a:p>
        </p:txBody>
      </p:sp>
      <p:sp>
        <p:nvSpPr>
          <p:cNvPr id="424964" name="Rectangle 3"/>
          <p:cNvSpPr>
            <a:spLocks noGrp="1" noChangeArrowheads="1"/>
          </p:cNvSpPr>
          <p:nvPr>
            <p:ph type="body" idx="1"/>
          </p:nvPr>
        </p:nvSpPr>
        <p:spPr>
          <a:xfrm>
            <a:off x="2025650" y="1143001"/>
            <a:ext cx="8642350" cy="5400675"/>
          </a:xfrm>
        </p:spPr>
        <p:txBody>
          <a:bodyPr/>
          <a:lstStyle/>
          <a:p>
            <a:pPr eaLnBrk="1" hangingPunct="1">
              <a:buSzPct val="60000"/>
              <a:buFont typeface="Wingdings" panose="05000000000000000000" pitchFamily="2" charset="2"/>
              <a:buBlip>
                <a:blip r:embed="rId1"/>
              </a:buBlip>
            </a:pPr>
            <a:r>
              <a:rPr lang="en-US" altLang="zh-CN" b="1">
                <a:latin typeface="Times New Roman" panose="02020603050405020304" pitchFamily="18" charset="0"/>
              </a:rPr>
              <a:t>10.2.1 </a:t>
            </a:r>
            <a:r>
              <a:rPr lang="zh-CN" altLang="en-US" b="1">
                <a:latin typeface="Times New Roman" panose="02020603050405020304" pitchFamily="18" charset="0"/>
              </a:rPr>
              <a:t>专家系统的定义</a:t>
            </a:r>
            <a:endParaRPr lang="zh-CN" altLang="en-US" b="1">
              <a:latin typeface="Times New Roman" panose="02020603050405020304" pitchFamily="18" charset="0"/>
            </a:endParaRPr>
          </a:p>
          <a:p>
            <a:pPr eaLnBrk="1" hangingPunct="1">
              <a:buSzPct val="60000"/>
              <a:buFont typeface="Wingdings" panose="05000000000000000000" pitchFamily="2" charset="2"/>
              <a:buBlip>
                <a:blip r:embed="rId1"/>
              </a:buBlip>
            </a:pPr>
            <a:r>
              <a:rPr lang="en-US" altLang="zh-CN" b="1">
                <a:solidFill>
                  <a:srgbClr val="0000FF"/>
                </a:solidFill>
                <a:latin typeface="Times New Roman" panose="02020603050405020304" pitchFamily="18" charset="0"/>
              </a:rPr>
              <a:t>10.2.2 </a:t>
            </a:r>
            <a:r>
              <a:rPr lang="zh-CN" altLang="en-US" b="1">
                <a:solidFill>
                  <a:srgbClr val="0000FF"/>
                </a:solidFill>
                <a:latin typeface="Times New Roman" panose="02020603050405020304" pitchFamily="18" charset="0"/>
              </a:rPr>
              <a:t>专家系统的特点</a:t>
            </a:r>
            <a:endParaRPr lang="zh-CN" altLang="en-US" b="1">
              <a:solidFill>
                <a:srgbClr val="0000FF"/>
              </a:solidFill>
              <a:latin typeface="Times New Roman" panose="02020603050405020304" pitchFamily="18" charset="0"/>
            </a:endParaRPr>
          </a:p>
          <a:p>
            <a:pPr eaLnBrk="1" hangingPunct="1">
              <a:buSzPct val="60000"/>
              <a:buFont typeface="Wingdings" panose="05000000000000000000" pitchFamily="2" charset="2"/>
              <a:buBlip>
                <a:blip r:embed="rId1"/>
              </a:buBlip>
            </a:pPr>
            <a:r>
              <a:rPr lang="en-US" altLang="zh-CN" b="1">
                <a:latin typeface="Times New Roman" panose="02020603050405020304" pitchFamily="18" charset="0"/>
              </a:rPr>
              <a:t>10.2.3 </a:t>
            </a:r>
            <a:r>
              <a:rPr lang="zh-CN" altLang="en-US" b="1">
                <a:latin typeface="Times New Roman" panose="02020603050405020304" pitchFamily="18" charset="0"/>
              </a:rPr>
              <a:t>专家系统的类型</a:t>
            </a:r>
            <a:endParaRPr lang="zh-CN" altLang="en-US" b="1">
              <a:latin typeface="Times New Roman" panose="02020603050405020304" pitchFamily="18" charset="0"/>
            </a:endParaRPr>
          </a:p>
          <a:p>
            <a:pPr eaLnBrk="1" hangingPunct="1">
              <a:buSzPct val="60000"/>
              <a:buFont typeface="Wingdings" panose="05000000000000000000" pitchFamily="2" charset="2"/>
              <a:buBlip>
                <a:blip r:embed="rId1"/>
              </a:buBlip>
            </a:pPr>
            <a:r>
              <a:rPr lang="en-US" altLang="zh-CN" b="1">
                <a:latin typeface="Times New Roman" panose="02020603050405020304" pitchFamily="18" charset="0"/>
              </a:rPr>
              <a:t>10.2.4 </a:t>
            </a:r>
            <a:r>
              <a:rPr lang="zh-CN" altLang="en-US" b="1">
                <a:latin typeface="Times New Roman" panose="02020603050405020304" pitchFamily="18" charset="0"/>
              </a:rPr>
              <a:t>专家系统的应用</a:t>
            </a:r>
            <a:endParaRPr lang="zh-CN" altLang="en-US" b="1">
              <a:latin typeface="Times New Roman" panose="02020603050405020304" pitchFamily="18" charset="0"/>
            </a:endParaRPr>
          </a:p>
        </p:txBody>
      </p:sp>
      <p:sp>
        <p:nvSpPr>
          <p:cNvPr id="424965" name="Rectangle 4"/>
          <p:cNvSpPr>
            <a:spLocks noChangeArrowheads="1"/>
          </p:cNvSpPr>
          <p:nvPr/>
        </p:nvSpPr>
        <p:spPr bwMode="auto">
          <a:xfrm>
            <a:off x="1524000" y="1"/>
            <a:ext cx="9144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530">
              <a:defRPr>
                <a:solidFill>
                  <a:schemeClr val="tx1"/>
                </a:solidFill>
                <a:latin typeface="Verdana" panose="020B0604030504040204" pitchFamily="34" charset="0"/>
                <a:ea typeface="宋体" panose="02010600030101010101" pitchFamily="2" charset="-122"/>
              </a:defRPr>
            </a:lvl1pPr>
            <a:lvl2pPr indent="176530">
              <a:defRPr>
                <a:solidFill>
                  <a:schemeClr val="tx1"/>
                </a:solidFill>
                <a:latin typeface="Verdana" panose="020B0604030504040204" pitchFamily="34" charset="0"/>
                <a:ea typeface="宋体" panose="02010600030101010101" pitchFamily="2" charset="-122"/>
              </a:defRPr>
            </a:lvl2pPr>
            <a:lvl3pPr indent="176530">
              <a:defRPr>
                <a:solidFill>
                  <a:schemeClr val="tx1"/>
                </a:solidFill>
                <a:latin typeface="Verdana" panose="020B0604030504040204" pitchFamily="34" charset="0"/>
                <a:ea typeface="宋体" panose="02010600030101010101" pitchFamily="2" charset="-122"/>
              </a:defRPr>
            </a:lvl3pPr>
            <a:lvl4pPr indent="176530">
              <a:defRPr>
                <a:solidFill>
                  <a:schemeClr val="tx1"/>
                </a:solidFill>
                <a:latin typeface="Verdana" panose="020B0604030504040204" pitchFamily="34" charset="0"/>
                <a:ea typeface="宋体" panose="02010600030101010101" pitchFamily="2" charset="-122"/>
              </a:defRPr>
            </a:lvl4pPr>
            <a:lvl5pPr indent="176530">
              <a:defRPr>
                <a:solidFill>
                  <a:schemeClr val="tx1"/>
                </a:solidFill>
                <a:latin typeface="Verdana" panose="020B0604030504040204" pitchFamily="34" charset="0"/>
                <a:ea typeface="宋体" panose="02010600030101010101" pitchFamily="2" charset="-122"/>
              </a:defRPr>
            </a:lvl5pPr>
            <a:lvl6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600">
                <a:solidFill>
                  <a:srgbClr val="FFFFFF"/>
                </a:solidFill>
                <a:latin typeface="Times New Roman" panose="02020603050405020304" pitchFamily="18" charset="0"/>
                <a:ea typeface="黑体" panose="02010609060101010101" pitchFamily="49" charset="-122"/>
              </a:rPr>
              <a:t>10.2  </a:t>
            </a:r>
            <a:r>
              <a:rPr lang="zh-CN" altLang="en-US" sz="3600">
                <a:solidFill>
                  <a:srgbClr val="FFFFFF"/>
                </a:solidFill>
                <a:latin typeface="Times New Roman" panose="02020603050405020304" pitchFamily="18" charset="0"/>
                <a:ea typeface="黑体" panose="02010609060101010101" pitchFamily="49" charset="-122"/>
              </a:rPr>
              <a:t>专家系统的概念</a:t>
            </a:r>
            <a:endParaRPr lang="zh-CN" altLang="en-US" sz="3600">
              <a:solidFill>
                <a:srgbClr val="FFFFFF"/>
              </a:solidFill>
              <a:latin typeface="Times New Roman" panose="02020603050405020304" pitchFamily="18" charset="0"/>
              <a:ea typeface="黑体" panose="02010609060101010101" pitchFamily="49" charset="-122"/>
            </a:endParaRPr>
          </a:p>
        </p:txBody>
      </p:sp>
    </p:spTree>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156C05EA-A3BE-4D9C-AF4E-8C525D0AA953}" type="slidenum">
              <a:rPr lang="ja-JP" altLang="en-US">
                <a:latin typeface="Arial" panose="020B0604020202020204"/>
              </a:rPr>
            </a:fld>
            <a:endParaRPr lang="en-US" altLang="ja-JP">
              <a:latin typeface="Arial" panose="020B0604020202020204"/>
            </a:endParaRPr>
          </a:p>
        </p:txBody>
      </p:sp>
      <p:sp>
        <p:nvSpPr>
          <p:cNvPr id="581634" name="Rectangle 2"/>
          <p:cNvSpPr>
            <a:spLocks noGrp="1" noChangeArrowheads="1"/>
          </p:cNvSpPr>
          <p:nvPr>
            <p:ph type="body" idx="1"/>
          </p:nvPr>
        </p:nvSpPr>
        <p:spPr>
          <a:xfrm>
            <a:off x="1752600" y="304800"/>
            <a:ext cx="8991600" cy="6477000"/>
          </a:xfrm>
        </p:spPr>
        <p:txBody>
          <a:bodyPr/>
          <a:lstStyle/>
          <a:p>
            <a:pPr eaLnBrk="1" hangingPunct="1">
              <a:buFont typeface="Wingdings" panose="05000000000000000000" pitchFamily="2" charset="2"/>
              <a:buNone/>
            </a:pPr>
            <a:endParaRPr lang="en-US" altLang="zh-CN">
              <a:latin typeface="Times New Roman" panose="02020603050405020304" pitchFamily="18" charset="0"/>
            </a:endParaRPr>
          </a:p>
          <a:p>
            <a:pPr eaLnBrk="1" hangingPunct="1">
              <a:buFont typeface="Wingdings" panose="05000000000000000000" pitchFamily="2" charset="2"/>
              <a:buNone/>
            </a:pPr>
            <a:r>
              <a:rPr lang="zh-CN" altLang="en-US" b="1">
                <a:latin typeface="Times New Roman" panose="02020603050405020304" pitchFamily="18" charset="0"/>
              </a:rPr>
              <a:t>（</a:t>
            </a:r>
            <a:r>
              <a:rPr lang="en-US" altLang="zh-CN" b="1">
                <a:latin typeface="Times New Roman" panose="02020603050405020304" pitchFamily="18" charset="0"/>
              </a:rPr>
              <a:t>1</a:t>
            </a:r>
            <a:r>
              <a:rPr lang="zh-CN" altLang="en-US" b="1">
                <a:latin typeface="Times New Roman" panose="02020603050405020304" pitchFamily="18" charset="0"/>
              </a:rPr>
              <a:t>）具有专家水平的专业知识。</a:t>
            </a:r>
            <a:endParaRPr lang="zh-CN" altLang="en-US" b="1">
              <a:latin typeface="Times New Roman" panose="02020603050405020304" pitchFamily="18" charset="0"/>
            </a:endParaRPr>
          </a:p>
          <a:p>
            <a:pPr eaLnBrk="1" hangingPunct="1">
              <a:buFont typeface="Wingdings" panose="05000000000000000000" pitchFamily="2" charset="2"/>
              <a:buNone/>
            </a:pPr>
            <a:r>
              <a:rPr lang="zh-CN" altLang="en-US" b="1">
                <a:latin typeface="Times New Roman" panose="02020603050405020304" pitchFamily="18" charset="0"/>
              </a:rPr>
              <a:t>（</a:t>
            </a:r>
            <a:r>
              <a:rPr lang="en-US" altLang="zh-CN" b="1">
                <a:latin typeface="Times New Roman" panose="02020603050405020304" pitchFamily="18" charset="0"/>
              </a:rPr>
              <a:t>2</a:t>
            </a:r>
            <a:r>
              <a:rPr lang="zh-CN" altLang="en-US" b="1">
                <a:latin typeface="Times New Roman" panose="02020603050405020304" pitchFamily="18" charset="0"/>
              </a:rPr>
              <a:t>）能进行有效的推理。  </a:t>
            </a:r>
            <a:endParaRPr lang="zh-CN" altLang="en-US" b="1">
              <a:latin typeface="Times New Roman" panose="02020603050405020304" pitchFamily="18" charset="0"/>
            </a:endParaRPr>
          </a:p>
          <a:p>
            <a:pPr eaLnBrk="1" hangingPunct="1">
              <a:buFont typeface="Wingdings" panose="05000000000000000000" pitchFamily="2" charset="2"/>
              <a:buNone/>
            </a:pPr>
            <a:r>
              <a:rPr lang="zh-CN" altLang="en-US" b="1">
                <a:latin typeface="Times New Roman" panose="02020603050405020304" pitchFamily="18" charset="0"/>
              </a:rPr>
              <a:t>（</a:t>
            </a:r>
            <a:r>
              <a:rPr lang="en-US" altLang="zh-CN" b="1">
                <a:latin typeface="Times New Roman" panose="02020603050405020304" pitchFamily="18" charset="0"/>
              </a:rPr>
              <a:t>3</a:t>
            </a:r>
            <a:r>
              <a:rPr lang="zh-CN" altLang="en-US" b="1">
                <a:latin typeface="Times New Roman" panose="02020603050405020304" pitchFamily="18" charset="0"/>
              </a:rPr>
              <a:t>）启发性。</a:t>
            </a:r>
            <a:endParaRPr lang="zh-CN" altLang="en-US" b="1">
              <a:latin typeface="Times New Roman" panose="02020603050405020304" pitchFamily="18" charset="0"/>
            </a:endParaRPr>
          </a:p>
          <a:p>
            <a:pPr eaLnBrk="1" hangingPunct="1">
              <a:buFont typeface="Wingdings" panose="05000000000000000000" pitchFamily="2" charset="2"/>
              <a:buNone/>
            </a:pPr>
            <a:r>
              <a:rPr lang="zh-CN" altLang="en-US" b="1">
                <a:latin typeface="Times New Roman" panose="02020603050405020304" pitchFamily="18" charset="0"/>
              </a:rPr>
              <a:t>（</a:t>
            </a:r>
            <a:r>
              <a:rPr lang="en-US" altLang="zh-CN" b="1">
                <a:latin typeface="Times New Roman" panose="02020603050405020304" pitchFamily="18" charset="0"/>
              </a:rPr>
              <a:t>4</a:t>
            </a:r>
            <a:r>
              <a:rPr lang="zh-CN" altLang="en-US" b="1">
                <a:latin typeface="Times New Roman" panose="02020603050405020304" pitchFamily="18" charset="0"/>
              </a:rPr>
              <a:t>）灵活性。</a:t>
            </a:r>
            <a:endParaRPr lang="zh-CN" altLang="en-US" b="1">
              <a:latin typeface="Times New Roman" panose="02020603050405020304" pitchFamily="18" charset="0"/>
            </a:endParaRPr>
          </a:p>
          <a:p>
            <a:pPr eaLnBrk="1" hangingPunct="1">
              <a:buFont typeface="Wingdings" panose="05000000000000000000" pitchFamily="2" charset="2"/>
              <a:buNone/>
            </a:pPr>
            <a:r>
              <a:rPr lang="zh-CN" altLang="en-US" b="1">
                <a:latin typeface="Times New Roman" panose="02020603050405020304" pitchFamily="18" charset="0"/>
              </a:rPr>
              <a:t>（</a:t>
            </a:r>
            <a:r>
              <a:rPr lang="en-US" altLang="zh-CN" b="1">
                <a:latin typeface="Times New Roman" panose="02020603050405020304" pitchFamily="18" charset="0"/>
              </a:rPr>
              <a:t>5</a:t>
            </a:r>
            <a:r>
              <a:rPr lang="zh-CN" altLang="en-US" b="1">
                <a:latin typeface="Times New Roman" panose="02020603050405020304" pitchFamily="18" charset="0"/>
              </a:rPr>
              <a:t>）透明性。</a:t>
            </a:r>
            <a:endParaRPr lang="zh-CN" altLang="en-US" b="1">
              <a:latin typeface="Times New Roman" panose="02020603050405020304" pitchFamily="18" charset="0"/>
            </a:endParaRPr>
          </a:p>
          <a:p>
            <a:pPr eaLnBrk="1" hangingPunct="1">
              <a:buFont typeface="Wingdings" panose="05000000000000000000" pitchFamily="2" charset="2"/>
              <a:buNone/>
            </a:pPr>
            <a:r>
              <a:rPr lang="zh-CN" altLang="en-US" b="1">
                <a:latin typeface="Times New Roman" panose="02020603050405020304" pitchFamily="18" charset="0"/>
              </a:rPr>
              <a:t>（</a:t>
            </a:r>
            <a:r>
              <a:rPr lang="en-US" altLang="zh-CN" b="1">
                <a:latin typeface="Times New Roman" panose="02020603050405020304" pitchFamily="18" charset="0"/>
              </a:rPr>
              <a:t>6</a:t>
            </a:r>
            <a:r>
              <a:rPr lang="zh-CN" altLang="en-US" b="1">
                <a:latin typeface="Times New Roman" panose="02020603050405020304" pitchFamily="18" charset="0"/>
              </a:rPr>
              <a:t>）交互性。</a:t>
            </a:r>
            <a:endParaRPr lang="zh-CN" altLang="en-US" b="1">
              <a:latin typeface="Times New Roman" panose="02020603050405020304" pitchFamily="18" charset="0"/>
            </a:endParaRPr>
          </a:p>
        </p:txBody>
      </p:sp>
      <p:sp>
        <p:nvSpPr>
          <p:cNvPr id="425988" name="Rectangle 3"/>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rPr>
              <a:t>10.2.2  </a:t>
            </a:r>
            <a:r>
              <a:rPr lang="zh-CN" altLang="en-US" sz="4200" b="0">
                <a:latin typeface="Times New Roman" panose="02020603050405020304" pitchFamily="18" charset="0"/>
                <a:ea typeface="黑体" panose="02010609060101010101" pitchFamily="49" charset="-122"/>
              </a:rPr>
              <a:t>专家系统的特点</a:t>
            </a:r>
            <a:endParaRPr lang="zh-CN" altLang="en-US" sz="4200" b="0">
              <a:latin typeface="Times New Roman" panose="02020603050405020304" pitchFamily="18" charset="0"/>
              <a:ea typeface="黑体" panose="02010609060101010101" pitchFamily="49" charset="-122"/>
            </a:endParaRPr>
          </a:p>
        </p:txBody>
      </p:sp>
      <p:sp>
        <p:nvSpPr>
          <p:cNvPr id="581636" name="AutoShape 4"/>
          <p:cNvSpPr/>
          <p:nvPr/>
        </p:nvSpPr>
        <p:spPr bwMode="auto">
          <a:xfrm>
            <a:off x="4038600" y="4419600"/>
            <a:ext cx="6400800" cy="876300"/>
          </a:xfrm>
          <a:prstGeom prst="borderCallout2">
            <a:avLst>
              <a:gd name="adj1" fmla="val 13042"/>
              <a:gd name="adj2" fmla="val -1190"/>
              <a:gd name="adj3" fmla="val 13042"/>
              <a:gd name="adj4" fmla="val -6671"/>
              <a:gd name="adj5" fmla="val -16847"/>
              <a:gd name="adj6" fmla="val -12352"/>
            </a:avLst>
          </a:prstGeom>
          <a:gradFill rotWithShape="1">
            <a:gsLst>
              <a:gs pos="0">
                <a:srgbClr val="FFFF00"/>
              </a:gs>
              <a:gs pos="100000">
                <a:schemeClr val="bg1"/>
              </a:gs>
            </a:gsLst>
            <a:path path="rect">
              <a:fillToRect l="100000" t="10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0"/>
              </a:spcBef>
              <a:spcAft>
                <a:spcPct val="0"/>
              </a:spcAft>
            </a:pPr>
            <a:r>
              <a:rPr lang="zh-CN" altLang="en-US" sz="2300" b="1">
                <a:solidFill>
                  <a:srgbClr val="000000"/>
                </a:solidFill>
              </a:rPr>
              <a:t>一个计算机程序系统的透明性：系统自身及其行为能被用户所理解。</a:t>
            </a:r>
            <a:r>
              <a:rPr lang="zh-CN" altLang="en-US" sz="2300">
                <a:solidFill>
                  <a:srgbClr val="000000"/>
                </a:solidFill>
              </a:rPr>
              <a:t> </a:t>
            </a:r>
            <a:endParaRPr lang="zh-CN" altLang="en-US" sz="2300">
              <a:solidFill>
                <a:srgbClr val="000000"/>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81634">
                                            <p:txEl>
                                              <p:pRg st="1" end="1"/>
                                            </p:txEl>
                                          </p:spTgt>
                                        </p:tgtEl>
                                        <p:attrNameLst>
                                          <p:attrName>style.visibility</p:attrName>
                                        </p:attrNameLst>
                                      </p:cBhvr>
                                      <p:to>
                                        <p:strVal val="visible"/>
                                      </p:to>
                                    </p:set>
                                    <p:anim calcmode="lin" valueType="num">
                                      <p:cBhvr additive="base">
                                        <p:cTn id="7" dur="500" fill="hold"/>
                                        <p:tgtEl>
                                          <p:spTgt spid="581634">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81634">
                                            <p:txEl>
                                              <p:pRg st="1" end="1"/>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581634">
                                            <p:txEl>
                                              <p:pRg st="2" end="2"/>
                                            </p:txEl>
                                          </p:spTgt>
                                        </p:tgtEl>
                                        <p:attrNameLst>
                                          <p:attrName>style.visibility</p:attrName>
                                        </p:attrNameLst>
                                      </p:cBhvr>
                                      <p:to>
                                        <p:strVal val="visible"/>
                                      </p:to>
                                    </p:set>
                                    <p:anim calcmode="lin" valueType="num">
                                      <p:cBhvr additive="base">
                                        <p:cTn id="12" dur="500" fill="hold"/>
                                        <p:tgtEl>
                                          <p:spTgt spid="581634">
                                            <p:txEl>
                                              <p:pRg st="2" end="2"/>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581634">
                                            <p:txEl>
                                              <p:pRg st="2" end="2"/>
                                            </p:txEl>
                                          </p:spTgt>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581634">
                                            <p:txEl>
                                              <p:pRg st="3" end="3"/>
                                            </p:txEl>
                                          </p:spTgt>
                                        </p:tgtEl>
                                        <p:attrNameLst>
                                          <p:attrName>style.visibility</p:attrName>
                                        </p:attrNameLst>
                                      </p:cBhvr>
                                      <p:to>
                                        <p:strVal val="visible"/>
                                      </p:to>
                                    </p:set>
                                    <p:anim calcmode="lin" valueType="num">
                                      <p:cBhvr additive="base">
                                        <p:cTn id="17" dur="500" fill="hold"/>
                                        <p:tgtEl>
                                          <p:spTgt spid="581634">
                                            <p:txEl>
                                              <p:pRg st="3" end="3"/>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581634">
                                            <p:txEl>
                                              <p:pRg st="3" end="3"/>
                                            </p:txEl>
                                          </p:spTgt>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581634">
                                            <p:txEl>
                                              <p:pRg st="4" end="4"/>
                                            </p:txEl>
                                          </p:spTgt>
                                        </p:tgtEl>
                                        <p:attrNameLst>
                                          <p:attrName>style.visibility</p:attrName>
                                        </p:attrNameLst>
                                      </p:cBhvr>
                                      <p:to>
                                        <p:strVal val="visible"/>
                                      </p:to>
                                    </p:set>
                                    <p:anim calcmode="lin" valueType="num">
                                      <p:cBhvr additive="base">
                                        <p:cTn id="22" dur="500" fill="hold"/>
                                        <p:tgtEl>
                                          <p:spTgt spid="581634">
                                            <p:txEl>
                                              <p:pRg st="4" end="4"/>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581634">
                                            <p:txEl>
                                              <p:pRg st="4" end="4"/>
                                            </p:txEl>
                                          </p:spTgt>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581634">
                                            <p:txEl>
                                              <p:pRg st="5" end="5"/>
                                            </p:txEl>
                                          </p:spTgt>
                                        </p:tgtEl>
                                        <p:attrNameLst>
                                          <p:attrName>style.visibility</p:attrName>
                                        </p:attrNameLst>
                                      </p:cBhvr>
                                      <p:to>
                                        <p:strVal val="visible"/>
                                      </p:to>
                                    </p:set>
                                    <p:anim calcmode="lin" valueType="num">
                                      <p:cBhvr additive="base">
                                        <p:cTn id="27" dur="500" fill="hold"/>
                                        <p:tgtEl>
                                          <p:spTgt spid="581634">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581634">
                                            <p:txEl>
                                              <p:pRg st="5" end="5"/>
                                            </p:txEl>
                                          </p:spTgt>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2" presetClass="entr" presetSubtype="8" fill="hold" grpId="0" nodeType="afterEffect">
                                  <p:stCondLst>
                                    <p:cond delay="0"/>
                                  </p:stCondLst>
                                  <p:childTnLst>
                                    <p:set>
                                      <p:cBhvr>
                                        <p:cTn id="31" dur="1" fill="hold">
                                          <p:stCondLst>
                                            <p:cond delay="0"/>
                                          </p:stCondLst>
                                        </p:cTn>
                                        <p:tgtEl>
                                          <p:spTgt spid="581634">
                                            <p:txEl>
                                              <p:pRg st="6" end="6"/>
                                            </p:txEl>
                                          </p:spTgt>
                                        </p:tgtEl>
                                        <p:attrNameLst>
                                          <p:attrName>style.visibility</p:attrName>
                                        </p:attrNameLst>
                                      </p:cBhvr>
                                      <p:to>
                                        <p:strVal val="visible"/>
                                      </p:to>
                                    </p:set>
                                    <p:anim calcmode="lin" valueType="num">
                                      <p:cBhvr additive="base">
                                        <p:cTn id="32" dur="500" fill="hold"/>
                                        <p:tgtEl>
                                          <p:spTgt spid="581634">
                                            <p:txEl>
                                              <p:pRg st="6" end="6"/>
                                            </p:txEl>
                                          </p:spTgt>
                                        </p:tgtEl>
                                        <p:attrNameLst>
                                          <p:attrName>ppt_x</p:attrName>
                                        </p:attrNameLst>
                                      </p:cBhvr>
                                      <p:tavLst>
                                        <p:tav tm="0">
                                          <p:val>
                                            <p:strVal val="0-#ppt_w/2"/>
                                          </p:val>
                                        </p:tav>
                                        <p:tav tm="100000">
                                          <p:val>
                                            <p:strVal val="#ppt_x"/>
                                          </p:val>
                                        </p:tav>
                                      </p:tavLst>
                                    </p:anim>
                                    <p:anim calcmode="lin" valueType="num">
                                      <p:cBhvr additive="base">
                                        <p:cTn id="33" dur="500" fill="hold"/>
                                        <p:tgtEl>
                                          <p:spTgt spid="581634">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581636"/>
                                        </p:tgtEl>
                                        <p:attrNameLst>
                                          <p:attrName>style.visibility</p:attrName>
                                        </p:attrNameLst>
                                      </p:cBhvr>
                                      <p:to>
                                        <p:strVal val="visible"/>
                                      </p:to>
                                    </p:set>
                                    <p:animEffect transition="in" filter="dissolve">
                                      <p:cBhvr>
                                        <p:cTn id="38" dur="500"/>
                                        <p:tgtEl>
                                          <p:spTgt spid="5816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1634" grpId="0" advAuto="0" autoUpdateAnimBg="0" build="p"/>
      <p:bldP spid="58163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0"/>
          </p:nvPr>
        </p:nvSpPr>
        <p:spPr/>
        <p:txBody>
          <a:bodyPr/>
          <a:lstStyle/>
          <a:p>
            <a:pPr fontAlgn="base">
              <a:spcBef>
                <a:spcPct val="0"/>
              </a:spcBef>
              <a:spcAft>
                <a:spcPct val="0"/>
              </a:spcAft>
              <a:defRPr/>
            </a:pPr>
            <a:fld id="{5C63EB6F-7F3D-4DDC-9B38-EC4FF226C2A1}" type="slidenum">
              <a:rPr lang="ja-JP" altLang="en-US">
                <a:latin typeface="Arial" panose="020B0604020202020204"/>
              </a:rPr>
            </a:fld>
            <a:endParaRPr lang="en-US" altLang="ja-JP">
              <a:latin typeface="Arial" panose="020B0604020202020204"/>
            </a:endParaRPr>
          </a:p>
        </p:txBody>
      </p:sp>
      <p:sp>
        <p:nvSpPr>
          <p:cNvPr id="427011" name="Rectangle 2"/>
          <p:cNvSpPr>
            <a:spLocks noChangeArrowheads="1"/>
          </p:cNvSpPr>
          <p:nvPr/>
        </p:nvSpPr>
        <p:spPr bwMode="auto">
          <a:xfrm>
            <a:off x="1828800" y="1600200"/>
            <a:ext cx="8458200" cy="4876800"/>
          </a:xfrm>
          <a:prstGeom prst="rect">
            <a:avLst/>
          </a:prstGeom>
          <a:gradFill rotWithShape="1">
            <a:gsLst>
              <a:gs pos="0">
                <a:srgbClr val="00FF00"/>
              </a:gs>
              <a:gs pos="100000">
                <a:schemeClr val="bg1"/>
              </a:gs>
            </a:gsLst>
            <a:path path="rect">
              <a:fillToRect l="100000" t="10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27012" name="Rectangle 3"/>
          <p:cNvSpPr>
            <a:spLocks noGrp="1" noChangeArrowheads="1"/>
          </p:cNvSpPr>
          <p:nvPr>
            <p:ph type="title"/>
          </p:nvPr>
        </p:nvSpPr>
        <p:spPr/>
        <p:txBody>
          <a:bodyPr/>
          <a:lstStyle/>
          <a:p>
            <a:pPr eaLnBrk="1" hangingPunct="1"/>
            <a:endParaRPr lang="zh-CN" altLang="zh-CN">
              <a:latin typeface="Times New Roman" panose="02020603050405020304" pitchFamily="18" charset="0"/>
            </a:endParaRPr>
          </a:p>
        </p:txBody>
      </p:sp>
      <p:sp>
        <p:nvSpPr>
          <p:cNvPr id="427013" name="Rectangle 4"/>
          <p:cNvSpPr>
            <a:spLocks noGrp="1" noChangeArrowheads="1"/>
          </p:cNvSpPr>
          <p:nvPr>
            <p:ph type="body" idx="1"/>
          </p:nvPr>
        </p:nvSpPr>
        <p:spPr/>
        <p:txBody>
          <a:bodyPr/>
          <a:lstStyle/>
          <a:p>
            <a:pPr eaLnBrk="1" hangingPunct="1"/>
            <a:r>
              <a:rPr lang="zh-CN" altLang="en-US" b="1">
                <a:solidFill>
                  <a:srgbClr val="000000"/>
                </a:solidFill>
                <a:latin typeface="Times New Roman" panose="02020603050405020304" pitchFamily="18" charset="0"/>
              </a:rPr>
              <a:t>专家系统与传统程序的比较</a:t>
            </a:r>
            <a:endParaRPr lang="zh-CN" altLang="en-US" b="1">
              <a:solidFill>
                <a:srgbClr val="000000"/>
              </a:solidFill>
              <a:latin typeface="Times New Roman" panose="02020603050405020304" pitchFamily="18" charset="0"/>
            </a:endParaRPr>
          </a:p>
          <a:p>
            <a:pPr eaLnBrk="1" hangingPunct="1">
              <a:buFont typeface="Wingdings" panose="05000000000000000000" pitchFamily="2" charset="2"/>
              <a:buNone/>
            </a:pPr>
            <a:r>
              <a:rPr lang="zh-CN" altLang="en-US" sz="2500" b="1">
                <a:solidFill>
                  <a:srgbClr val="000000"/>
                </a:solidFill>
                <a:latin typeface="Times New Roman" panose="02020603050405020304" pitchFamily="18" charset="0"/>
              </a:rPr>
              <a:t>（</a:t>
            </a:r>
            <a:r>
              <a:rPr lang="en-US" altLang="zh-CN" sz="2500" b="1">
                <a:solidFill>
                  <a:srgbClr val="000000"/>
                </a:solidFill>
                <a:latin typeface="Times New Roman" panose="02020603050405020304" pitchFamily="18" charset="0"/>
              </a:rPr>
              <a:t>1</a:t>
            </a:r>
            <a:r>
              <a:rPr lang="zh-CN" altLang="en-US" sz="2500" b="1">
                <a:solidFill>
                  <a:srgbClr val="000000"/>
                </a:solidFill>
                <a:latin typeface="Times New Roman" panose="02020603050405020304" pitchFamily="18" charset="0"/>
              </a:rPr>
              <a:t>）编程思想</a:t>
            </a:r>
            <a:r>
              <a:rPr lang="zh-CN" altLang="en-US" sz="2500">
                <a:solidFill>
                  <a:srgbClr val="000000"/>
                </a:solidFill>
                <a:latin typeface="Times New Roman" panose="02020603050405020304" pitchFamily="18" charset="0"/>
              </a:rPr>
              <a:t>：</a:t>
            </a:r>
            <a:r>
              <a:rPr lang="zh-CN" altLang="en-US">
                <a:solidFill>
                  <a:srgbClr val="000000"/>
                </a:solidFill>
                <a:latin typeface="Times New Roman" panose="02020603050405020304" pitchFamily="18" charset="0"/>
              </a:rPr>
              <a:t> </a:t>
            </a:r>
            <a:r>
              <a:rPr lang="zh-CN" altLang="en-US">
                <a:latin typeface="Times New Roman" panose="02020603050405020304" pitchFamily="18" charset="0"/>
              </a:rPr>
              <a:t> </a:t>
            </a:r>
            <a:endParaRPr lang="zh-CN" altLang="en-US">
              <a:latin typeface="Times New Roman" panose="02020603050405020304" pitchFamily="18" charset="0"/>
            </a:endParaRPr>
          </a:p>
        </p:txBody>
      </p:sp>
      <p:sp>
        <p:nvSpPr>
          <p:cNvPr id="427014" name="Rectangle 5"/>
          <p:cNvSpPr>
            <a:spLocks noChangeArrowheads="1"/>
          </p:cNvSpPr>
          <p:nvPr/>
        </p:nvSpPr>
        <p:spPr bwMode="auto">
          <a:xfrm>
            <a:off x="1524000" y="76201"/>
            <a:ext cx="9144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530">
              <a:defRPr>
                <a:solidFill>
                  <a:schemeClr val="tx1"/>
                </a:solidFill>
                <a:latin typeface="Verdana" panose="020B0604030504040204" pitchFamily="34" charset="0"/>
                <a:ea typeface="宋体" panose="02010600030101010101" pitchFamily="2" charset="-122"/>
              </a:defRPr>
            </a:lvl1pPr>
            <a:lvl2pPr indent="176530">
              <a:defRPr>
                <a:solidFill>
                  <a:schemeClr val="tx1"/>
                </a:solidFill>
                <a:latin typeface="Verdana" panose="020B0604030504040204" pitchFamily="34" charset="0"/>
                <a:ea typeface="宋体" panose="02010600030101010101" pitchFamily="2" charset="-122"/>
              </a:defRPr>
            </a:lvl2pPr>
            <a:lvl3pPr indent="176530">
              <a:defRPr>
                <a:solidFill>
                  <a:schemeClr val="tx1"/>
                </a:solidFill>
                <a:latin typeface="Verdana" panose="020B0604030504040204" pitchFamily="34" charset="0"/>
                <a:ea typeface="宋体" panose="02010600030101010101" pitchFamily="2" charset="-122"/>
              </a:defRPr>
            </a:lvl3pPr>
            <a:lvl4pPr indent="176530">
              <a:defRPr>
                <a:solidFill>
                  <a:schemeClr val="tx1"/>
                </a:solidFill>
                <a:latin typeface="Verdana" panose="020B0604030504040204" pitchFamily="34" charset="0"/>
                <a:ea typeface="宋体" panose="02010600030101010101" pitchFamily="2" charset="-122"/>
              </a:defRPr>
            </a:lvl4pPr>
            <a:lvl5pPr indent="176530">
              <a:defRPr>
                <a:solidFill>
                  <a:schemeClr val="tx1"/>
                </a:solidFill>
                <a:latin typeface="Verdana" panose="020B0604030504040204" pitchFamily="34" charset="0"/>
                <a:ea typeface="宋体" panose="02010600030101010101" pitchFamily="2" charset="-122"/>
              </a:defRPr>
            </a:lvl5pPr>
            <a:lvl6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600">
                <a:solidFill>
                  <a:srgbClr val="FFFFFF"/>
                </a:solidFill>
                <a:latin typeface="Times New Roman" panose="02020603050405020304" pitchFamily="18" charset="0"/>
                <a:ea typeface="黑体" panose="02010609060101010101" pitchFamily="49" charset="-122"/>
              </a:rPr>
              <a:t>10.2.2  </a:t>
            </a:r>
            <a:r>
              <a:rPr lang="zh-CN" altLang="en-US" sz="3600">
                <a:solidFill>
                  <a:srgbClr val="FFFFFF"/>
                </a:solidFill>
                <a:latin typeface="Times New Roman" panose="02020603050405020304" pitchFamily="18" charset="0"/>
                <a:ea typeface="黑体" panose="02010609060101010101" pitchFamily="49" charset="-122"/>
              </a:rPr>
              <a:t>专家系统的特点</a:t>
            </a:r>
            <a:endParaRPr lang="zh-CN" altLang="en-US" sz="3600">
              <a:solidFill>
                <a:srgbClr val="FFFFFF"/>
              </a:solidFill>
              <a:latin typeface="Times New Roman" panose="02020603050405020304" pitchFamily="18" charset="0"/>
              <a:ea typeface="黑体" panose="02010609060101010101" pitchFamily="49" charset="-122"/>
            </a:endParaRPr>
          </a:p>
        </p:txBody>
      </p:sp>
      <p:sp>
        <p:nvSpPr>
          <p:cNvPr id="582662" name="Text Box 6"/>
          <p:cNvSpPr txBox="1">
            <a:spLocks noChangeArrowheads="1"/>
          </p:cNvSpPr>
          <p:nvPr/>
        </p:nvSpPr>
        <p:spPr bwMode="auto">
          <a:xfrm>
            <a:off x="3200400" y="2232026"/>
            <a:ext cx="67818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40000"/>
              </a:spcBef>
              <a:spcAft>
                <a:spcPct val="0"/>
              </a:spcAft>
            </a:pPr>
            <a:r>
              <a:rPr lang="zh-CN" altLang="en-US" sz="2500" b="1">
                <a:solidFill>
                  <a:srgbClr val="000000"/>
                </a:solidFill>
                <a:latin typeface="宋体" panose="02010600030101010101" pitchFamily="2" charset="-122"/>
              </a:rPr>
              <a:t>传统程序 </a:t>
            </a:r>
            <a:r>
              <a:rPr lang="en-US" altLang="zh-CN" sz="2500" b="1">
                <a:solidFill>
                  <a:srgbClr val="000000"/>
                </a:solidFill>
                <a:latin typeface="Times New Roman" panose="02020603050405020304" pitchFamily="18" charset="0"/>
                <a:cs typeface="Times New Roman" panose="02020603050405020304" pitchFamily="18" charset="0"/>
              </a:rPr>
              <a:t>= </a:t>
            </a:r>
            <a:r>
              <a:rPr lang="zh-CN" altLang="en-US" sz="2500" b="1">
                <a:solidFill>
                  <a:srgbClr val="000000"/>
                </a:solidFill>
                <a:latin typeface="宋体" panose="02010600030101010101" pitchFamily="2" charset="-122"/>
              </a:rPr>
              <a:t>数据结构</a:t>
            </a:r>
            <a:r>
              <a:rPr lang="en-US" altLang="zh-CN" sz="2500" b="1">
                <a:solidFill>
                  <a:srgbClr val="000000"/>
                </a:solidFill>
                <a:latin typeface="Times New Roman" panose="02020603050405020304" pitchFamily="18" charset="0"/>
                <a:cs typeface="Times New Roman" panose="02020603050405020304" pitchFamily="18" charset="0"/>
              </a:rPr>
              <a:t>+</a:t>
            </a:r>
            <a:r>
              <a:rPr lang="zh-CN" altLang="en-US" sz="2500" b="1">
                <a:solidFill>
                  <a:srgbClr val="000000"/>
                </a:solidFill>
                <a:latin typeface="宋体" panose="02010600030101010101" pitchFamily="2" charset="-122"/>
              </a:rPr>
              <a:t>算法</a:t>
            </a:r>
            <a:endParaRPr lang="zh-CN" altLang="en-US" sz="2500" b="1">
              <a:solidFill>
                <a:srgbClr val="000000"/>
              </a:solidFill>
              <a:latin typeface="Times New Roman" panose="02020603050405020304" pitchFamily="18" charset="0"/>
              <a:cs typeface="Times New Roman" panose="02020603050405020304" pitchFamily="18" charset="0"/>
            </a:endParaRPr>
          </a:p>
          <a:p>
            <a:pPr algn="just" fontAlgn="base">
              <a:spcBef>
                <a:spcPct val="40000"/>
              </a:spcBef>
              <a:spcAft>
                <a:spcPct val="0"/>
              </a:spcAft>
            </a:pPr>
            <a:r>
              <a:rPr lang="zh-CN" altLang="en-US" sz="2500" b="1">
                <a:solidFill>
                  <a:srgbClr val="000000"/>
                </a:solidFill>
                <a:latin typeface="宋体" panose="02010600030101010101" pitchFamily="2" charset="-122"/>
              </a:rPr>
              <a:t>专家系统 </a:t>
            </a:r>
            <a:r>
              <a:rPr lang="en-US" altLang="zh-CN" sz="2500" b="1">
                <a:solidFill>
                  <a:srgbClr val="000000"/>
                </a:solidFill>
                <a:latin typeface="Times New Roman" panose="02020603050405020304" pitchFamily="18" charset="0"/>
                <a:cs typeface="Times New Roman" panose="02020603050405020304" pitchFamily="18" charset="0"/>
              </a:rPr>
              <a:t>= </a:t>
            </a:r>
            <a:r>
              <a:rPr lang="zh-CN" altLang="en-US" sz="2500" b="1">
                <a:solidFill>
                  <a:srgbClr val="000000"/>
                </a:solidFill>
                <a:latin typeface="宋体" panose="02010600030101010101" pitchFamily="2" charset="-122"/>
              </a:rPr>
              <a:t>知识</a:t>
            </a:r>
            <a:r>
              <a:rPr lang="en-US" altLang="zh-CN" sz="2500" b="1">
                <a:solidFill>
                  <a:srgbClr val="000000"/>
                </a:solidFill>
                <a:latin typeface="Times New Roman" panose="02020603050405020304" pitchFamily="18" charset="0"/>
                <a:cs typeface="Times New Roman" panose="02020603050405020304" pitchFamily="18" charset="0"/>
              </a:rPr>
              <a:t>+</a:t>
            </a:r>
            <a:r>
              <a:rPr lang="zh-CN" altLang="en-US" sz="2500" b="1">
                <a:solidFill>
                  <a:srgbClr val="000000"/>
                </a:solidFill>
                <a:latin typeface="宋体" panose="02010600030101010101" pitchFamily="2" charset="-122"/>
              </a:rPr>
              <a:t>推理</a:t>
            </a:r>
            <a:endParaRPr lang="zh-CN" altLang="en-US" sz="2500" b="1">
              <a:solidFill>
                <a:srgbClr val="000000"/>
              </a:solidFill>
            </a:endParaRPr>
          </a:p>
        </p:txBody>
      </p:sp>
      <p:sp>
        <p:nvSpPr>
          <p:cNvPr id="582663" name="Text Box 7"/>
          <p:cNvSpPr txBox="1">
            <a:spLocks noChangeArrowheads="1"/>
          </p:cNvSpPr>
          <p:nvPr/>
        </p:nvSpPr>
        <p:spPr bwMode="auto">
          <a:xfrm>
            <a:off x="1752600" y="3527426"/>
            <a:ext cx="86868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40000"/>
              </a:spcBef>
              <a:spcAft>
                <a:spcPct val="0"/>
              </a:spcAft>
            </a:pPr>
            <a:r>
              <a:rPr lang="zh-CN" altLang="en-US" sz="2500" b="1">
                <a:solidFill>
                  <a:srgbClr val="000000"/>
                </a:solidFill>
                <a:latin typeface="宋体" panose="02010600030101010101" pitchFamily="2" charset="-122"/>
              </a:rPr>
              <a:t>（</a:t>
            </a:r>
            <a:r>
              <a:rPr lang="en-US" altLang="zh-CN" sz="2500" b="1">
                <a:solidFill>
                  <a:srgbClr val="000000"/>
                </a:solidFill>
                <a:latin typeface="Times New Roman" panose="02020603050405020304" pitchFamily="18" charset="0"/>
                <a:cs typeface="Times New Roman" panose="02020603050405020304" pitchFamily="18" charset="0"/>
              </a:rPr>
              <a:t>2</a:t>
            </a:r>
            <a:r>
              <a:rPr lang="zh-CN" altLang="en-US" sz="2500" b="1">
                <a:solidFill>
                  <a:srgbClr val="000000"/>
                </a:solidFill>
                <a:latin typeface="宋体" panose="02010600030101010101" pitchFamily="2" charset="-122"/>
              </a:rPr>
              <a:t>）传统程序：关于问题求解的知识隐含于程序中。</a:t>
            </a:r>
            <a:endParaRPr lang="zh-CN" altLang="en-US" sz="2500" b="1">
              <a:solidFill>
                <a:srgbClr val="000000"/>
              </a:solidFill>
              <a:latin typeface="宋体" panose="02010600030101010101" pitchFamily="2" charset="-122"/>
            </a:endParaRPr>
          </a:p>
          <a:p>
            <a:pPr fontAlgn="base">
              <a:spcBef>
                <a:spcPct val="40000"/>
              </a:spcBef>
              <a:spcAft>
                <a:spcPct val="0"/>
              </a:spcAft>
            </a:pPr>
            <a:r>
              <a:rPr lang="zh-CN" altLang="en-US" sz="2500" b="1">
                <a:solidFill>
                  <a:srgbClr val="000000"/>
                </a:solidFill>
                <a:latin typeface="宋体" panose="02010600030101010101" pitchFamily="2" charset="-122"/>
              </a:rPr>
              <a:t>     专家系统：知识单独组成知识库，与推理机分离。</a:t>
            </a:r>
            <a:r>
              <a:rPr lang="zh-CN" altLang="en-US">
                <a:solidFill>
                  <a:srgbClr val="000000"/>
                </a:solidFill>
              </a:rPr>
              <a:t> </a:t>
            </a:r>
            <a:endParaRPr lang="zh-CN" altLang="en-US">
              <a:solidFill>
                <a:srgbClr val="000000"/>
              </a:solidFill>
            </a:endParaRPr>
          </a:p>
        </p:txBody>
      </p:sp>
      <p:sp>
        <p:nvSpPr>
          <p:cNvPr id="582664" name="Text Box 8"/>
          <p:cNvSpPr txBox="1">
            <a:spLocks noChangeArrowheads="1"/>
          </p:cNvSpPr>
          <p:nvPr/>
        </p:nvSpPr>
        <p:spPr bwMode="auto">
          <a:xfrm>
            <a:off x="1752600" y="4760913"/>
            <a:ext cx="7620000" cy="156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40000"/>
              </a:spcBef>
              <a:spcAft>
                <a:spcPct val="0"/>
              </a:spcAft>
            </a:pPr>
            <a:r>
              <a:rPr lang="zh-CN" altLang="en-US" sz="2500" b="1">
                <a:solidFill>
                  <a:srgbClr val="000000"/>
                </a:solidFill>
                <a:latin typeface="宋体" panose="02010600030101010101" pitchFamily="2" charset="-122"/>
              </a:rPr>
              <a:t>（</a:t>
            </a:r>
            <a:r>
              <a:rPr lang="en-US" altLang="zh-CN" sz="2500" b="1">
                <a:solidFill>
                  <a:srgbClr val="000000"/>
                </a:solidFill>
                <a:latin typeface="Times New Roman" panose="02020603050405020304" pitchFamily="18" charset="0"/>
                <a:cs typeface="Times New Roman" panose="02020603050405020304" pitchFamily="18" charset="0"/>
              </a:rPr>
              <a:t>3</a:t>
            </a:r>
            <a:r>
              <a:rPr lang="zh-CN" altLang="en-US" sz="2500" b="1">
                <a:solidFill>
                  <a:srgbClr val="000000"/>
                </a:solidFill>
                <a:latin typeface="宋体" panose="02010600030101010101" pitchFamily="2" charset="-122"/>
              </a:rPr>
              <a:t>）处理对象</a:t>
            </a:r>
            <a:r>
              <a:rPr lang="zh-CN" altLang="en-US" sz="2500">
                <a:solidFill>
                  <a:srgbClr val="000000"/>
                </a:solidFill>
                <a:latin typeface="宋体" panose="02010600030101010101" pitchFamily="2" charset="-122"/>
              </a:rPr>
              <a:t>：</a:t>
            </a:r>
            <a:endParaRPr lang="zh-CN" altLang="en-US" sz="2500">
              <a:solidFill>
                <a:srgbClr val="000000"/>
              </a:solidFill>
              <a:latin typeface="宋体" panose="02010600030101010101" pitchFamily="2" charset="-122"/>
            </a:endParaRPr>
          </a:p>
          <a:p>
            <a:pPr fontAlgn="base">
              <a:spcBef>
                <a:spcPct val="40000"/>
              </a:spcBef>
              <a:spcAft>
                <a:spcPct val="0"/>
              </a:spcAft>
            </a:pPr>
            <a:r>
              <a:rPr lang="zh-CN" altLang="en-US" sz="2600">
                <a:solidFill>
                  <a:srgbClr val="000000"/>
                </a:solidFill>
                <a:latin typeface="宋体" panose="02010600030101010101" pitchFamily="2" charset="-122"/>
              </a:rPr>
              <a:t>         </a:t>
            </a:r>
            <a:r>
              <a:rPr lang="zh-CN" altLang="en-US" sz="2500" b="1">
                <a:solidFill>
                  <a:srgbClr val="000000"/>
                </a:solidFill>
                <a:latin typeface="宋体" panose="02010600030101010101" pitchFamily="2" charset="-122"/>
              </a:rPr>
              <a:t>传统程序：数值计算和数据处理。</a:t>
            </a:r>
            <a:endParaRPr lang="zh-CN" altLang="en-US" sz="2500" b="1">
              <a:solidFill>
                <a:srgbClr val="000000"/>
              </a:solidFill>
              <a:latin typeface="宋体" panose="02010600030101010101" pitchFamily="2" charset="-122"/>
            </a:endParaRPr>
          </a:p>
          <a:p>
            <a:pPr fontAlgn="base">
              <a:spcBef>
                <a:spcPct val="40000"/>
              </a:spcBef>
              <a:spcAft>
                <a:spcPct val="0"/>
              </a:spcAft>
            </a:pPr>
            <a:r>
              <a:rPr lang="zh-CN" altLang="en-US" sz="2500" b="1">
                <a:solidFill>
                  <a:srgbClr val="000000"/>
                </a:solidFill>
                <a:latin typeface="宋体" panose="02010600030101010101" pitchFamily="2" charset="-122"/>
              </a:rPr>
              <a:t>         专家系统：符号处理。</a:t>
            </a:r>
            <a:r>
              <a:rPr lang="zh-CN" altLang="en-US" sz="2500" b="1">
                <a:solidFill>
                  <a:srgbClr val="000000"/>
                </a:solidFill>
              </a:rPr>
              <a:t> </a:t>
            </a:r>
            <a:endParaRPr lang="zh-CN" altLang="en-US" sz="2500" b="1">
              <a:solidFill>
                <a:srgbClr val="000000"/>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82662"/>
                                        </p:tgtEl>
                                        <p:attrNameLst>
                                          <p:attrName>style.visibility</p:attrName>
                                        </p:attrNameLst>
                                      </p:cBhvr>
                                      <p:to>
                                        <p:strVal val="visible"/>
                                      </p:to>
                                    </p:set>
                                    <p:anim calcmode="lin" valueType="num">
                                      <p:cBhvr additive="base">
                                        <p:cTn id="7" dur="500" fill="hold"/>
                                        <p:tgtEl>
                                          <p:spTgt spid="582662"/>
                                        </p:tgtEl>
                                        <p:attrNameLst>
                                          <p:attrName>ppt_x</p:attrName>
                                        </p:attrNameLst>
                                      </p:cBhvr>
                                      <p:tavLst>
                                        <p:tav tm="0">
                                          <p:val>
                                            <p:strVal val="1+#ppt_w/2"/>
                                          </p:val>
                                        </p:tav>
                                        <p:tav tm="100000">
                                          <p:val>
                                            <p:strVal val="#ppt_x"/>
                                          </p:val>
                                        </p:tav>
                                      </p:tavLst>
                                    </p:anim>
                                    <p:anim calcmode="lin" valueType="num">
                                      <p:cBhvr additive="base">
                                        <p:cTn id="8" dur="500" fill="hold"/>
                                        <p:tgtEl>
                                          <p:spTgt spid="58266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1" fill="hold" grpId="0" nodeType="clickEffect">
                                  <p:stCondLst>
                                    <p:cond delay="0"/>
                                  </p:stCondLst>
                                  <p:childTnLst>
                                    <p:set>
                                      <p:cBhvr>
                                        <p:cTn id="12" dur="1" fill="hold">
                                          <p:stCondLst>
                                            <p:cond delay="0"/>
                                          </p:stCondLst>
                                        </p:cTn>
                                        <p:tgtEl>
                                          <p:spTgt spid="582663"/>
                                        </p:tgtEl>
                                        <p:attrNameLst>
                                          <p:attrName>style.visibility</p:attrName>
                                        </p:attrNameLst>
                                      </p:cBhvr>
                                      <p:to>
                                        <p:strVal val="visible"/>
                                      </p:to>
                                    </p:set>
                                    <p:animEffect transition="in" filter="slide(fromTop)">
                                      <p:cBhvr>
                                        <p:cTn id="13" dur="500"/>
                                        <p:tgtEl>
                                          <p:spTgt spid="582663"/>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582664"/>
                                        </p:tgtEl>
                                        <p:attrNameLst>
                                          <p:attrName>style.visibility</p:attrName>
                                        </p:attrNameLst>
                                      </p:cBhvr>
                                      <p:to>
                                        <p:strVal val="visible"/>
                                      </p:to>
                                    </p:set>
                                    <p:animEffect transition="in" filter="slide(fromBottom)">
                                      <p:cBhvr>
                                        <p:cTn id="18" dur="500"/>
                                        <p:tgtEl>
                                          <p:spTgt spid="5826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2662" grpId="0" autoUpdateAnimBg="0"/>
      <p:bldP spid="582663" grpId="0" autoUpdateAnimBg="0"/>
      <p:bldP spid="582664"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0"/>
          </p:nvPr>
        </p:nvSpPr>
        <p:spPr/>
        <p:txBody>
          <a:bodyPr/>
          <a:lstStyle/>
          <a:p>
            <a:pPr fontAlgn="base">
              <a:spcBef>
                <a:spcPct val="0"/>
              </a:spcBef>
              <a:spcAft>
                <a:spcPct val="0"/>
              </a:spcAft>
              <a:defRPr/>
            </a:pPr>
            <a:fld id="{69B8327F-15CA-4788-9C11-28519F006652}" type="slidenum">
              <a:rPr lang="ja-JP" altLang="en-US">
                <a:latin typeface="Arial" panose="020B0604020202020204"/>
              </a:rPr>
            </a:fld>
            <a:endParaRPr lang="en-US" altLang="ja-JP">
              <a:latin typeface="Arial" panose="020B0604020202020204"/>
            </a:endParaRPr>
          </a:p>
        </p:txBody>
      </p:sp>
      <p:sp>
        <p:nvSpPr>
          <p:cNvPr id="428035" name="Rectangle 2"/>
          <p:cNvSpPr>
            <a:spLocks noChangeArrowheads="1"/>
          </p:cNvSpPr>
          <p:nvPr/>
        </p:nvSpPr>
        <p:spPr bwMode="auto">
          <a:xfrm>
            <a:off x="1828800" y="1676400"/>
            <a:ext cx="8610600" cy="3581400"/>
          </a:xfrm>
          <a:prstGeom prst="rect">
            <a:avLst/>
          </a:prstGeom>
          <a:gradFill rotWithShape="1">
            <a:gsLst>
              <a:gs pos="0">
                <a:srgbClr val="00FF00"/>
              </a:gs>
              <a:gs pos="100000">
                <a:schemeClr val="bg1"/>
              </a:gs>
            </a:gsLst>
            <a:path path="rect">
              <a:fillToRect l="100000" t="10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28036" name="Rectangle 3"/>
          <p:cNvSpPr>
            <a:spLocks noGrp="1" noChangeArrowheads="1"/>
          </p:cNvSpPr>
          <p:nvPr>
            <p:ph type="title"/>
          </p:nvPr>
        </p:nvSpPr>
        <p:spPr/>
        <p:txBody>
          <a:bodyPr/>
          <a:lstStyle/>
          <a:p>
            <a:pPr eaLnBrk="1" hangingPunct="1"/>
            <a:endParaRPr lang="zh-CN" altLang="zh-CN">
              <a:latin typeface="Times New Roman" panose="02020603050405020304" pitchFamily="18" charset="0"/>
            </a:endParaRPr>
          </a:p>
        </p:txBody>
      </p:sp>
      <p:sp>
        <p:nvSpPr>
          <p:cNvPr id="428037" name="Rectangle 4"/>
          <p:cNvSpPr>
            <a:spLocks noGrp="1" noChangeArrowheads="1"/>
          </p:cNvSpPr>
          <p:nvPr>
            <p:ph type="body" idx="1"/>
          </p:nvPr>
        </p:nvSpPr>
        <p:spPr>
          <a:xfrm>
            <a:off x="1774826" y="908051"/>
            <a:ext cx="8664575" cy="5400675"/>
          </a:xfrm>
        </p:spPr>
        <p:txBody>
          <a:bodyPr/>
          <a:lstStyle/>
          <a:p>
            <a:pPr eaLnBrk="1" hangingPunct="1"/>
            <a:r>
              <a:rPr lang="zh-CN" altLang="en-US" b="1">
                <a:solidFill>
                  <a:srgbClr val="000000"/>
                </a:solidFill>
                <a:latin typeface="Times New Roman" panose="02020603050405020304" pitchFamily="18" charset="0"/>
              </a:rPr>
              <a:t>专家系统与传统程序的比较</a:t>
            </a:r>
            <a:endParaRPr lang="zh-CN" altLang="en-US" b="1">
              <a:solidFill>
                <a:srgbClr val="000000"/>
              </a:solidFill>
              <a:latin typeface="Times New Roman" panose="02020603050405020304" pitchFamily="18" charset="0"/>
            </a:endParaRPr>
          </a:p>
          <a:p>
            <a:pPr eaLnBrk="1" hangingPunct="1">
              <a:spcBef>
                <a:spcPct val="90000"/>
              </a:spcBef>
              <a:buFont typeface="Wingdings" panose="05000000000000000000" pitchFamily="2" charset="2"/>
              <a:buNone/>
            </a:pPr>
            <a:r>
              <a:rPr lang="zh-CN" altLang="en-US" sz="2500" b="1">
                <a:solidFill>
                  <a:srgbClr val="000000"/>
                </a:solidFill>
                <a:latin typeface="Times New Roman" panose="02020603050405020304" pitchFamily="18" charset="0"/>
              </a:rPr>
              <a:t>（</a:t>
            </a:r>
            <a:r>
              <a:rPr lang="en-US" altLang="zh-CN" sz="2500" b="1">
                <a:solidFill>
                  <a:srgbClr val="000000"/>
                </a:solidFill>
                <a:latin typeface="Times New Roman" panose="02020603050405020304" pitchFamily="18" charset="0"/>
              </a:rPr>
              <a:t>4</a:t>
            </a:r>
            <a:r>
              <a:rPr lang="zh-CN" altLang="en-US" sz="2500" b="1">
                <a:solidFill>
                  <a:srgbClr val="000000"/>
                </a:solidFill>
                <a:latin typeface="Times New Roman" panose="02020603050405020304" pitchFamily="18" charset="0"/>
              </a:rPr>
              <a:t>）传统程序：不具有解释功能。</a:t>
            </a:r>
            <a:endParaRPr lang="zh-CN" altLang="en-US" sz="2500" b="1">
              <a:solidFill>
                <a:srgbClr val="000000"/>
              </a:solidFill>
              <a:latin typeface="Times New Roman" panose="02020603050405020304" pitchFamily="18" charset="0"/>
            </a:endParaRPr>
          </a:p>
          <a:p>
            <a:pPr eaLnBrk="1" hangingPunct="1">
              <a:buFont typeface="Wingdings" panose="05000000000000000000" pitchFamily="2" charset="2"/>
              <a:buNone/>
            </a:pPr>
            <a:r>
              <a:rPr lang="zh-CN" altLang="en-US" sz="2500" b="1">
                <a:solidFill>
                  <a:srgbClr val="000000"/>
                </a:solidFill>
                <a:latin typeface="Times New Roman" panose="02020603050405020304" pitchFamily="18" charset="0"/>
              </a:rPr>
              <a:t>         专家系统：具有解释功能。</a:t>
            </a:r>
            <a:endParaRPr lang="zh-CN" altLang="en-US" sz="2500" b="1">
              <a:solidFill>
                <a:srgbClr val="000000"/>
              </a:solidFill>
              <a:latin typeface="Times New Roman" panose="02020603050405020304" pitchFamily="18" charset="0"/>
            </a:endParaRPr>
          </a:p>
        </p:txBody>
      </p:sp>
      <p:sp>
        <p:nvSpPr>
          <p:cNvPr id="428038" name="Rectangle 5"/>
          <p:cNvSpPr>
            <a:spLocks noChangeArrowheads="1"/>
          </p:cNvSpPr>
          <p:nvPr/>
        </p:nvSpPr>
        <p:spPr bwMode="auto">
          <a:xfrm>
            <a:off x="1524000" y="76201"/>
            <a:ext cx="9144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530">
              <a:defRPr>
                <a:solidFill>
                  <a:schemeClr val="tx1"/>
                </a:solidFill>
                <a:latin typeface="Verdana" panose="020B0604030504040204" pitchFamily="34" charset="0"/>
                <a:ea typeface="宋体" panose="02010600030101010101" pitchFamily="2" charset="-122"/>
              </a:defRPr>
            </a:lvl1pPr>
            <a:lvl2pPr indent="176530">
              <a:defRPr>
                <a:solidFill>
                  <a:schemeClr val="tx1"/>
                </a:solidFill>
                <a:latin typeface="Verdana" panose="020B0604030504040204" pitchFamily="34" charset="0"/>
                <a:ea typeface="宋体" panose="02010600030101010101" pitchFamily="2" charset="-122"/>
              </a:defRPr>
            </a:lvl2pPr>
            <a:lvl3pPr indent="176530">
              <a:defRPr>
                <a:solidFill>
                  <a:schemeClr val="tx1"/>
                </a:solidFill>
                <a:latin typeface="Verdana" panose="020B0604030504040204" pitchFamily="34" charset="0"/>
                <a:ea typeface="宋体" panose="02010600030101010101" pitchFamily="2" charset="-122"/>
              </a:defRPr>
            </a:lvl3pPr>
            <a:lvl4pPr indent="176530">
              <a:defRPr>
                <a:solidFill>
                  <a:schemeClr val="tx1"/>
                </a:solidFill>
                <a:latin typeface="Verdana" panose="020B0604030504040204" pitchFamily="34" charset="0"/>
                <a:ea typeface="宋体" panose="02010600030101010101" pitchFamily="2" charset="-122"/>
              </a:defRPr>
            </a:lvl4pPr>
            <a:lvl5pPr indent="176530">
              <a:defRPr>
                <a:solidFill>
                  <a:schemeClr val="tx1"/>
                </a:solidFill>
                <a:latin typeface="Verdana" panose="020B0604030504040204" pitchFamily="34" charset="0"/>
                <a:ea typeface="宋体" panose="02010600030101010101" pitchFamily="2" charset="-122"/>
              </a:defRPr>
            </a:lvl5pPr>
            <a:lvl6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600">
                <a:solidFill>
                  <a:srgbClr val="FFFFFF"/>
                </a:solidFill>
                <a:latin typeface="Times New Roman" panose="02020603050405020304" pitchFamily="18" charset="0"/>
                <a:ea typeface="黑体" panose="02010609060101010101" pitchFamily="49" charset="-122"/>
              </a:rPr>
              <a:t>10.2.2  </a:t>
            </a:r>
            <a:r>
              <a:rPr lang="zh-CN" altLang="en-US" sz="3600">
                <a:solidFill>
                  <a:srgbClr val="FFFFFF"/>
                </a:solidFill>
                <a:latin typeface="Times New Roman" panose="02020603050405020304" pitchFamily="18" charset="0"/>
                <a:ea typeface="黑体" panose="02010609060101010101" pitchFamily="49" charset="-122"/>
              </a:rPr>
              <a:t>专家系统的特点</a:t>
            </a:r>
            <a:endParaRPr lang="zh-CN" altLang="en-US" sz="3600">
              <a:solidFill>
                <a:srgbClr val="FFFFFF"/>
              </a:solidFill>
              <a:latin typeface="Times New Roman" panose="02020603050405020304" pitchFamily="18" charset="0"/>
              <a:ea typeface="黑体" panose="02010609060101010101" pitchFamily="49" charset="-122"/>
            </a:endParaRPr>
          </a:p>
        </p:txBody>
      </p:sp>
      <p:sp>
        <p:nvSpPr>
          <p:cNvPr id="583686" name="Text Box 6"/>
          <p:cNvSpPr txBox="1">
            <a:spLocks noChangeArrowheads="1"/>
          </p:cNvSpPr>
          <p:nvPr/>
        </p:nvSpPr>
        <p:spPr bwMode="auto">
          <a:xfrm>
            <a:off x="1752600" y="3222626"/>
            <a:ext cx="9144000" cy="1044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50000"/>
              </a:spcBef>
              <a:spcAft>
                <a:spcPct val="0"/>
              </a:spcAft>
            </a:pPr>
            <a:r>
              <a:rPr lang="zh-CN" altLang="en-US" sz="2500" b="1">
                <a:solidFill>
                  <a:srgbClr val="000000"/>
                </a:solidFill>
                <a:latin typeface="宋体" panose="02010600030101010101" pitchFamily="2" charset="-122"/>
              </a:rPr>
              <a:t>（</a:t>
            </a:r>
            <a:r>
              <a:rPr lang="en-US" altLang="zh-CN" sz="2500" b="1">
                <a:solidFill>
                  <a:srgbClr val="000000"/>
                </a:solidFill>
                <a:latin typeface="Times New Roman" panose="02020603050405020304" pitchFamily="18" charset="0"/>
                <a:cs typeface="Times New Roman" panose="02020603050405020304" pitchFamily="18" charset="0"/>
              </a:rPr>
              <a:t>5</a:t>
            </a:r>
            <a:r>
              <a:rPr lang="zh-CN" altLang="en-US" sz="2500" b="1">
                <a:solidFill>
                  <a:srgbClr val="000000"/>
                </a:solidFill>
                <a:latin typeface="宋体" panose="02010600030101010101" pitchFamily="2" charset="-122"/>
              </a:rPr>
              <a:t>）传统程序：产生正确的答案。</a:t>
            </a:r>
            <a:endParaRPr lang="zh-CN" altLang="en-US" sz="2500" b="1">
              <a:solidFill>
                <a:srgbClr val="000000"/>
              </a:solidFill>
              <a:latin typeface="宋体" panose="02010600030101010101" pitchFamily="2" charset="-122"/>
            </a:endParaRPr>
          </a:p>
          <a:p>
            <a:pPr fontAlgn="base">
              <a:spcBef>
                <a:spcPct val="50000"/>
              </a:spcBef>
              <a:spcAft>
                <a:spcPct val="0"/>
              </a:spcAft>
            </a:pPr>
            <a:r>
              <a:rPr lang="zh-CN" altLang="en-US" sz="2500" b="1">
                <a:solidFill>
                  <a:srgbClr val="000000"/>
                </a:solidFill>
                <a:latin typeface="宋体" panose="02010600030101010101" pitchFamily="2" charset="-122"/>
              </a:rPr>
              <a:t>     专家系统：通常产生正确的答案，有时产生错误的答案。 </a:t>
            </a:r>
            <a:endParaRPr lang="zh-CN" altLang="en-US" sz="2500" b="1">
              <a:solidFill>
                <a:srgbClr val="000000"/>
              </a:solidFill>
              <a:latin typeface="宋体" panose="02010600030101010101" pitchFamily="2" charset="-122"/>
            </a:endParaRPr>
          </a:p>
        </p:txBody>
      </p:sp>
      <p:sp>
        <p:nvSpPr>
          <p:cNvPr id="583687" name="Text Box 7"/>
          <p:cNvSpPr txBox="1">
            <a:spLocks noChangeArrowheads="1"/>
          </p:cNvSpPr>
          <p:nvPr/>
        </p:nvSpPr>
        <p:spPr bwMode="auto">
          <a:xfrm>
            <a:off x="1752600" y="4556126"/>
            <a:ext cx="7620000"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50000"/>
              </a:spcBef>
              <a:spcAft>
                <a:spcPct val="0"/>
              </a:spcAft>
            </a:pPr>
            <a:r>
              <a:rPr lang="zh-CN" altLang="en-US" sz="2500" b="1">
                <a:solidFill>
                  <a:srgbClr val="000000"/>
                </a:solidFill>
                <a:latin typeface="宋体" panose="02010600030101010101" pitchFamily="2" charset="-122"/>
              </a:rPr>
              <a:t>（</a:t>
            </a:r>
            <a:r>
              <a:rPr lang="en-US" altLang="zh-CN" sz="2500" b="1">
                <a:solidFill>
                  <a:srgbClr val="000000"/>
                </a:solidFill>
                <a:latin typeface="Times New Roman" panose="02020603050405020304" pitchFamily="18" charset="0"/>
                <a:cs typeface="Times New Roman" panose="02020603050405020304" pitchFamily="18" charset="0"/>
              </a:rPr>
              <a:t>6</a:t>
            </a:r>
            <a:r>
              <a:rPr lang="zh-CN" altLang="en-US" sz="2500" b="1">
                <a:solidFill>
                  <a:srgbClr val="000000"/>
                </a:solidFill>
                <a:latin typeface="宋体" panose="02010600030101010101" pitchFamily="2" charset="-122"/>
              </a:rPr>
              <a:t>）系统的体系结构不同。</a:t>
            </a:r>
            <a:endParaRPr lang="zh-CN" altLang="en-US" sz="2500">
              <a:solidFill>
                <a:srgbClr val="000000"/>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583686"/>
                                        </p:tgtEl>
                                        <p:attrNameLst>
                                          <p:attrName>style.visibility</p:attrName>
                                        </p:attrNameLst>
                                      </p:cBhvr>
                                      <p:to>
                                        <p:strVal val="visible"/>
                                      </p:to>
                                    </p:set>
                                    <p:animEffect transition="in" filter="slide(fromTop)">
                                      <p:cBhvr>
                                        <p:cTn id="7" dur="500"/>
                                        <p:tgtEl>
                                          <p:spTgt spid="583686"/>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583687"/>
                                        </p:tgtEl>
                                        <p:attrNameLst>
                                          <p:attrName>style.visibility</p:attrName>
                                        </p:attrNameLst>
                                      </p:cBhvr>
                                      <p:to>
                                        <p:strVal val="visible"/>
                                      </p:to>
                                    </p:set>
                                    <p:animEffect transition="in" filter="slide(fromBottom)">
                                      <p:cBhvr>
                                        <p:cTn id="12" dur="500"/>
                                        <p:tgtEl>
                                          <p:spTgt spid="5836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686" grpId="0" autoUpdateAnimBg="0"/>
      <p:bldP spid="583687"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CCC3B591-98A1-4530-A56C-22A44B647F7B}" type="slidenum">
              <a:rPr lang="ja-JP" altLang="en-US">
                <a:latin typeface="Arial" panose="020B0604020202020204"/>
              </a:rPr>
            </a:fld>
            <a:endParaRPr lang="en-US" altLang="ja-JP">
              <a:latin typeface="Arial" panose="020B0604020202020204"/>
            </a:endParaRPr>
          </a:p>
        </p:txBody>
      </p:sp>
      <p:sp>
        <p:nvSpPr>
          <p:cNvPr id="429059" name="Rectangle 2"/>
          <p:cNvSpPr>
            <a:spLocks noGrp="1" noChangeArrowheads="1"/>
          </p:cNvSpPr>
          <p:nvPr>
            <p:ph type="title"/>
          </p:nvPr>
        </p:nvSpPr>
        <p:spPr/>
        <p:txBody>
          <a:bodyPr/>
          <a:lstStyle/>
          <a:p>
            <a:pPr eaLnBrk="1" hangingPunct="1"/>
            <a:endParaRPr lang="zh-CN" altLang="zh-CN">
              <a:latin typeface="Times New Roman" panose="02020603050405020304" pitchFamily="18" charset="0"/>
            </a:endParaRPr>
          </a:p>
        </p:txBody>
      </p:sp>
      <p:sp>
        <p:nvSpPr>
          <p:cNvPr id="429060" name="Rectangle 3"/>
          <p:cNvSpPr>
            <a:spLocks noGrp="1" noChangeArrowheads="1"/>
          </p:cNvSpPr>
          <p:nvPr>
            <p:ph type="body" idx="1"/>
          </p:nvPr>
        </p:nvSpPr>
        <p:spPr>
          <a:xfrm>
            <a:off x="2057401" y="1076326"/>
            <a:ext cx="8359775" cy="5400675"/>
          </a:xfrm>
        </p:spPr>
        <p:txBody>
          <a:bodyPr/>
          <a:lstStyle/>
          <a:p>
            <a:pPr eaLnBrk="1" hangingPunct="1">
              <a:buSzPct val="60000"/>
              <a:buFont typeface="Wingdings" panose="05000000000000000000" pitchFamily="2" charset="2"/>
              <a:buBlip>
                <a:blip r:embed="rId1"/>
              </a:buBlip>
            </a:pPr>
            <a:r>
              <a:rPr lang="en-US" altLang="zh-CN" b="1">
                <a:latin typeface="Times New Roman" panose="02020603050405020304" pitchFamily="18" charset="0"/>
              </a:rPr>
              <a:t>10.2.1 </a:t>
            </a:r>
            <a:r>
              <a:rPr lang="zh-CN" altLang="en-US" b="1">
                <a:latin typeface="Times New Roman" panose="02020603050405020304" pitchFamily="18" charset="0"/>
              </a:rPr>
              <a:t>专家系统的定义</a:t>
            </a:r>
            <a:endParaRPr lang="zh-CN" altLang="en-US" b="1">
              <a:latin typeface="Times New Roman" panose="02020603050405020304" pitchFamily="18" charset="0"/>
            </a:endParaRPr>
          </a:p>
          <a:p>
            <a:pPr eaLnBrk="1" hangingPunct="1">
              <a:buSzPct val="60000"/>
              <a:buFont typeface="Wingdings" panose="05000000000000000000" pitchFamily="2" charset="2"/>
              <a:buBlip>
                <a:blip r:embed="rId1"/>
              </a:buBlip>
            </a:pPr>
            <a:r>
              <a:rPr lang="en-US" altLang="zh-CN" b="1">
                <a:latin typeface="Times New Roman" panose="02020603050405020304" pitchFamily="18" charset="0"/>
              </a:rPr>
              <a:t>10.2.2 </a:t>
            </a:r>
            <a:r>
              <a:rPr lang="zh-CN" altLang="en-US" b="1">
                <a:latin typeface="Times New Roman" panose="02020603050405020304" pitchFamily="18" charset="0"/>
              </a:rPr>
              <a:t>专家系统的特点</a:t>
            </a:r>
            <a:endParaRPr lang="zh-CN" altLang="en-US" b="1">
              <a:latin typeface="Times New Roman" panose="02020603050405020304" pitchFamily="18" charset="0"/>
            </a:endParaRPr>
          </a:p>
          <a:p>
            <a:pPr eaLnBrk="1" hangingPunct="1">
              <a:buSzPct val="60000"/>
              <a:buFont typeface="Wingdings" panose="05000000000000000000" pitchFamily="2" charset="2"/>
              <a:buBlip>
                <a:blip r:embed="rId1"/>
              </a:buBlip>
            </a:pPr>
            <a:r>
              <a:rPr lang="en-US" altLang="zh-CN" b="1">
                <a:solidFill>
                  <a:srgbClr val="0000FF"/>
                </a:solidFill>
                <a:latin typeface="Times New Roman" panose="02020603050405020304" pitchFamily="18" charset="0"/>
              </a:rPr>
              <a:t>10.2.3 </a:t>
            </a:r>
            <a:r>
              <a:rPr lang="zh-CN" altLang="en-US" b="1">
                <a:solidFill>
                  <a:srgbClr val="0000FF"/>
                </a:solidFill>
                <a:latin typeface="Times New Roman" panose="02020603050405020304" pitchFamily="18" charset="0"/>
              </a:rPr>
              <a:t>专家系统的类型</a:t>
            </a:r>
            <a:endParaRPr lang="zh-CN" altLang="en-US" b="1">
              <a:solidFill>
                <a:srgbClr val="0000FF"/>
              </a:solidFill>
              <a:latin typeface="Times New Roman" panose="02020603050405020304" pitchFamily="18" charset="0"/>
            </a:endParaRPr>
          </a:p>
          <a:p>
            <a:pPr eaLnBrk="1" hangingPunct="1">
              <a:buSzPct val="60000"/>
              <a:buFont typeface="Wingdings" panose="05000000000000000000" pitchFamily="2" charset="2"/>
              <a:buBlip>
                <a:blip r:embed="rId1"/>
              </a:buBlip>
            </a:pPr>
            <a:r>
              <a:rPr lang="en-US" altLang="zh-CN" b="1">
                <a:latin typeface="Times New Roman" panose="02020603050405020304" pitchFamily="18" charset="0"/>
              </a:rPr>
              <a:t>10.2.4 </a:t>
            </a:r>
            <a:r>
              <a:rPr lang="zh-CN" altLang="en-US" b="1">
                <a:latin typeface="Times New Roman" panose="02020603050405020304" pitchFamily="18" charset="0"/>
              </a:rPr>
              <a:t>专家系统的应用</a:t>
            </a:r>
            <a:endParaRPr lang="zh-CN" altLang="en-US" b="1">
              <a:latin typeface="Times New Roman" panose="02020603050405020304" pitchFamily="18" charset="0"/>
            </a:endParaRPr>
          </a:p>
        </p:txBody>
      </p:sp>
      <p:sp>
        <p:nvSpPr>
          <p:cNvPr id="429061" name="Rectangle 4"/>
          <p:cNvSpPr>
            <a:spLocks noChangeArrowheads="1"/>
          </p:cNvSpPr>
          <p:nvPr/>
        </p:nvSpPr>
        <p:spPr bwMode="auto">
          <a:xfrm>
            <a:off x="1524000" y="1"/>
            <a:ext cx="9144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530">
              <a:defRPr>
                <a:solidFill>
                  <a:schemeClr val="tx1"/>
                </a:solidFill>
                <a:latin typeface="Verdana" panose="020B0604030504040204" pitchFamily="34" charset="0"/>
                <a:ea typeface="宋体" panose="02010600030101010101" pitchFamily="2" charset="-122"/>
              </a:defRPr>
            </a:lvl1pPr>
            <a:lvl2pPr indent="176530">
              <a:defRPr>
                <a:solidFill>
                  <a:schemeClr val="tx1"/>
                </a:solidFill>
                <a:latin typeface="Verdana" panose="020B0604030504040204" pitchFamily="34" charset="0"/>
                <a:ea typeface="宋体" panose="02010600030101010101" pitchFamily="2" charset="-122"/>
              </a:defRPr>
            </a:lvl2pPr>
            <a:lvl3pPr indent="176530">
              <a:defRPr>
                <a:solidFill>
                  <a:schemeClr val="tx1"/>
                </a:solidFill>
                <a:latin typeface="Verdana" panose="020B0604030504040204" pitchFamily="34" charset="0"/>
                <a:ea typeface="宋体" panose="02010600030101010101" pitchFamily="2" charset="-122"/>
              </a:defRPr>
            </a:lvl3pPr>
            <a:lvl4pPr indent="176530">
              <a:defRPr>
                <a:solidFill>
                  <a:schemeClr val="tx1"/>
                </a:solidFill>
                <a:latin typeface="Verdana" panose="020B0604030504040204" pitchFamily="34" charset="0"/>
                <a:ea typeface="宋体" panose="02010600030101010101" pitchFamily="2" charset="-122"/>
              </a:defRPr>
            </a:lvl4pPr>
            <a:lvl5pPr indent="176530">
              <a:defRPr>
                <a:solidFill>
                  <a:schemeClr val="tx1"/>
                </a:solidFill>
                <a:latin typeface="Verdana" panose="020B0604030504040204" pitchFamily="34" charset="0"/>
                <a:ea typeface="宋体" panose="02010600030101010101" pitchFamily="2" charset="-122"/>
              </a:defRPr>
            </a:lvl5pPr>
            <a:lvl6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600">
                <a:solidFill>
                  <a:srgbClr val="FFFFFF"/>
                </a:solidFill>
                <a:latin typeface="Times New Roman" panose="02020603050405020304" pitchFamily="18" charset="0"/>
                <a:ea typeface="黑体" panose="02010609060101010101" pitchFamily="49" charset="-122"/>
              </a:rPr>
              <a:t>10.2  </a:t>
            </a:r>
            <a:r>
              <a:rPr lang="zh-CN" altLang="en-US" sz="3600">
                <a:solidFill>
                  <a:srgbClr val="FFFFFF"/>
                </a:solidFill>
                <a:latin typeface="Times New Roman" panose="02020603050405020304" pitchFamily="18" charset="0"/>
                <a:ea typeface="黑体" panose="02010609060101010101" pitchFamily="49" charset="-122"/>
              </a:rPr>
              <a:t>专家系统的概念</a:t>
            </a:r>
            <a:endParaRPr lang="zh-CN" altLang="en-US" sz="3600">
              <a:solidFill>
                <a:srgbClr val="FFFFFF"/>
              </a:solidFill>
              <a:latin typeface="Times New Roman" panose="02020603050405020304" pitchFamily="18" charset="0"/>
              <a:ea typeface="黑体" panose="02010609060101010101" pitchFamily="49" charset="-122"/>
            </a:endParaRPr>
          </a:p>
        </p:txBody>
      </p:sp>
    </p:spTree>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fontAlgn="base">
              <a:spcBef>
                <a:spcPct val="0"/>
              </a:spcBef>
              <a:spcAft>
                <a:spcPct val="0"/>
              </a:spcAft>
              <a:defRPr/>
            </a:pPr>
            <a:fld id="{1C35B79D-6217-4F48-ACE5-AFBD87868106}" type="slidenum">
              <a:rPr lang="ja-JP" altLang="en-US">
                <a:latin typeface="Arial" panose="020B0604020202020204"/>
              </a:rPr>
            </a:fld>
            <a:endParaRPr lang="en-US" altLang="ja-JP">
              <a:latin typeface="Arial" panose="020B0604020202020204"/>
            </a:endParaRPr>
          </a:p>
        </p:txBody>
      </p:sp>
      <p:sp>
        <p:nvSpPr>
          <p:cNvPr id="430083"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rPr>
              <a:t>10.2.3  </a:t>
            </a:r>
            <a:r>
              <a:rPr lang="zh-CN" altLang="en-US" sz="4200" b="0">
                <a:latin typeface="Times New Roman" panose="02020603050405020304" pitchFamily="18" charset="0"/>
                <a:ea typeface="黑体" panose="02010609060101010101" pitchFamily="49" charset="-122"/>
              </a:rPr>
              <a:t>专家系统的类型</a:t>
            </a:r>
            <a:endParaRPr lang="zh-CN" altLang="en-US" sz="4200" b="0">
              <a:latin typeface="Times New Roman" panose="02020603050405020304" pitchFamily="18" charset="0"/>
              <a:ea typeface="黑体" panose="02010609060101010101" pitchFamily="49" charset="-122"/>
            </a:endParaRPr>
          </a:p>
        </p:txBody>
      </p:sp>
      <p:pic>
        <p:nvPicPr>
          <p:cNvPr id="585731"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52600" y="838200"/>
            <a:ext cx="86868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85731"/>
                                        </p:tgtEl>
                                        <p:attrNameLst>
                                          <p:attrName>style.visibility</p:attrName>
                                        </p:attrNameLst>
                                      </p:cBhvr>
                                      <p:to>
                                        <p:strVal val="visible"/>
                                      </p:to>
                                    </p:set>
                                    <p:anim calcmode="lin" valueType="num">
                                      <p:cBhvr>
                                        <p:cTn id="7" dur="500" fill="hold"/>
                                        <p:tgtEl>
                                          <p:spTgt spid="585731"/>
                                        </p:tgtEl>
                                        <p:attrNameLst>
                                          <p:attrName>ppt_w</p:attrName>
                                        </p:attrNameLst>
                                      </p:cBhvr>
                                      <p:tavLst>
                                        <p:tav tm="0">
                                          <p:val>
                                            <p:fltVal val="0"/>
                                          </p:val>
                                        </p:tav>
                                        <p:tav tm="100000">
                                          <p:val>
                                            <p:strVal val="#ppt_w"/>
                                          </p:val>
                                        </p:tav>
                                      </p:tavLst>
                                    </p:anim>
                                    <p:anim calcmode="lin" valueType="num">
                                      <p:cBhvr>
                                        <p:cTn id="8" dur="500" fill="hold"/>
                                        <p:tgtEl>
                                          <p:spTgt spid="585731"/>
                                        </p:tgtEl>
                                        <p:attrNameLst>
                                          <p:attrName>ppt_h</p:attrName>
                                        </p:attrNameLst>
                                      </p:cBhvr>
                                      <p:tavLst>
                                        <p:tav tm="0">
                                          <p:val>
                                            <p:fltVal val="0"/>
                                          </p:val>
                                        </p:tav>
                                        <p:tav tm="100000">
                                          <p:val>
                                            <p:strVal val="#ppt_h"/>
                                          </p:val>
                                        </p:tav>
                                      </p:tavLst>
                                    </p:anim>
                                    <p:animEffect transition="in" filter="fade">
                                      <p:cBhvr>
                                        <p:cTn id="9" dur="500"/>
                                        <p:tgtEl>
                                          <p:spTgt spid="585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A5A33C7D-F41C-46A2-88E7-40315828912B}" type="slidenum">
              <a:rPr lang="ja-JP" altLang="en-US">
                <a:latin typeface="Arial" panose="020B0604020202020204"/>
              </a:rPr>
            </a:fld>
            <a:endParaRPr lang="en-US" altLang="ja-JP">
              <a:latin typeface="Arial" panose="020B0604020202020204"/>
            </a:endParaRPr>
          </a:p>
        </p:txBody>
      </p:sp>
      <p:sp>
        <p:nvSpPr>
          <p:cNvPr id="431107" name="Rectangle 2"/>
          <p:cNvSpPr>
            <a:spLocks noGrp="1" noChangeArrowheads="1"/>
          </p:cNvSpPr>
          <p:nvPr>
            <p:ph type="title"/>
          </p:nvPr>
        </p:nvSpPr>
        <p:spPr/>
        <p:txBody>
          <a:bodyPr/>
          <a:lstStyle/>
          <a:p>
            <a:pPr eaLnBrk="1" hangingPunct="1"/>
            <a:endParaRPr lang="zh-CN" altLang="zh-CN">
              <a:latin typeface="Times New Roman" panose="02020603050405020304" pitchFamily="18" charset="0"/>
            </a:endParaRPr>
          </a:p>
        </p:txBody>
      </p:sp>
      <p:sp>
        <p:nvSpPr>
          <p:cNvPr id="431108" name="Rectangle 3"/>
          <p:cNvSpPr>
            <a:spLocks noGrp="1" noChangeArrowheads="1"/>
          </p:cNvSpPr>
          <p:nvPr>
            <p:ph type="body" idx="1"/>
          </p:nvPr>
        </p:nvSpPr>
        <p:spPr>
          <a:xfrm>
            <a:off x="2025650" y="1066801"/>
            <a:ext cx="8642350" cy="5400675"/>
          </a:xfrm>
        </p:spPr>
        <p:txBody>
          <a:bodyPr/>
          <a:lstStyle/>
          <a:p>
            <a:pPr eaLnBrk="1" hangingPunct="1">
              <a:buSzPct val="60000"/>
              <a:buFont typeface="Wingdings" panose="05000000000000000000" pitchFamily="2" charset="2"/>
              <a:buBlip>
                <a:blip r:embed="rId1"/>
              </a:buBlip>
            </a:pPr>
            <a:r>
              <a:rPr lang="en-US" altLang="zh-CN" b="1">
                <a:latin typeface="Times New Roman" panose="02020603050405020304" pitchFamily="18" charset="0"/>
              </a:rPr>
              <a:t>10.2.1 </a:t>
            </a:r>
            <a:r>
              <a:rPr lang="zh-CN" altLang="en-US" b="1">
                <a:latin typeface="Times New Roman" panose="02020603050405020304" pitchFamily="18" charset="0"/>
              </a:rPr>
              <a:t>专家系统的定义</a:t>
            </a:r>
            <a:endParaRPr lang="zh-CN" altLang="en-US" b="1">
              <a:latin typeface="Times New Roman" panose="02020603050405020304" pitchFamily="18" charset="0"/>
            </a:endParaRPr>
          </a:p>
          <a:p>
            <a:pPr eaLnBrk="1" hangingPunct="1">
              <a:buSzPct val="60000"/>
              <a:buFont typeface="Wingdings" panose="05000000000000000000" pitchFamily="2" charset="2"/>
              <a:buBlip>
                <a:blip r:embed="rId1"/>
              </a:buBlip>
            </a:pPr>
            <a:r>
              <a:rPr lang="en-US" altLang="zh-CN" b="1">
                <a:latin typeface="Times New Roman" panose="02020603050405020304" pitchFamily="18" charset="0"/>
              </a:rPr>
              <a:t>10.2.2 </a:t>
            </a:r>
            <a:r>
              <a:rPr lang="zh-CN" altLang="en-US" b="1">
                <a:latin typeface="Times New Roman" panose="02020603050405020304" pitchFamily="18" charset="0"/>
              </a:rPr>
              <a:t>专家系统的特点</a:t>
            </a:r>
            <a:endParaRPr lang="zh-CN" altLang="en-US" b="1">
              <a:latin typeface="Times New Roman" panose="02020603050405020304" pitchFamily="18" charset="0"/>
            </a:endParaRPr>
          </a:p>
          <a:p>
            <a:pPr eaLnBrk="1" hangingPunct="1">
              <a:buSzPct val="60000"/>
              <a:buFont typeface="Wingdings" panose="05000000000000000000" pitchFamily="2" charset="2"/>
              <a:buBlip>
                <a:blip r:embed="rId1"/>
              </a:buBlip>
            </a:pPr>
            <a:r>
              <a:rPr lang="en-US" altLang="zh-CN" b="1">
                <a:latin typeface="Times New Roman" panose="02020603050405020304" pitchFamily="18" charset="0"/>
              </a:rPr>
              <a:t>10.2.3 </a:t>
            </a:r>
            <a:r>
              <a:rPr lang="zh-CN" altLang="en-US" b="1">
                <a:latin typeface="Times New Roman" panose="02020603050405020304" pitchFamily="18" charset="0"/>
              </a:rPr>
              <a:t>专家系统的类型</a:t>
            </a:r>
            <a:endParaRPr lang="zh-CN" altLang="en-US" b="1">
              <a:latin typeface="Times New Roman" panose="02020603050405020304" pitchFamily="18" charset="0"/>
            </a:endParaRPr>
          </a:p>
          <a:p>
            <a:pPr eaLnBrk="1" hangingPunct="1">
              <a:buSzPct val="60000"/>
              <a:buFont typeface="Wingdings" panose="05000000000000000000" pitchFamily="2" charset="2"/>
              <a:buBlip>
                <a:blip r:embed="rId1"/>
              </a:buBlip>
            </a:pPr>
            <a:r>
              <a:rPr lang="en-US" altLang="zh-CN" b="1">
                <a:solidFill>
                  <a:srgbClr val="0000FF"/>
                </a:solidFill>
                <a:latin typeface="Times New Roman" panose="02020603050405020304" pitchFamily="18" charset="0"/>
              </a:rPr>
              <a:t>10.2.4 </a:t>
            </a:r>
            <a:r>
              <a:rPr lang="zh-CN" altLang="en-US" b="1">
                <a:solidFill>
                  <a:srgbClr val="0000FF"/>
                </a:solidFill>
                <a:latin typeface="Times New Roman" panose="02020603050405020304" pitchFamily="18" charset="0"/>
              </a:rPr>
              <a:t>专家系统的应用</a:t>
            </a:r>
            <a:endParaRPr lang="zh-CN" altLang="en-US" b="1">
              <a:solidFill>
                <a:srgbClr val="0000FF"/>
              </a:solidFill>
              <a:latin typeface="Times New Roman" panose="02020603050405020304" pitchFamily="18" charset="0"/>
            </a:endParaRPr>
          </a:p>
        </p:txBody>
      </p:sp>
      <p:sp>
        <p:nvSpPr>
          <p:cNvPr id="431109" name="Rectangle 4"/>
          <p:cNvSpPr>
            <a:spLocks noChangeArrowheads="1"/>
          </p:cNvSpPr>
          <p:nvPr/>
        </p:nvSpPr>
        <p:spPr bwMode="auto">
          <a:xfrm>
            <a:off x="1524000" y="1"/>
            <a:ext cx="9144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530">
              <a:defRPr>
                <a:solidFill>
                  <a:schemeClr val="tx1"/>
                </a:solidFill>
                <a:latin typeface="Verdana" panose="020B0604030504040204" pitchFamily="34" charset="0"/>
                <a:ea typeface="宋体" panose="02010600030101010101" pitchFamily="2" charset="-122"/>
              </a:defRPr>
            </a:lvl1pPr>
            <a:lvl2pPr indent="176530">
              <a:defRPr>
                <a:solidFill>
                  <a:schemeClr val="tx1"/>
                </a:solidFill>
                <a:latin typeface="Verdana" panose="020B0604030504040204" pitchFamily="34" charset="0"/>
                <a:ea typeface="宋体" panose="02010600030101010101" pitchFamily="2" charset="-122"/>
              </a:defRPr>
            </a:lvl2pPr>
            <a:lvl3pPr indent="176530">
              <a:defRPr>
                <a:solidFill>
                  <a:schemeClr val="tx1"/>
                </a:solidFill>
                <a:latin typeface="Verdana" panose="020B0604030504040204" pitchFamily="34" charset="0"/>
                <a:ea typeface="宋体" panose="02010600030101010101" pitchFamily="2" charset="-122"/>
              </a:defRPr>
            </a:lvl3pPr>
            <a:lvl4pPr indent="176530">
              <a:defRPr>
                <a:solidFill>
                  <a:schemeClr val="tx1"/>
                </a:solidFill>
                <a:latin typeface="Verdana" panose="020B0604030504040204" pitchFamily="34" charset="0"/>
                <a:ea typeface="宋体" panose="02010600030101010101" pitchFamily="2" charset="-122"/>
              </a:defRPr>
            </a:lvl4pPr>
            <a:lvl5pPr indent="176530">
              <a:defRPr>
                <a:solidFill>
                  <a:schemeClr val="tx1"/>
                </a:solidFill>
                <a:latin typeface="Verdana" panose="020B0604030504040204" pitchFamily="34" charset="0"/>
                <a:ea typeface="宋体" panose="02010600030101010101" pitchFamily="2" charset="-122"/>
              </a:defRPr>
            </a:lvl5pPr>
            <a:lvl6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600">
                <a:solidFill>
                  <a:srgbClr val="FFFFFF"/>
                </a:solidFill>
                <a:latin typeface="Times New Roman" panose="02020603050405020304" pitchFamily="18" charset="0"/>
                <a:ea typeface="黑体" panose="02010609060101010101" pitchFamily="49" charset="-122"/>
              </a:rPr>
              <a:t>10.2  </a:t>
            </a:r>
            <a:r>
              <a:rPr lang="zh-CN" altLang="en-US" sz="3600">
                <a:solidFill>
                  <a:srgbClr val="FFFFFF"/>
                </a:solidFill>
                <a:latin typeface="Times New Roman" panose="02020603050405020304" pitchFamily="18" charset="0"/>
                <a:ea typeface="黑体" panose="02010609060101010101" pitchFamily="49" charset="-122"/>
              </a:rPr>
              <a:t>专家系统的概念</a:t>
            </a:r>
            <a:endParaRPr lang="zh-CN" altLang="en-US" sz="3600">
              <a:solidFill>
                <a:srgbClr val="FFFFFF"/>
              </a:solidFill>
              <a:latin typeface="Times New Roman" panose="02020603050405020304" pitchFamily="18" charset="0"/>
              <a:ea typeface="黑体" panose="02010609060101010101" pitchFamily="49" charset="-122"/>
            </a:endParaRPr>
          </a:p>
        </p:txBody>
      </p:sp>
    </p:spTree>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fontAlgn="base">
              <a:spcBef>
                <a:spcPct val="0"/>
              </a:spcBef>
              <a:spcAft>
                <a:spcPct val="0"/>
              </a:spcAft>
              <a:defRPr/>
            </a:pPr>
            <a:fld id="{8DC1CE64-A4B5-47A5-B6CC-D050904635A3}" type="slidenum">
              <a:rPr lang="ja-JP" altLang="en-US">
                <a:latin typeface="Arial" panose="020B0604020202020204"/>
              </a:rPr>
            </a:fld>
            <a:endParaRPr lang="en-US" altLang="ja-JP">
              <a:latin typeface="Arial" panose="020B0604020202020204"/>
            </a:endParaRPr>
          </a:p>
        </p:txBody>
      </p:sp>
      <p:sp>
        <p:nvSpPr>
          <p:cNvPr id="432131"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rPr>
              <a:t>10.2.4  </a:t>
            </a:r>
            <a:r>
              <a:rPr lang="zh-CN" altLang="en-US" sz="4200" b="0">
                <a:latin typeface="Times New Roman" panose="02020603050405020304" pitchFamily="18" charset="0"/>
                <a:ea typeface="黑体" panose="02010609060101010101" pitchFamily="49" charset="-122"/>
              </a:rPr>
              <a:t>专家系统的应用</a:t>
            </a:r>
            <a:endParaRPr lang="zh-CN" altLang="en-US" sz="4200" b="0">
              <a:latin typeface="Times New Roman" panose="02020603050405020304" pitchFamily="18" charset="0"/>
              <a:ea typeface="黑体" panose="02010609060101010101" pitchFamily="49" charset="-122"/>
            </a:endParaRPr>
          </a:p>
        </p:txBody>
      </p:sp>
      <p:pic>
        <p:nvPicPr>
          <p:cNvPr id="587779"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76400" y="838200"/>
            <a:ext cx="89916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587779"/>
                                        </p:tgtEl>
                                        <p:attrNameLst>
                                          <p:attrName>style.visibility</p:attrName>
                                        </p:attrNameLst>
                                      </p:cBhvr>
                                      <p:to>
                                        <p:strVal val="visible"/>
                                      </p:to>
                                    </p:set>
                                    <p:animEffect transition="in" filter="fade">
                                      <p:cBhvr>
                                        <p:cTn id="7" dur="800" decel="100000"/>
                                        <p:tgtEl>
                                          <p:spTgt spid="587779"/>
                                        </p:tgtEl>
                                      </p:cBhvr>
                                    </p:animEffect>
                                    <p:anim calcmode="lin" valueType="num">
                                      <p:cBhvr>
                                        <p:cTn id="8" dur="800" decel="100000" fill="hold"/>
                                        <p:tgtEl>
                                          <p:spTgt spid="587779"/>
                                        </p:tgtEl>
                                        <p:attrNameLst>
                                          <p:attrName>style.rotation</p:attrName>
                                        </p:attrNameLst>
                                      </p:cBhvr>
                                      <p:tavLst>
                                        <p:tav tm="0">
                                          <p:val>
                                            <p:fltVal val="-90"/>
                                          </p:val>
                                        </p:tav>
                                        <p:tav tm="100000">
                                          <p:val>
                                            <p:fltVal val="0"/>
                                          </p:val>
                                        </p:tav>
                                      </p:tavLst>
                                    </p:anim>
                                    <p:anim calcmode="lin" valueType="num">
                                      <p:cBhvr>
                                        <p:cTn id="9" dur="800" decel="100000" fill="hold"/>
                                        <p:tgtEl>
                                          <p:spTgt spid="587779"/>
                                        </p:tgtEl>
                                        <p:attrNameLst>
                                          <p:attrName>ppt_x</p:attrName>
                                        </p:attrNameLst>
                                      </p:cBhvr>
                                      <p:tavLst>
                                        <p:tav tm="0">
                                          <p:val>
                                            <p:strVal val="#ppt_x+0.4"/>
                                          </p:val>
                                        </p:tav>
                                        <p:tav tm="100000">
                                          <p:val>
                                            <p:strVal val="#ppt_x-0.05"/>
                                          </p:val>
                                        </p:tav>
                                      </p:tavLst>
                                    </p:anim>
                                    <p:anim calcmode="lin" valueType="num">
                                      <p:cBhvr>
                                        <p:cTn id="10" dur="800" decel="100000" fill="hold"/>
                                        <p:tgtEl>
                                          <p:spTgt spid="587779"/>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587779"/>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587779"/>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fontAlgn="base">
              <a:spcBef>
                <a:spcPct val="0"/>
              </a:spcBef>
              <a:spcAft>
                <a:spcPct val="0"/>
              </a:spcAft>
              <a:defRPr/>
            </a:pPr>
            <a:fld id="{FFE6C9B5-BA7A-4466-A1CE-8EF02509A781}" type="slidenum">
              <a:rPr lang="ja-JP" altLang="en-US">
                <a:latin typeface="Arial" panose="020B0604020202020204"/>
              </a:rPr>
            </a:fld>
            <a:endParaRPr lang="en-US" altLang="ja-JP">
              <a:latin typeface="Arial" panose="020B0604020202020204"/>
            </a:endParaRPr>
          </a:p>
        </p:txBody>
      </p:sp>
      <p:sp>
        <p:nvSpPr>
          <p:cNvPr id="433155"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rPr>
              <a:t>10.2.4  </a:t>
            </a:r>
            <a:r>
              <a:rPr lang="zh-CN" altLang="en-US" sz="4200" b="0">
                <a:latin typeface="Times New Roman" panose="02020603050405020304" pitchFamily="18" charset="0"/>
                <a:ea typeface="黑体" panose="02010609060101010101" pitchFamily="49" charset="-122"/>
              </a:rPr>
              <a:t>专家系统的应用</a:t>
            </a:r>
            <a:endParaRPr lang="zh-CN" altLang="en-US" sz="4200" b="0">
              <a:latin typeface="Times New Roman" panose="02020603050405020304" pitchFamily="18" charset="0"/>
              <a:ea typeface="黑体" panose="02010609060101010101" pitchFamily="49" charset="-122"/>
            </a:endParaRPr>
          </a:p>
        </p:txBody>
      </p:sp>
      <p:pic>
        <p:nvPicPr>
          <p:cNvPr id="433156"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52600" y="914400"/>
            <a:ext cx="8686800"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1"/>
          <p:cNvSpPr>
            <a:spLocks noGrp="1"/>
          </p:cNvSpPr>
          <p:nvPr>
            <p:ph type="sldNum" sz="quarter" idx="10"/>
          </p:nvPr>
        </p:nvSpPr>
        <p:spPr/>
        <p:txBody>
          <a:bodyPr/>
          <a:lstStyle/>
          <a:p>
            <a:pPr fontAlgn="base">
              <a:spcBef>
                <a:spcPct val="0"/>
              </a:spcBef>
              <a:spcAft>
                <a:spcPct val="0"/>
              </a:spcAft>
              <a:defRPr/>
            </a:pPr>
            <a:fld id="{A364A254-D207-4B57-BA77-3C0BFB29A1DC}" type="slidenum">
              <a:rPr lang="ja-JP" altLang="en-US">
                <a:latin typeface="Arial" panose="020B0604020202020204"/>
              </a:rPr>
            </a:fld>
            <a:endParaRPr lang="en-US" altLang="ja-JP">
              <a:latin typeface="Arial" panose="020B0604020202020204"/>
            </a:endParaRPr>
          </a:p>
        </p:txBody>
      </p:sp>
      <p:sp>
        <p:nvSpPr>
          <p:cNvPr id="434179" name="Rectangle 2"/>
          <p:cNvSpPr>
            <a:spLocks noChangeArrowheads="1"/>
          </p:cNvSpPr>
          <p:nvPr/>
        </p:nvSpPr>
        <p:spPr bwMode="auto">
          <a:xfrm>
            <a:off x="1524000" y="1"/>
            <a:ext cx="9144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530">
              <a:defRPr>
                <a:solidFill>
                  <a:schemeClr val="tx1"/>
                </a:solidFill>
                <a:latin typeface="Verdana" panose="020B0604030504040204" pitchFamily="34" charset="0"/>
                <a:ea typeface="宋体" panose="02010600030101010101" pitchFamily="2" charset="-122"/>
              </a:defRPr>
            </a:lvl1pPr>
            <a:lvl2pPr indent="176530">
              <a:defRPr>
                <a:solidFill>
                  <a:schemeClr val="tx1"/>
                </a:solidFill>
                <a:latin typeface="Verdana" panose="020B0604030504040204" pitchFamily="34" charset="0"/>
                <a:ea typeface="宋体" panose="02010600030101010101" pitchFamily="2" charset="-122"/>
              </a:defRPr>
            </a:lvl2pPr>
            <a:lvl3pPr indent="176530">
              <a:defRPr>
                <a:solidFill>
                  <a:schemeClr val="tx1"/>
                </a:solidFill>
                <a:latin typeface="Verdana" panose="020B0604030504040204" pitchFamily="34" charset="0"/>
                <a:ea typeface="宋体" panose="02010600030101010101" pitchFamily="2" charset="-122"/>
              </a:defRPr>
            </a:lvl3pPr>
            <a:lvl4pPr indent="176530">
              <a:defRPr>
                <a:solidFill>
                  <a:schemeClr val="tx1"/>
                </a:solidFill>
                <a:latin typeface="Verdana" panose="020B0604030504040204" pitchFamily="34" charset="0"/>
                <a:ea typeface="宋体" panose="02010600030101010101" pitchFamily="2" charset="-122"/>
              </a:defRPr>
            </a:lvl4pPr>
            <a:lvl5pPr indent="176530">
              <a:defRPr>
                <a:solidFill>
                  <a:schemeClr val="tx1"/>
                </a:solidFill>
                <a:latin typeface="Verdana" panose="020B0604030504040204" pitchFamily="34" charset="0"/>
                <a:ea typeface="宋体" panose="02010600030101010101" pitchFamily="2" charset="-122"/>
              </a:defRPr>
            </a:lvl5pPr>
            <a:lvl6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4200">
                <a:solidFill>
                  <a:srgbClr val="FFFFFF"/>
                </a:solidFill>
                <a:latin typeface="Times New Roman" panose="02020603050405020304" pitchFamily="18" charset="0"/>
                <a:ea typeface="黑体" panose="02010609060101010101" pitchFamily="49" charset="-122"/>
              </a:rPr>
              <a:t>第</a:t>
            </a:r>
            <a:r>
              <a:rPr lang="en-US" altLang="zh-CN" sz="4200">
                <a:solidFill>
                  <a:srgbClr val="FFFFFF"/>
                </a:solidFill>
                <a:latin typeface="Times New Roman" panose="02020603050405020304" pitchFamily="18" charset="0"/>
                <a:ea typeface="黑体" panose="02010609060101010101" pitchFamily="49" charset="-122"/>
              </a:rPr>
              <a:t>10</a:t>
            </a:r>
            <a:r>
              <a:rPr lang="zh-CN" altLang="en-US" sz="4200">
                <a:solidFill>
                  <a:srgbClr val="FFFFFF"/>
                </a:solidFill>
                <a:latin typeface="Times New Roman" panose="02020603050405020304" pitchFamily="18" charset="0"/>
                <a:ea typeface="黑体" panose="02010609060101010101" pitchFamily="49" charset="-122"/>
              </a:rPr>
              <a:t>章  专家系统与机器学习</a:t>
            </a:r>
            <a:endParaRPr lang="zh-CN" altLang="en-US" sz="4200">
              <a:solidFill>
                <a:srgbClr val="FFFFFF"/>
              </a:solidFill>
              <a:latin typeface="Times New Roman" panose="02020603050405020304" pitchFamily="18" charset="0"/>
              <a:ea typeface="黑体" panose="02010609060101010101" pitchFamily="49" charset="-122"/>
            </a:endParaRPr>
          </a:p>
        </p:txBody>
      </p:sp>
      <p:sp>
        <p:nvSpPr>
          <p:cNvPr id="434180" name="Rectangle 3"/>
          <p:cNvSpPr>
            <a:spLocks noChangeArrowheads="1"/>
          </p:cNvSpPr>
          <p:nvPr/>
        </p:nvSpPr>
        <p:spPr bwMode="auto">
          <a:xfrm>
            <a:off x="2025650" y="1066801"/>
            <a:ext cx="8642350" cy="540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908050" indent="-43688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304925" indent="-395605">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9418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94230" indent="-398780">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Bef>
                <a:spcPct val="30000"/>
              </a:spcBef>
              <a:spcAft>
                <a:spcPct val="0"/>
              </a:spcAft>
              <a:buClr>
                <a:srgbClr val="CC0000"/>
              </a:buClr>
            </a:pPr>
            <a:r>
              <a:rPr lang="en-US" altLang="zh-CN" b="1">
                <a:solidFill>
                  <a:srgbClr val="000000"/>
                </a:solidFill>
                <a:latin typeface="Times New Roman" panose="02020603050405020304" pitchFamily="18" charset="0"/>
              </a:rPr>
              <a:t>10.1  </a:t>
            </a:r>
            <a:r>
              <a:rPr lang="zh-CN" altLang="en-US" b="1">
                <a:solidFill>
                  <a:srgbClr val="000000"/>
                </a:solidFill>
                <a:latin typeface="Times New Roman" panose="02020603050405020304" pitchFamily="18" charset="0"/>
              </a:rPr>
              <a:t>专家系统的产生和发展 </a:t>
            </a:r>
            <a:endParaRPr lang="zh-CN" altLang="en-US" b="1">
              <a:solidFill>
                <a:srgbClr val="000000"/>
              </a:solidFill>
              <a:latin typeface="Times New Roman" panose="02020603050405020304" pitchFamily="18" charset="0"/>
            </a:endParaRPr>
          </a:p>
          <a:p>
            <a:pPr fontAlgn="base">
              <a:spcBef>
                <a:spcPct val="30000"/>
              </a:spcBef>
              <a:spcAft>
                <a:spcPct val="0"/>
              </a:spcAft>
              <a:buClr>
                <a:srgbClr val="CC0000"/>
              </a:buClr>
            </a:pPr>
            <a:r>
              <a:rPr lang="en-US" altLang="zh-CN" b="1">
                <a:solidFill>
                  <a:srgbClr val="000000"/>
                </a:solidFill>
                <a:latin typeface="Times New Roman" panose="02020603050405020304" pitchFamily="18" charset="0"/>
              </a:rPr>
              <a:t>10.2  </a:t>
            </a:r>
            <a:r>
              <a:rPr lang="zh-CN" altLang="en-US" b="1">
                <a:solidFill>
                  <a:srgbClr val="000000"/>
                </a:solidFill>
                <a:latin typeface="Times New Roman" panose="02020603050405020304" pitchFamily="18" charset="0"/>
              </a:rPr>
              <a:t>专家系统的概念 </a:t>
            </a:r>
            <a:endParaRPr lang="zh-CN" altLang="en-US" b="1">
              <a:solidFill>
                <a:srgbClr val="000000"/>
              </a:solidFill>
              <a:latin typeface="Times New Roman" panose="02020603050405020304" pitchFamily="18" charset="0"/>
            </a:endParaRPr>
          </a:p>
          <a:p>
            <a:pPr fontAlgn="base">
              <a:spcBef>
                <a:spcPct val="30000"/>
              </a:spcBef>
              <a:spcAft>
                <a:spcPct val="0"/>
              </a:spcAft>
              <a:buClr>
                <a:srgbClr val="0000FF"/>
              </a:buClr>
              <a:buSzPct val="150000"/>
              <a:buFont typeface="Wingdings" panose="05000000000000000000" pitchFamily="2" charset="2"/>
              <a:buChar char="ü"/>
            </a:pPr>
            <a:r>
              <a:rPr lang="en-US" altLang="zh-CN" b="1">
                <a:solidFill>
                  <a:srgbClr val="0000FF"/>
                </a:solidFill>
                <a:latin typeface="Times New Roman" panose="02020603050405020304" pitchFamily="18" charset="0"/>
              </a:rPr>
              <a:t>10.3  </a:t>
            </a:r>
            <a:r>
              <a:rPr lang="zh-CN" altLang="en-US" b="1">
                <a:solidFill>
                  <a:srgbClr val="0000FF"/>
                </a:solidFill>
                <a:latin typeface="Times New Roman" panose="02020603050405020304" pitchFamily="18" charset="0"/>
              </a:rPr>
              <a:t>专家系统的工作原理</a:t>
            </a:r>
            <a:endParaRPr lang="zh-CN" altLang="en-US" b="1">
              <a:solidFill>
                <a:srgbClr val="0000FF"/>
              </a:solidFill>
              <a:latin typeface="Times New Roman" panose="02020603050405020304" pitchFamily="18" charset="0"/>
            </a:endParaRPr>
          </a:p>
          <a:p>
            <a:pPr fontAlgn="base">
              <a:spcBef>
                <a:spcPct val="30000"/>
              </a:spcBef>
              <a:spcAft>
                <a:spcPct val="0"/>
              </a:spcAft>
              <a:buClr>
                <a:srgbClr val="CC0000"/>
              </a:buClr>
            </a:pPr>
            <a:r>
              <a:rPr lang="en-US" altLang="zh-CN" b="1">
                <a:solidFill>
                  <a:srgbClr val="000000"/>
                </a:solidFill>
                <a:latin typeface="Times New Roman" panose="02020603050405020304" pitchFamily="18" charset="0"/>
              </a:rPr>
              <a:t>10.4  </a:t>
            </a:r>
            <a:r>
              <a:rPr lang="zh-CN" altLang="en-US" b="1">
                <a:solidFill>
                  <a:srgbClr val="000000"/>
                </a:solidFill>
                <a:latin typeface="Times New Roman" panose="02020603050405020304" pitchFamily="18" charset="0"/>
              </a:rPr>
              <a:t>知识获取的主要过程与模式</a:t>
            </a:r>
            <a:endParaRPr lang="zh-CN" altLang="en-US" b="1">
              <a:solidFill>
                <a:srgbClr val="000000"/>
              </a:solidFill>
              <a:latin typeface="Times New Roman" panose="02020603050405020304" pitchFamily="18" charset="0"/>
            </a:endParaRPr>
          </a:p>
          <a:p>
            <a:pPr fontAlgn="base">
              <a:spcBef>
                <a:spcPct val="30000"/>
              </a:spcBef>
              <a:spcAft>
                <a:spcPct val="0"/>
              </a:spcAft>
              <a:buClr>
                <a:srgbClr val="CC0000"/>
              </a:buClr>
            </a:pPr>
            <a:r>
              <a:rPr lang="en-US" altLang="zh-CN" b="1">
                <a:solidFill>
                  <a:srgbClr val="000000"/>
                </a:solidFill>
                <a:latin typeface="Times New Roman" panose="02020603050405020304" pitchFamily="18" charset="0"/>
              </a:rPr>
              <a:t>10.5  </a:t>
            </a:r>
            <a:r>
              <a:rPr lang="zh-CN" altLang="en-US" b="1">
                <a:solidFill>
                  <a:srgbClr val="000000"/>
                </a:solidFill>
                <a:latin typeface="Times New Roman" panose="02020603050405020304" pitchFamily="18" charset="0"/>
              </a:rPr>
              <a:t>机器学习</a:t>
            </a:r>
            <a:endParaRPr lang="zh-CN" altLang="en-US" b="1">
              <a:solidFill>
                <a:srgbClr val="000000"/>
              </a:solidFill>
              <a:latin typeface="Times New Roman" panose="02020603050405020304" pitchFamily="18" charset="0"/>
            </a:endParaRPr>
          </a:p>
          <a:p>
            <a:pPr fontAlgn="base">
              <a:spcBef>
                <a:spcPct val="30000"/>
              </a:spcBef>
              <a:spcAft>
                <a:spcPct val="0"/>
              </a:spcAft>
              <a:buClr>
                <a:srgbClr val="CC0000"/>
              </a:buClr>
            </a:pPr>
            <a:r>
              <a:rPr lang="en-US" altLang="zh-CN" b="1">
                <a:solidFill>
                  <a:srgbClr val="000000"/>
                </a:solidFill>
                <a:latin typeface="Times New Roman" panose="02020603050405020304" pitchFamily="18" charset="0"/>
              </a:rPr>
              <a:t>10.6  </a:t>
            </a:r>
            <a:r>
              <a:rPr lang="zh-CN" altLang="en-US" b="1">
                <a:solidFill>
                  <a:srgbClr val="000000"/>
                </a:solidFill>
                <a:latin typeface="Times New Roman" panose="02020603050405020304" pitchFamily="18" charset="0"/>
              </a:rPr>
              <a:t>知识发现与数据挖掘</a:t>
            </a:r>
            <a:endParaRPr lang="zh-CN" altLang="en-US" b="1">
              <a:solidFill>
                <a:srgbClr val="000000"/>
              </a:solidFill>
              <a:latin typeface="Times New Roman" panose="02020603050405020304" pitchFamily="18" charset="0"/>
            </a:endParaRPr>
          </a:p>
          <a:p>
            <a:pPr fontAlgn="base">
              <a:spcBef>
                <a:spcPct val="30000"/>
              </a:spcBef>
              <a:spcAft>
                <a:spcPct val="0"/>
              </a:spcAft>
              <a:buClr>
                <a:srgbClr val="CC0000"/>
              </a:buClr>
            </a:pPr>
            <a:r>
              <a:rPr lang="en-US" altLang="zh-CN" b="1">
                <a:solidFill>
                  <a:srgbClr val="000000"/>
                </a:solidFill>
                <a:latin typeface="Times New Roman" panose="02020603050405020304" pitchFamily="18" charset="0"/>
              </a:rPr>
              <a:t>10.7  </a:t>
            </a:r>
            <a:r>
              <a:rPr lang="zh-CN" altLang="en-US" b="1">
                <a:solidFill>
                  <a:srgbClr val="000000"/>
                </a:solidFill>
                <a:latin typeface="Times New Roman" panose="02020603050405020304" pitchFamily="18" charset="0"/>
              </a:rPr>
              <a:t>专家系统的建立</a:t>
            </a:r>
            <a:endParaRPr lang="zh-CN" altLang="en-US" b="1">
              <a:solidFill>
                <a:srgbClr val="000000"/>
              </a:solidFill>
              <a:latin typeface="Times New Roman" panose="02020603050405020304" pitchFamily="18" charset="0"/>
            </a:endParaRPr>
          </a:p>
          <a:p>
            <a:pPr fontAlgn="base">
              <a:spcBef>
                <a:spcPct val="30000"/>
              </a:spcBef>
              <a:spcAft>
                <a:spcPct val="0"/>
              </a:spcAft>
              <a:buClr>
                <a:srgbClr val="CC0000"/>
              </a:buClr>
            </a:pPr>
            <a:r>
              <a:rPr lang="en-US" altLang="zh-CN" b="1">
                <a:solidFill>
                  <a:srgbClr val="000000"/>
                </a:solidFill>
                <a:latin typeface="Times New Roman" panose="02020603050405020304" pitchFamily="18" charset="0"/>
              </a:rPr>
              <a:t>10.8  </a:t>
            </a:r>
            <a:r>
              <a:rPr lang="zh-CN" altLang="en-US" b="1">
                <a:solidFill>
                  <a:srgbClr val="000000"/>
                </a:solidFill>
                <a:latin typeface="Times New Roman" panose="02020603050405020304" pitchFamily="18" charset="0"/>
              </a:rPr>
              <a:t>专家系统实例</a:t>
            </a:r>
            <a:endParaRPr lang="zh-CN" altLang="en-US" b="1">
              <a:solidFill>
                <a:srgbClr val="000000"/>
              </a:solidFill>
              <a:latin typeface="Times New Roman" panose="02020603050405020304" pitchFamily="18" charset="0"/>
            </a:endParaRPr>
          </a:p>
          <a:p>
            <a:pPr fontAlgn="base">
              <a:spcBef>
                <a:spcPct val="30000"/>
              </a:spcBef>
              <a:spcAft>
                <a:spcPct val="0"/>
              </a:spcAft>
              <a:buClr>
                <a:srgbClr val="CC0000"/>
              </a:buClr>
            </a:pPr>
            <a:r>
              <a:rPr lang="en-US" altLang="zh-CN" b="1">
                <a:solidFill>
                  <a:srgbClr val="000000"/>
                </a:solidFill>
                <a:latin typeface="Times New Roman" panose="02020603050405020304" pitchFamily="18" charset="0"/>
              </a:rPr>
              <a:t>10.9  </a:t>
            </a:r>
            <a:r>
              <a:rPr lang="zh-CN" altLang="en-US" b="1">
                <a:solidFill>
                  <a:srgbClr val="000000"/>
                </a:solidFill>
                <a:latin typeface="Times New Roman" panose="02020603050405020304" pitchFamily="18" charset="0"/>
              </a:rPr>
              <a:t>专家系统的开发工具</a:t>
            </a:r>
            <a:endParaRPr lang="zh-CN" altLang="en-US" b="1">
              <a:solidFill>
                <a:srgbClr val="000000"/>
              </a:solidFill>
              <a:latin typeface="Times New Roman" panose="02020603050405020304" pitchFamily="18" charset="0"/>
            </a:endParaRPr>
          </a:p>
        </p:txBody>
      </p:sp>
    </p:spTree>
  </p:cSld>
  <p:clrMapOvr>
    <a:masterClrMapping/>
  </p:clrMapOvr>
  <p:transition>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6" name="灯片编号占位符 1"/>
          <p:cNvSpPr>
            <a:spLocks noGrp="1"/>
          </p:cNvSpPr>
          <p:nvPr>
            <p:ph type="sldNum" sz="quarter" idx="10"/>
          </p:nvPr>
        </p:nvSpPr>
        <p:spPr/>
        <p:txBody>
          <a:bodyPr/>
          <a:lstStyle/>
          <a:p>
            <a:pPr fontAlgn="base">
              <a:spcBef>
                <a:spcPct val="0"/>
              </a:spcBef>
              <a:spcAft>
                <a:spcPct val="0"/>
              </a:spcAft>
              <a:defRPr/>
            </a:pPr>
            <a:fld id="{5744BFA3-FE70-4459-B31B-1A7C7C7B004B}" type="slidenum">
              <a:rPr lang="ja-JP" altLang="en-US">
                <a:latin typeface="Arial" panose="020B0604020202020204"/>
              </a:rPr>
            </a:fld>
            <a:endParaRPr lang="en-US" altLang="ja-JP">
              <a:latin typeface="Arial" panose="020B0604020202020204"/>
            </a:endParaRPr>
          </a:p>
        </p:txBody>
      </p:sp>
      <p:sp>
        <p:nvSpPr>
          <p:cNvPr id="435203" name="Rectangle 2"/>
          <p:cNvSpPr>
            <a:spLocks noChangeArrowheads="1"/>
          </p:cNvSpPr>
          <p:nvPr/>
        </p:nvSpPr>
        <p:spPr bwMode="auto">
          <a:xfrm>
            <a:off x="1524000" y="1"/>
            <a:ext cx="9144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530">
              <a:defRPr>
                <a:solidFill>
                  <a:schemeClr val="tx1"/>
                </a:solidFill>
                <a:latin typeface="Verdana" panose="020B0604030504040204" pitchFamily="34" charset="0"/>
                <a:ea typeface="宋体" panose="02010600030101010101" pitchFamily="2" charset="-122"/>
              </a:defRPr>
            </a:lvl1pPr>
            <a:lvl2pPr indent="176530">
              <a:defRPr>
                <a:solidFill>
                  <a:schemeClr val="tx1"/>
                </a:solidFill>
                <a:latin typeface="Verdana" panose="020B0604030504040204" pitchFamily="34" charset="0"/>
                <a:ea typeface="宋体" panose="02010600030101010101" pitchFamily="2" charset="-122"/>
              </a:defRPr>
            </a:lvl2pPr>
            <a:lvl3pPr indent="176530">
              <a:defRPr>
                <a:solidFill>
                  <a:schemeClr val="tx1"/>
                </a:solidFill>
                <a:latin typeface="Verdana" panose="020B0604030504040204" pitchFamily="34" charset="0"/>
                <a:ea typeface="宋体" panose="02010600030101010101" pitchFamily="2" charset="-122"/>
              </a:defRPr>
            </a:lvl3pPr>
            <a:lvl4pPr indent="176530">
              <a:defRPr>
                <a:solidFill>
                  <a:schemeClr val="tx1"/>
                </a:solidFill>
                <a:latin typeface="Verdana" panose="020B0604030504040204" pitchFamily="34" charset="0"/>
                <a:ea typeface="宋体" panose="02010600030101010101" pitchFamily="2" charset="-122"/>
              </a:defRPr>
            </a:lvl4pPr>
            <a:lvl5pPr indent="176530">
              <a:defRPr>
                <a:solidFill>
                  <a:schemeClr val="tx1"/>
                </a:solidFill>
                <a:latin typeface="Verdana" panose="020B0604030504040204" pitchFamily="34" charset="0"/>
                <a:ea typeface="宋体" panose="02010600030101010101" pitchFamily="2" charset="-122"/>
              </a:defRPr>
            </a:lvl5pPr>
            <a:lvl6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4200">
                <a:solidFill>
                  <a:srgbClr val="FFFFFF"/>
                </a:solidFill>
                <a:latin typeface="Times New Roman" panose="02020603050405020304" pitchFamily="18" charset="0"/>
                <a:ea typeface="黑体" panose="02010609060101010101" pitchFamily="49" charset="-122"/>
              </a:rPr>
              <a:t>10.3  </a:t>
            </a:r>
            <a:r>
              <a:rPr lang="zh-CN" altLang="en-US" sz="4200">
                <a:solidFill>
                  <a:srgbClr val="FFFFFF"/>
                </a:solidFill>
                <a:latin typeface="Times New Roman" panose="02020603050405020304" pitchFamily="18" charset="0"/>
                <a:ea typeface="黑体" panose="02010609060101010101" pitchFamily="49" charset="-122"/>
              </a:rPr>
              <a:t>专家系统的工作原理</a:t>
            </a:r>
            <a:endParaRPr lang="zh-CN" altLang="en-US" sz="4200">
              <a:solidFill>
                <a:srgbClr val="FFFFFF"/>
              </a:solidFill>
              <a:latin typeface="Times New Roman" panose="02020603050405020304" pitchFamily="18" charset="0"/>
              <a:ea typeface="黑体" panose="02010609060101010101" pitchFamily="49" charset="-122"/>
            </a:endParaRPr>
          </a:p>
        </p:txBody>
      </p:sp>
      <p:sp>
        <p:nvSpPr>
          <p:cNvPr id="435204" name="AutoShape 3"/>
          <p:cNvSpPr>
            <a:spLocks noChangeAspect="1" noChangeArrowheads="1" noTextEdit="1"/>
          </p:cNvSpPr>
          <p:nvPr/>
        </p:nvSpPr>
        <p:spPr bwMode="auto">
          <a:xfrm>
            <a:off x="1981200" y="1143000"/>
            <a:ext cx="8077200" cy="512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5205" name="Rectangle 4"/>
          <p:cNvSpPr>
            <a:spLocks noChangeArrowheads="1"/>
          </p:cNvSpPr>
          <p:nvPr/>
        </p:nvSpPr>
        <p:spPr bwMode="auto">
          <a:xfrm>
            <a:off x="2809876" y="2128839"/>
            <a:ext cx="6226175" cy="593725"/>
          </a:xfrm>
          <a:prstGeom prst="rect">
            <a:avLst/>
          </a:prstGeom>
          <a:solidFill>
            <a:srgbClr val="FFFFFF"/>
          </a:solidFill>
          <a:ln w="11113">
            <a:solidFill>
              <a:srgbClr val="000000"/>
            </a:solidFill>
            <a:miter lim="800000"/>
          </a:ln>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06" name="Rectangle 5"/>
          <p:cNvSpPr>
            <a:spLocks noChangeArrowheads="1"/>
          </p:cNvSpPr>
          <p:nvPr/>
        </p:nvSpPr>
        <p:spPr bwMode="auto">
          <a:xfrm>
            <a:off x="4652963" y="2278064"/>
            <a:ext cx="2921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人</a:t>
            </a:r>
            <a:endParaRPr lang="zh-CN" altLang="en-US">
              <a:solidFill>
                <a:srgbClr val="000000"/>
              </a:solidFill>
            </a:endParaRPr>
          </a:p>
        </p:txBody>
      </p:sp>
      <p:sp>
        <p:nvSpPr>
          <p:cNvPr id="435207" name="Rectangle 6"/>
          <p:cNvSpPr>
            <a:spLocks noChangeArrowheads="1"/>
          </p:cNvSpPr>
          <p:nvPr/>
        </p:nvSpPr>
        <p:spPr bwMode="auto">
          <a:xfrm>
            <a:off x="5476875" y="2278064"/>
            <a:ext cx="2921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机</a:t>
            </a:r>
            <a:endParaRPr lang="zh-CN" altLang="en-US">
              <a:solidFill>
                <a:srgbClr val="000000"/>
              </a:solidFill>
            </a:endParaRPr>
          </a:p>
        </p:txBody>
      </p:sp>
      <p:sp>
        <p:nvSpPr>
          <p:cNvPr id="435208" name="Rectangle 7"/>
          <p:cNvSpPr>
            <a:spLocks noChangeArrowheads="1"/>
          </p:cNvSpPr>
          <p:nvPr/>
        </p:nvSpPr>
        <p:spPr bwMode="auto">
          <a:xfrm>
            <a:off x="6162675" y="2278064"/>
            <a:ext cx="2921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接</a:t>
            </a:r>
            <a:endParaRPr lang="zh-CN" altLang="en-US">
              <a:solidFill>
                <a:srgbClr val="000000"/>
              </a:solidFill>
            </a:endParaRPr>
          </a:p>
        </p:txBody>
      </p:sp>
      <p:sp>
        <p:nvSpPr>
          <p:cNvPr id="435209" name="Rectangle 8"/>
          <p:cNvSpPr>
            <a:spLocks noChangeArrowheads="1"/>
          </p:cNvSpPr>
          <p:nvPr/>
        </p:nvSpPr>
        <p:spPr bwMode="auto">
          <a:xfrm>
            <a:off x="6918325" y="2278064"/>
            <a:ext cx="2921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口</a:t>
            </a:r>
            <a:endParaRPr lang="zh-CN" altLang="en-US">
              <a:solidFill>
                <a:srgbClr val="000000"/>
              </a:solidFill>
            </a:endParaRPr>
          </a:p>
        </p:txBody>
      </p:sp>
      <p:sp>
        <p:nvSpPr>
          <p:cNvPr id="435210" name="Rectangle 9"/>
          <p:cNvSpPr>
            <a:spLocks noChangeArrowheads="1"/>
          </p:cNvSpPr>
          <p:nvPr/>
        </p:nvSpPr>
        <p:spPr bwMode="auto">
          <a:xfrm>
            <a:off x="3268664" y="1162050"/>
            <a:ext cx="7715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11" name="Rectangle 10"/>
          <p:cNvSpPr>
            <a:spLocks noChangeArrowheads="1"/>
          </p:cNvSpPr>
          <p:nvPr/>
        </p:nvSpPr>
        <p:spPr bwMode="auto">
          <a:xfrm>
            <a:off x="3276600" y="1173164"/>
            <a:ext cx="5842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用户</a:t>
            </a:r>
            <a:endParaRPr lang="zh-CN" altLang="en-US">
              <a:solidFill>
                <a:srgbClr val="000000"/>
              </a:solidFill>
            </a:endParaRPr>
          </a:p>
        </p:txBody>
      </p:sp>
      <p:sp>
        <p:nvSpPr>
          <p:cNvPr id="435212" name="Rectangle 11"/>
          <p:cNvSpPr>
            <a:spLocks noChangeArrowheads="1"/>
          </p:cNvSpPr>
          <p:nvPr/>
        </p:nvSpPr>
        <p:spPr bwMode="auto">
          <a:xfrm>
            <a:off x="5099050" y="1143000"/>
            <a:ext cx="1320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13" name="Rectangle 12"/>
          <p:cNvSpPr>
            <a:spLocks noChangeArrowheads="1"/>
          </p:cNvSpPr>
          <p:nvPr/>
        </p:nvSpPr>
        <p:spPr bwMode="auto">
          <a:xfrm>
            <a:off x="5105400" y="1143000"/>
            <a:ext cx="11684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领域专家</a:t>
            </a:r>
            <a:endParaRPr lang="zh-CN" altLang="en-US">
              <a:solidFill>
                <a:srgbClr val="000000"/>
              </a:solidFill>
            </a:endParaRPr>
          </a:p>
        </p:txBody>
      </p:sp>
      <p:sp>
        <p:nvSpPr>
          <p:cNvPr id="435214" name="Rectangle 13"/>
          <p:cNvSpPr>
            <a:spLocks noChangeArrowheads="1"/>
          </p:cNvSpPr>
          <p:nvPr/>
        </p:nvSpPr>
        <p:spPr bwMode="auto">
          <a:xfrm>
            <a:off x="7112001" y="1143000"/>
            <a:ext cx="15970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15" name="Rectangle 14"/>
          <p:cNvSpPr>
            <a:spLocks noChangeArrowheads="1"/>
          </p:cNvSpPr>
          <p:nvPr/>
        </p:nvSpPr>
        <p:spPr bwMode="auto">
          <a:xfrm>
            <a:off x="7223125" y="1173164"/>
            <a:ext cx="14605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知识工程师</a:t>
            </a:r>
            <a:endParaRPr lang="zh-CN" altLang="en-US">
              <a:solidFill>
                <a:srgbClr val="000000"/>
              </a:solidFill>
            </a:endParaRPr>
          </a:p>
        </p:txBody>
      </p:sp>
      <p:sp>
        <p:nvSpPr>
          <p:cNvPr id="435216" name="Rectangle 15"/>
          <p:cNvSpPr>
            <a:spLocks noChangeArrowheads="1"/>
          </p:cNvSpPr>
          <p:nvPr/>
        </p:nvSpPr>
        <p:spPr bwMode="auto">
          <a:xfrm>
            <a:off x="2444751" y="3313113"/>
            <a:ext cx="2563813" cy="495300"/>
          </a:xfrm>
          <a:prstGeom prst="rect">
            <a:avLst/>
          </a:prstGeom>
          <a:solidFill>
            <a:srgbClr val="FFFFFF"/>
          </a:solidFill>
          <a:ln w="11113">
            <a:solidFill>
              <a:srgbClr val="000000"/>
            </a:solidFill>
            <a:miter lim="800000"/>
          </a:ln>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17" name="Rectangle 16"/>
          <p:cNvSpPr>
            <a:spLocks noChangeArrowheads="1"/>
          </p:cNvSpPr>
          <p:nvPr/>
        </p:nvSpPr>
        <p:spPr bwMode="auto">
          <a:xfrm>
            <a:off x="3176588" y="3432175"/>
            <a:ext cx="11684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解释机构</a:t>
            </a:r>
            <a:endParaRPr lang="zh-CN" altLang="en-US">
              <a:solidFill>
                <a:srgbClr val="000000"/>
              </a:solidFill>
            </a:endParaRPr>
          </a:p>
        </p:txBody>
      </p:sp>
      <p:sp>
        <p:nvSpPr>
          <p:cNvPr id="435218" name="Rectangle 17"/>
          <p:cNvSpPr>
            <a:spLocks noChangeArrowheads="1"/>
          </p:cNvSpPr>
          <p:nvPr/>
        </p:nvSpPr>
        <p:spPr bwMode="auto">
          <a:xfrm>
            <a:off x="6472238" y="3411538"/>
            <a:ext cx="2563812" cy="495300"/>
          </a:xfrm>
          <a:prstGeom prst="rect">
            <a:avLst/>
          </a:prstGeom>
          <a:solidFill>
            <a:srgbClr val="FFFFFF"/>
          </a:solidFill>
          <a:ln w="11113">
            <a:solidFill>
              <a:srgbClr val="000000"/>
            </a:solidFill>
            <a:miter lim="800000"/>
          </a:ln>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19" name="Rectangle 18"/>
          <p:cNvSpPr>
            <a:spLocks noChangeArrowheads="1"/>
          </p:cNvSpPr>
          <p:nvPr/>
        </p:nvSpPr>
        <p:spPr bwMode="auto">
          <a:xfrm>
            <a:off x="6929438" y="3530600"/>
            <a:ext cx="17526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知识获取机构</a:t>
            </a:r>
            <a:endParaRPr lang="zh-CN" altLang="en-US">
              <a:solidFill>
                <a:srgbClr val="000000"/>
              </a:solidFill>
            </a:endParaRPr>
          </a:p>
        </p:txBody>
      </p:sp>
      <p:sp>
        <p:nvSpPr>
          <p:cNvPr id="435220" name="Rectangle 19"/>
          <p:cNvSpPr>
            <a:spLocks noChangeArrowheads="1"/>
          </p:cNvSpPr>
          <p:nvPr/>
        </p:nvSpPr>
        <p:spPr bwMode="auto">
          <a:xfrm>
            <a:off x="1987550" y="4397375"/>
            <a:ext cx="1924050" cy="495300"/>
          </a:xfrm>
          <a:prstGeom prst="rect">
            <a:avLst/>
          </a:prstGeom>
          <a:solidFill>
            <a:srgbClr val="FFFFFF"/>
          </a:solidFill>
          <a:ln w="11113">
            <a:solidFill>
              <a:srgbClr val="000000"/>
            </a:solidFill>
            <a:miter lim="800000"/>
          </a:ln>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21" name="Rectangle 20"/>
          <p:cNvSpPr>
            <a:spLocks noChangeArrowheads="1"/>
          </p:cNvSpPr>
          <p:nvPr/>
        </p:nvSpPr>
        <p:spPr bwMode="auto">
          <a:xfrm>
            <a:off x="2536825" y="4518025"/>
            <a:ext cx="8763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数据库</a:t>
            </a:r>
            <a:endParaRPr lang="zh-CN" altLang="en-US">
              <a:solidFill>
                <a:srgbClr val="000000"/>
              </a:solidFill>
            </a:endParaRPr>
          </a:p>
        </p:txBody>
      </p:sp>
      <p:sp>
        <p:nvSpPr>
          <p:cNvPr id="435222" name="Rectangle 21"/>
          <p:cNvSpPr>
            <a:spLocks noChangeArrowheads="1"/>
          </p:cNvSpPr>
          <p:nvPr/>
        </p:nvSpPr>
        <p:spPr bwMode="auto">
          <a:xfrm>
            <a:off x="4275138" y="4397375"/>
            <a:ext cx="2290762" cy="495300"/>
          </a:xfrm>
          <a:prstGeom prst="rect">
            <a:avLst/>
          </a:prstGeom>
          <a:solidFill>
            <a:srgbClr val="FFFFFF"/>
          </a:solidFill>
          <a:ln w="11113">
            <a:solidFill>
              <a:srgbClr val="000000"/>
            </a:solidFill>
            <a:miter lim="800000"/>
          </a:ln>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23" name="Rectangle 22"/>
          <p:cNvSpPr>
            <a:spLocks noChangeArrowheads="1"/>
          </p:cNvSpPr>
          <p:nvPr/>
        </p:nvSpPr>
        <p:spPr bwMode="auto">
          <a:xfrm>
            <a:off x="5006975" y="4518025"/>
            <a:ext cx="8763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推理机</a:t>
            </a:r>
            <a:endParaRPr lang="zh-CN" altLang="en-US">
              <a:solidFill>
                <a:srgbClr val="000000"/>
              </a:solidFill>
            </a:endParaRPr>
          </a:p>
        </p:txBody>
      </p:sp>
      <p:sp>
        <p:nvSpPr>
          <p:cNvPr id="435224" name="Rectangle 23"/>
          <p:cNvSpPr>
            <a:spLocks noChangeArrowheads="1"/>
          </p:cNvSpPr>
          <p:nvPr/>
        </p:nvSpPr>
        <p:spPr bwMode="auto">
          <a:xfrm>
            <a:off x="7021514" y="4397375"/>
            <a:ext cx="2289175" cy="495300"/>
          </a:xfrm>
          <a:prstGeom prst="rect">
            <a:avLst/>
          </a:prstGeom>
          <a:solidFill>
            <a:srgbClr val="FFFFFF"/>
          </a:solidFill>
          <a:ln w="11113">
            <a:solidFill>
              <a:srgbClr val="000000"/>
            </a:solidFill>
            <a:miter lim="800000"/>
          </a:ln>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25" name="Rectangle 24"/>
          <p:cNvSpPr>
            <a:spLocks noChangeArrowheads="1"/>
          </p:cNvSpPr>
          <p:nvPr/>
        </p:nvSpPr>
        <p:spPr bwMode="auto">
          <a:xfrm>
            <a:off x="7753350" y="4518025"/>
            <a:ext cx="8763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知识库</a:t>
            </a:r>
            <a:endParaRPr lang="zh-CN" altLang="en-US">
              <a:solidFill>
                <a:srgbClr val="000000"/>
              </a:solidFill>
            </a:endParaRPr>
          </a:p>
        </p:txBody>
      </p:sp>
      <p:grpSp>
        <p:nvGrpSpPr>
          <p:cNvPr id="435226" name="Group 25"/>
          <p:cNvGrpSpPr/>
          <p:nvPr/>
        </p:nvGrpSpPr>
        <p:grpSpPr bwMode="auto">
          <a:xfrm>
            <a:off x="3482975" y="1536700"/>
            <a:ext cx="120650" cy="592138"/>
            <a:chOff x="1234" y="968"/>
            <a:chExt cx="76" cy="373"/>
          </a:xfrm>
        </p:grpSpPr>
        <p:sp>
          <p:nvSpPr>
            <p:cNvPr id="436474" name="Line 26"/>
            <p:cNvSpPr>
              <a:spLocks noChangeShapeType="1"/>
            </p:cNvSpPr>
            <p:nvPr/>
          </p:nvSpPr>
          <p:spPr bwMode="auto">
            <a:xfrm>
              <a:off x="1272" y="1046"/>
              <a:ext cx="1" cy="218"/>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6475" name="Freeform 27"/>
            <p:cNvSpPr/>
            <p:nvPr/>
          </p:nvSpPr>
          <p:spPr bwMode="auto">
            <a:xfrm>
              <a:off x="1234" y="968"/>
              <a:ext cx="76" cy="82"/>
            </a:xfrm>
            <a:custGeom>
              <a:avLst/>
              <a:gdLst>
                <a:gd name="T0" fmla="*/ 76 w 76"/>
                <a:gd name="T1" fmla="*/ 82 h 82"/>
                <a:gd name="T2" fmla="*/ 38 w 76"/>
                <a:gd name="T3" fmla="*/ 0 h 82"/>
                <a:gd name="T4" fmla="*/ 0 w 76"/>
                <a:gd name="T5" fmla="*/ 82 h 82"/>
                <a:gd name="T6" fmla="*/ 76 w 76"/>
                <a:gd name="T7" fmla="*/ 82 h 8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2">
                  <a:moveTo>
                    <a:pt x="76" y="82"/>
                  </a:moveTo>
                  <a:lnTo>
                    <a:pt x="38" y="0"/>
                  </a:lnTo>
                  <a:lnTo>
                    <a:pt x="0" y="82"/>
                  </a:lnTo>
                  <a:lnTo>
                    <a:pt x="76" y="8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6476" name="Freeform 28"/>
            <p:cNvSpPr/>
            <p:nvPr/>
          </p:nvSpPr>
          <p:spPr bwMode="auto">
            <a:xfrm>
              <a:off x="1234" y="1261"/>
              <a:ext cx="76" cy="80"/>
            </a:xfrm>
            <a:custGeom>
              <a:avLst/>
              <a:gdLst>
                <a:gd name="T0" fmla="*/ 0 w 76"/>
                <a:gd name="T1" fmla="*/ 0 h 80"/>
                <a:gd name="T2" fmla="*/ 38 w 76"/>
                <a:gd name="T3" fmla="*/ 80 h 80"/>
                <a:gd name="T4" fmla="*/ 76 w 76"/>
                <a:gd name="T5" fmla="*/ 0 h 80"/>
                <a:gd name="T6" fmla="*/ 0 w 76"/>
                <a:gd name="T7" fmla="*/ 0 h 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0">
                  <a:moveTo>
                    <a:pt x="0" y="0"/>
                  </a:moveTo>
                  <a:lnTo>
                    <a:pt x="38" y="80"/>
                  </a:lnTo>
                  <a:lnTo>
                    <a:pt x="76"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5227" name="Group 29"/>
          <p:cNvGrpSpPr/>
          <p:nvPr/>
        </p:nvGrpSpPr>
        <p:grpSpPr bwMode="auto">
          <a:xfrm>
            <a:off x="5680075" y="1536700"/>
            <a:ext cx="120650" cy="592138"/>
            <a:chOff x="2618" y="968"/>
            <a:chExt cx="76" cy="373"/>
          </a:xfrm>
        </p:grpSpPr>
        <p:sp>
          <p:nvSpPr>
            <p:cNvPr id="436471" name="Line 30"/>
            <p:cNvSpPr>
              <a:spLocks noChangeShapeType="1"/>
            </p:cNvSpPr>
            <p:nvPr/>
          </p:nvSpPr>
          <p:spPr bwMode="auto">
            <a:xfrm>
              <a:off x="2655" y="1046"/>
              <a:ext cx="1" cy="218"/>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6472" name="Freeform 31"/>
            <p:cNvSpPr/>
            <p:nvPr/>
          </p:nvSpPr>
          <p:spPr bwMode="auto">
            <a:xfrm>
              <a:off x="2618" y="968"/>
              <a:ext cx="76" cy="82"/>
            </a:xfrm>
            <a:custGeom>
              <a:avLst/>
              <a:gdLst>
                <a:gd name="T0" fmla="*/ 76 w 76"/>
                <a:gd name="T1" fmla="*/ 82 h 82"/>
                <a:gd name="T2" fmla="*/ 37 w 76"/>
                <a:gd name="T3" fmla="*/ 0 h 82"/>
                <a:gd name="T4" fmla="*/ 0 w 76"/>
                <a:gd name="T5" fmla="*/ 82 h 82"/>
                <a:gd name="T6" fmla="*/ 76 w 76"/>
                <a:gd name="T7" fmla="*/ 82 h 8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2">
                  <a:moveTo>
                    <a:pt x="76" y="82"/>
                  </a:moveTo>
                  <a:lnTo>
                    <a:pt x="37" y="0"/>
                  </a:lnTo>
                  <a:lnTo>
                    <a:pt x="0" y="82"/>
                  </a:lnTo>
                  <a:lnTo>
                    <a:pt x="76" y="8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6473" name="Freeform 32"/>
            <p:cNvSpPr/>
            <p:nvPr/>
          </p:nvSpPr>
          <p:spPr bwMode="auto">
            <a:xfrm>
              <a:off x="2618" y="1261"/>
              <a:ext cx="76" cy="80"/>
            </a:xfrm>
            <a:custGeom>
              <a:avLst/>
              <a:gdLst>
                <a:gd name="T0" fmla="*/ 0 w 76"/>
                <a:gd name="T1" fmla="*/ 0 h 80"/>
                <a:gd name="T2" fmla="*/ 37 w 76"/>
                <a:gd name="T3" fmla="*/ 80 h 80"/>
                <a:gd name="T4" fmla="*/ 76 w 76"/>
                <a:gd name="T5" fmla="*/ 0 h 80"/>
                <a:gd name="T6" fmla="*/ 0 w 76"/>
                <a:gd name="T7" fmla="*/ 0 h 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0">
                  <a:moveTo>
                    <a:pt x="0" y="0"/>
                  </a:moveTo>
                  <a:lnTo>
                    <a:pt x="37" y="80"/>
                  </a:lnTo>
                  <a:lnTo>
                    <a:pt x="76"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5228" name="Group 33"/>
          <p:cNvGrpSpPr/>
          <p:nvPr/>
        </p:nvGrpSpPr>
        <p:grpSpPr bwMode="auto">
          <a:xfrm>
            <a:off x="7877175" y="1536700"/>
            <a:ext cx="120650" cy="592138"/>
            <a:chOff x="4002" y="968"/>
            <a:chExt cx="76" cy="373"/>
          </a:xfrm>
        </p:grpSpPr>
        <p:sp>
          <p:nvSpPr>
            <p:cNvPr id="436468" name="Line 34"/>
            <p:cNvSpPr>
              <a:spLocks noChangeShapeType="1"/>
            </p:cNvSpPr>
            <p:nvPr/>
          </p:nvSpPr>
          <p:spPr bwMode="auto">
            <a:xfrm>
              <a:off x="4039" y="1046"/>
              <a:ext cx="1" cy="218"/>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6469" name="Freeform 35"/>
            <p:cNvSpPr/>
            <p:nvPr/>
          </p:nvSpPr>
          <p:spPr bwMode="auto">
            <a:xfrm>
              <a:off x="4002" y="968"/>
              <a:ext cx="76" cy="82"/>
            </a:xfrm>
            <a:custGeom>
              <a:avLst/>
              <a:gdLst>
                <a:gd name="T0" fmla="*/ 76 w 76"/>
                <a:gd name="T1" fmla="*/ 82 h 82"/>
                <a:gd name="T2" fmla="*/ 37 w 76"/>
                <a:gd name="T3" fmla="*/ 0 h 82"/>
                <a:gd name="T4" fmla="*/ 0 w 76"/>
                <a:gd name="T5" fmla="*/ 82 h 82"/>
                <a:gd name="T6" fmla="*/ 76 w 76"/>
                <a:gd name="T7" fmla="*/ 82 h 8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2">
                  <a:moveTo>
                    <a:pt x="76" y="82"/>
                  </a:moveTo>
                  <a:lnTo>
                    <a:pt x="37" y="0"/>
                  </a:lnTo>
                  <a:lnTo>
                    <a:pt x="0" y="82"/>
                  </a:lnTo>
                  <a:lnTo>
                    <a:pt x="76" y="8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6470" name="Freeform 36"/>
            <p:cNvSpPr/>
            <p:nvPr/>
          </p:nvSpPr>
          <p:spPr bwMode="auto">
            <a:xfrm>
              <a:off x="4002" y="1261"/>
              <a:ext cx="76" cy="80"/>
            </a:xfrm>
            <a:custGeom>
              <a:avLst/>
              <a:gdLst>
                <a:gd name="T0" fmla="*/ 0 w 76"/>
                <a:gd name="T1" fmla="*/ 0 h 80"/>
                <a:gd name="T2" fmla="*/ 37 w 76"/>
                <a:gd name="T3" fmla="*/ 80 h 80"/>
                <a:gd name="T4" fmla="*/ 76 w 76"/>
                <a:gd name="T5" fmla="*/ 0 h 80"/>
                <a:gd name="T6" fmla="*/ 0 w 76"/>
                <a:gd name="T7" fmla="*/ 0 h 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0">
                  <a:moveTo>
                    <a:pt x="0" y="0"/>
                  </a:moveTo>
                  <a:lnTo>
                    <a:pt x="37" y="80"/>
                  </a:lnTo>
                  <a:lnTo>
                    <a:pt x="76"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5229" name="Group 37"/>
          <p:cNvGrpSpPr/>
          <p:nvPr/>
        </p:nvGrpSpPr>
        <p:grpSpPr bwMode="auto">
          <a:xfrm>
            <a:off x="3482975" y="2720975"/>
            <a:ext cx="120650" cy="592138"/>
            <a:chOff x="1234" y="1714"/>
            <a:chExt cx="76" cy="373"/>
          </a:xfrm>
        </p:grpSpPr>
        <p:sp>
          <p:nvSpPr>
            <p:cNvPr id="436465" name="Line 38"/>
            <p:cNvSpPr>
              <a:spLocks noChangeShapeType="1"/>
            </p:cNvSpPr>
            <p:nvPr/>
          </p:nvSpPr>
          <p:spPr bwMode="auto">
            <a:xfrm>
              <a:off x="1272" y="1792"/>
              <a:ext cx="1" cy="217"/>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6466" name="Freeform 39"/>
            <p:cNvSpPr/>
            <p:nvPr/>
          </p:nvSpPr>
          <p:spPr bwMode="auto">
            <a:xfrm>
              <a:off x="1234" y="1714"/>
              <a:ext cx="76" cy="81"/>
            </a:xfrm>
            <a:custGeom>
              <a:avLst/>
              <a:gdLst>
                <a:gd name="T0" fmla="*/ 76 w 76"/>
                <a:gd name="T1" fmla="*/ 81 h 81"/>
                <a:gd name="T2" fmla="*/ 38 w 76"/>
                <a:gd name="T3" fmla="*/ 0 h 81"/>
                <a:gd name="T4" fmla="*/ 0 w 76"/>
                <a:gd name="T5" fmla="*/ 81 h 81"/>
                <a:gd name="T6" fmla="*/ 76 w 76"/>
                <a:gd name="T7" fmla="*/ 81 h 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1">
                  <a:moveTo>
                    <a:pt x="76" y="81"/>
                  </a:moveTo>
                  <a:lnTo>
                    <a:pt x="38" y="0"/>
                  </a:lnTo>
                  <a:lnTo>
                    <a:pt x="0" y="81"/>
                  </a:lnTo>
                  <a:lnTo>
                    <a:pt x="76" y="81"/>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6467" name="Freeform 40"/>
            <p:cNvSpPr/>
            <p:nvPr/>
          </p:nvSpPr>
          <p:spPr bwMode="auto">
            <a:xfrm>
              <a:off x="1234" y="2006"/>
              <a:ext cx="76" cy="81"/>
            </a:xfrm>
            <a:custGeom>
              <a:avLst/>
              <a:gdLst>
                <a:gd name="T0" fmla="*/ 0 w 76"/>
                <a:gd name="T1" fmla="*/ 0 h 81"/>
                <a:gd name="T2" fmla="*/ 38 w 76"/>
                <a:gd name="T3" fmla="*/ 81 h 81"/>
                <a:gd name="T4" fmla="*/ 76 w 76"/>
                <a:gd name="T5" fmla="*/ 0 h 81"/>
                <a:gd name="T6" fmla="*/ 0 w 76"/>
                <a:gd name="T7" fmla="*/ 0 h 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1">
                  <a:moveTo>
                    <a:pt x="0" y="0"/>
                  </a:moveTo>
                  <a:lnTo>
                    <a:pt x="38" y="81"/>
                  </a:lnTo>
                  <a:lnTo>
                    <a:pt x="76"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5230" name="Group 41"/>
          <p:cNvGrpSpPr/>
          <p:nvPr/>
        </p:nvGrpSpPr>
        <p:grpSpPr bwMode="auto">
          <a:xfrm>
            <a:off x="7602538" y="2720975"/>
            <a:ext cx="120650" cy="592138"/>
            <a:chOff x="3829" y="1714"/>
            <a:chExt cx="76" cy="373"/>
          </a:xfrm>
        </p:grpSpPr>
        <p:sp>
          <p:nvSpPr>
            <p:cNvPr id="436462" name="Line 42"/>
            <p:cNvSpPr>
              <a:spLocks noChangeShapeType="1"/>
            </p:cNvSpPr>
            <p:nvPr/>
          </p:nvSpPr>
          <p:spPr bwMode="auto">
            <a:xfrm>
              <a:off x="3866" y="1792"/>
              <a:ext cx="1" cy="217"/>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6463" name="Freeform 43"/>
            <p:cNvSpPr/>
            <p:nvPr/>
          </p:nvSpPr>
          <p:spPr bwMode="auto">
            <a:xfrm>
              <a:off x="3829" y="1714"/>
              <a:ext cx="76" cy="81"/>
            </a:xfrm>
            <a:custGeom>
              <a:avLst/>
              <a:gdLst>
                <a:gd name="T0" fmla="*/ 76 w 76"/>
                <a:gd name="T1" fmla="*/ 81 h 81"/>
                <a:gd name="T2" fmla="*/ 37 w 76"/>
                <a:gd name="T3" fmla="*/ 0 h 81"/>
                <a:gd name="T4" fmla="*/ 0 w 76"/>
                <a:gd name="T5" fmla="*/ 81 h 81"/>
                <a:gd name="T6" fmla="*/ 76 w 76"/>
                <a:gd name="T7" fmla="*/ 81 h 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1">
                  <a:moveTo>
                    <a:pt x="76" y="81"/>
                  </a:moveTo>
                  <a:lnTo>
                    <a:pt x="37" y="0"/>
                  </a:lnTo>
                  <a:lnTo>
                    <a:pt x="0" y="81"/>
                  </a:lnTo>
                  <a:lnTo>
                    <a:pt x="76" y="81"/>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6464" name="Freeform 44"/>
            <p:cNvSpPr/>
            <p:nvPr/>
          </p:nvSpPr>
          <p:spPr bwMode="auto">
            <a:xfrm>
              <a:off x="3829" y="2006"/>
              <a:ext cx="76" cy="81"/>
            </a:xfrm>
            <a:custGeom>
              <a:avLst/>
              <a:gdLst>
                <a:gd name="T0" fmla="*/ 0 w 76"/>
                <a:gd name="T1" fmla="*/ 0 h 81"/>
                <a:gd name="T2" fmla="*/ 37 w 76"/>
                <a:gd name="T3" fmla="*/ 81 h 81"/>
                <a:gd name="T4" fmla="*/ 76 w 76"/>
                <a:gd name="T5" fmla="*/ 0 h 81"/>
                <a:gd name="T6" fmla="*/ 0 w 76"/>
                <a:gd name="T7" fmla="*/ 0 h 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1">
                  <a:moveTo>
                    <a:pt x="0" y="0"/>
                  </a:moveTo>
                  <a:lnTo>
                    <a:pt x="37" y="81"/>
                  </a:lnTo>
                  <a:lnTo>
                    <a:pt x="76"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5231" name="Group 45"/>
          <p:cNvGrpSpPr/>
          <p:nvPr/>
        </p:nvGrpSpPr>
        <p:grpSpPr bwMode="auto">
          <a:xfrm>
            <a:off x="4581525" y="3805239"/>
            <a:ext cx="120650" cy="592137"/>
            <a:chOff x="1926" y="2397"/>
            <a:chExt cx="76" cy="373"/>
          </a:xfrm>
        </p:grpSpPr>
        <p:sp>
          <p:nvSpPr>
            <p:cNvPr id="436459" name="Line 46"/>
            <p:cNvSpPr>
              <a:spLocks noChangeShapeType="1"/>
            </p:cNvSpPr>
            <p:nvPr/>
          </p:nvSpPr>
          <p:spPr bwMode="auto">
            <a:xfrm>
              <a:off x="1964" y="2475"/>
              <a:ext cx="1" cy="217"/>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6460" name="Freeform 47"/>
            <p:cNvSpPr/>
            <p:nvPr/>
          </p:nvSpPr>
          <p:spPr bwMode="auto">
            <a:xfrm>
              <a:off x="1926" y="2397"/>
              <a:ext cx="76" cy="82"/>
            </a:xfrm>
            <a:custGeom>
              <a:avLst/>
              <a:gdLst>
                <a:gd name="T0" fmla="*/ 76 w 76"/>
                <a:gd name="T1" fmla="*/ 82 h 82"/>
                <a:gd name="T2" fmla="*/ 38 w 76"/>
                <a:gd name="T3" fmla="*/ 0 h 82"/>
                <a:gd name="T4" fmla="*/ 0 w 76"/>
                <a:gd name="T5" fmla="*/ 82 h 82"/>
                <a:gd name="T6" fmla="*/ 76 w 76"/>
                <a:gd name="T7" fmla="*/ 82 h 8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2">
                  <a:moveTo>
                    <a:pt x="76" y="82"/>
                  </a:moveTo>
                  <a:lnTo>
                    <a:pt x="38" y="0"/>
                  </a:lnTo>
                  <a:lnTo>
                    <a:pt x="0" y="82"/>
                  </a:lnTo>
                  <a:lnTo>
                    <a:pt x="76" y="8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6461" name="Freeform 48"/>
            <p:cNvSpPr/>
            <p:nvPr/>
          </p:nvSpPr>
          <p:spPr bwMode="auto">
            <a:xfrm>
              <a:off x="1926" y="2690"/>
              <a:ext cx="76" cy="80"/>
            </a:xfrm>
            <a:custGeom>
              <a:avLst/>
              <a:gdLst>
                <a:gd name="T0" fmla="*/ 0 w 76"/>
                <a:gd name="T1" fmla="*/ 0 h 80"/>
                <a:gd name="T2" fmla="*/ 38 w 76"/>
                <a:gd name="T3" fmla="*/ 80 h 80"/>
                <a:gd name="T4" fmla="*/ 76 w 76"/>
                <a:gd name="T5" fmla="*/ 0 h 80"/>
                <a:gd name="T6" fmla="*/ 0 w 76"/>
                <a:gd name="T7" fmla="*/ 0 h 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0">
                  <a:moveTo>
                    <a:pt x="0" y="0"/>
                  </a:moveTo>
                  <a:lnTo>
                    <a:pt x="38" y="80"/>
                  </a:lnTo>
                  <a:lnTo>
                    <a:pt x="76"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5232" name="Group 49"/>
          <p:cNvGrpSpPr/>
          <p:nvPr/>
        </p:nvGrpSpPr>
        <p:grpSpPr bwMode="auto">
          <a:xfrm>
            <a:off x="5680075" y="2720975"/>
            <a:ext cx="120650" cy="1676400"/>
            <a:chOff x="2618" y="1714"/>
            <a:chExt cx="76" cy="1056"/>
          </a:xfrm>
        </p:grpSpPr>
        <p:sp>
          <p:nvSpPr>
            <p:cNvPr id="436456" name="Line 50"/>
            <p:cNvSpPr>
              <a:spLocks noChangeShapeType="1"/>
            </p:cNvSpPr>
            <p:nvPr/>
          </p:nvSpPr>
          <p:spPr bwMode="auto">
            <a:xfrm>
              <a:off x="2655" y="1792"/>
              <a:ext cx="1" cy="900"/>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6457" name="Freeform 51"/>
            <p:cNvSpPr/>
            <p:nvPr/>
          </p:nvSpPr>
          <p:spPr bwMode="auto">
            <a:xfrm>
              <a:off x="2618" y="1714"/>
              <a:ext cx="76" cy="81"/>
            </a:xfrm>
            <a:custGeom>
              <a:avLst/>
              <a:gdLst>
                <a:gd name="T0" fmla="*/ 76 w 76"/>
                <a:gd name="T1" fmla="*/ 81 h 81"/>
                <a:gd name="T2" fmla="*/ 37 w 76"/>
                <a:gd name="T3" fmla="*/ 0 h 81"/>
                <a:gd name="T4" fmla="*/ 0 w 76"/>
                <a:gd name="T5" fmla="*/ 81 h 81"/>
                <a:gd name="T6" fmla="*/ 76 w 76"/>
                <a:gd name="T7" fmla="*/ 81 h 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1">
                  <a:moveTo>
                    <a:pt x="76" y="81"/>
                  </a:moveTo>
                  <a:lnTo>
                    <a:pt x="37" y="0"/>
                  </a:lnTo>
                  <a:lnTo>
                    <a:pt x="0" y="81"/>
                  </a:lnTo>
                  <a:lnTo>
                    <a:pt x="76" y="81"/>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6458" name="Freeform 52"/>
            <p:cNvSpPr/>
            <p:nvPr/>
          </p:nvSpPr>
          <p:spPr bwMode="auto">
            <a:xfrm>
              <a:off x="2618" y="2690"/>
              <a:ext cx="76" cy="80"/>
            </a:xfrm>
            <a:custGeom>
              <a:avLst/>
              <a:gdLst>
                <a:gd name="T0" fmla="*/ 0 w 76"/>
                <a:gd name="T1" fmla="*/ 0 h 80"/>
                <a:gd name="T2" fmla="*/ 37 w 76"/>
                <a:gd name="T3" fmla="*/ 80 h 80"/>
                <a:gd name="T4" fmla="*/ 76 w 76"/>
                <a:gd name="T5" fmla="*/ 0 h 80"/>
                <a:gd name="T6" fmla="*/ 0 w 76"/>
                <a:gd name="T7" fmla="*/ 0 h 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0">
                  <a:moveTo>
                    <a:pt x="0" y="0"/>
                  </a:moveTo>
                  <a:lnTo>
                    <a:pt x="37" y="80"/>
                  </a:lnTo>
                  <a:lnTo>
                    <a:pt x="76"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5233" name="Group 53"/>
          <p:cNvGrpSpPr/>
          <p:nvPr/>
        </p:nvGrpSpPr>
        <p:grpSpPr bwMode="auto">
          <a:xfrm>
            <a:off x="3908426" y="4629151"/>
            <a:ext cx="366713" cy="130175"/>
            <a:chOff x="1502" y="2916"/>
            <a:chExt cx="231" cy="82"/>
          </a:xfrm>
        </p:grpSpPr>
        <p:sp>
          <p:nvSpPr>
            <p:cNvPr id="436453" name="Line 54"/>
            <p:cNvSpPr>
              <a:spLocks noChangeShapeType="1"/>
            </p:cNvSpPr>
            <p:nvPr/>
          </p:nvSpPr>
          <p:spPr bwMode="auto">
            <a:xfrm>
              <a:off x="1574" y="2956"/>
              <a:ext cx="87" cy="1"/>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6454" name="Freeform 55"/>
            <p:cNvSpPr/>
            <p:nvPr/>
          </p:nvSpPr>
          <p:spPr bwMode="auto">
            <a:xfrm>
              <a:off x="1502" y="2916"/>
              <a:ext cx="76" cy="82"/>
            </a:xfrm>
            <a:custGeom>
              <a:avLst/>
              <a:gdLst>
                <a:gd name="T0" fmla="*/ 76 w 76"/>
                <a:gd name="T1" fmla="*/ 0 h 82"/>
                <a:gd name="T2" fmla="*/ 0 w 76"/>
                <a:gd name="T3" fmla="*/ 40 h 82"/>
                <a:gd name="T4" fmla="*/ 76 w 76"/>
                <a:gd name="T5" fmla="*/ 82 h 82"/>
                <a:gd name="T6" fmla="*/ 76 w 76"/>
                <a:gd name="T7" fmla="*/ 0 h 8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2">
                  <a:moveTo>
                    <a:pt x="76" y="0"/>
                  </a:moveTo>
                  <a:lnTo>
                    <a:pt x="0" y="40"/>
                  </a:lnTo>
                  <a:lnTo>
                    <a:pt x="76" y="82"/>
                  </a:lnTo>
                  <a:lnTo>
                    <a:pt x="76"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6455" name="Freeform 56"/>
            <p:cNvSpPr/>
            <p:nvPr/>
          </p:nvSpPr>
          <p:spPr bwMode="auto">
            <a:xfrm>
              <a:off x="1658" y="2916"/>
              <a:ext cx="75" cy="82"/>
            </a:xfrm>
            <a:custGeom>
              <a:avLst/>
              <a:gdLst>
                <a:gd name="T0" fmla="*/ 0 w 75"/>
                <a:gd name="T1" fmla="*/ 82 h 82"/>
                <a:gd name="T2" fmla="*/ 75 w 75"/>
                <a:gd name="T3" fmla="*/ 40 h 82"/>
                <a:gd name="T4" fmla="*/ 0 w 75"/>
                <a:gd name="T5" fmla="*/ 0 h 82"/>
                <a:gd name="T6" fmla="*/ 0 w 75"/>
                <a:gd name="T7" fmla="*/ 82 h 8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 h="82">
                  <a:moveTo>
                    <a:pt x="0" y="82"/>
                  </a:moveTo>
                  <a:lnTo>
                    <a:pt x="75" y="40"/>
                  </a:lnTo>
                  <a:lnTo>
                    <a:pt x="0" y="0"/>
                  </a:lnTo>
                  <a:lnTo>
                    <a:pt x="0" y="8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5234" name="Group 57"/>
          <p:cNvGrpSpPr/>
          <p:nvPr/>
        </p:nvGrpSpPr>
        <p:grpSpPr bwMode="auto">
          <a:xfrm>
            <a:off x="6562725" y="4530726"/>
            <a:ext cx="458788" cy="130175"/>
            <a:chOff x="3174" y="2854"/>
            <a:chExt cx="289" cy="82"/>
          </a:xfrm>
        </p:grpSpPr>
        <p:sp>
          <p:nvSpPr>
            <p:cNvPr id="436451" name="Line 58"/>
            <p:cNvSpPr>
              <a:spLocks noChangeShapeType="1"/>
            </p:cNvSpPr>
            <p:nvPr/>
          </p:nvSpPr>
          <p:spPr bwMode="auto">
            <a:xfrm flipH="1">
              <a:off x="3246" y="2894"/>
              <a:ext cx="217" cy="1"/>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6452" name="Freeform 59"/>
            <p:cNvSpPr/>
            <p:nvPr/>
          </p:nvSpPr>
          <p:spPr bwMode="auto">
            <a:xfrm>
              <a:off x="3174" y="2854"/>
              <a:ext cx="76" cy="82"/>
            </a:xfrm>
            <a:custGeom>
              <a:avLst/>
              <a:gdLst>
                <a:gd name="T0" fmla="*/ 76 w 76"/>
                <a:gd name="T1" fmla="*/ 0 h 82"/>
                <a:gd name="T2" fmla="*/ 0 w 76"/>
                <a:gd name="T3" fmla="*/ 40 h 82"/>
                <a:gd name="T4" fmla="*/ 76 w 76"/>
                <a:gd name="T5" fmla="*/ 82 h 82"/>
                <a:gd name="T6" fmla="*/ 76 w 76"/>
                <a:gd name="T7" fmla="*/ 0 h 8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2">
                  <a:moveTo>
                    <a:pt x="76" y="0"/>
                  </a:moveTo>
                  <a:lnTo>
                    <a:pt x="0" y="40"/>
                  </a:lnTo>
                  <a:lnTo>
                    <a:pt x="76" y="82"/>
                  </a:lnTo>
                  <a:lnTo>
                    <a:pt x="76"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5235" name="Group 60"/>
          <p:cNvGrpSpPr/>
          <p:nvPr/>
        </p:nvGrpSpPr>
        <p:grpSpPr bwMode="auto">
          <a:xfrm>
            <a:off x="7602538" y="3903663"/>
            <a:ext cx="120650" cy="493712"/>
            <a:chOff x="3829" y="2459"/>
            <a:chExt cx="76" cy="311"/>
          </a:xfrm>
        </p:grpSpPr>
        <p:sp>
          <p:nvSpPr>
            <p:cNvPr id="436449" name="Line 61"/>
            <p:cNvSpPr>
              <a:spLocks noChangeShapeType="1"/>
            </p:cNvSpPr>
            <p:nvPr/>
          </p:nvSpPr>
          <p:spPr bwMode="auto">
            <a:xfrm>
              <a:off x="3866" y="2459"/>
              <a:ext cx="1" cy="233"/>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6450" name="Freeform 62"/>
            <p:cNvSpPr/>
            <p:nvPr/>
          </p:nvSpPr>
          <p:spPr bwMode="auto">
            <a:xfrm>
              <a:off x="3829" y="2690"/>
              <a:ext cx="76" cy="80"/>
            </a:xfrm>
            <a:custGeom>
              <a:avLst/>
              <a:gdLst>
                <a:gd name="T0" fmla="*/ 0 w 76"/>
                <a:gd name="T1" fmla="*/ 0 h 80"/>
                <a:gd name="T2" fmla="*/ 37 w 76"/>
                <a:gd name="T3" fmla="*/ 80 h 80"/>
                <a:gd name="T4" fmla="*/ 76 w 76"/>
                <a:gd name="T5" fmla="*/ 0 h 80"/>
                <a:gd name="T6" fmla="*/ 0 w 76"/>
                <a:gd name="T7" fmla="*/ 0 h 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0">
                  <a:moveTo>
                    <a:pt x="0" y="0"/>
                  </a:moveTo>
                  <a:lnTo>
                    <a:pt x="37" y="80"/>
                  </a:lnTo>
                  <a:lnTo>
                    <a:pt x="76"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5236" name="Group 63"/>
          <p:cNvGrpSpPr/>
          <p:nvPr/>
        </p:nvGrpSpPr>
        <p:grpSpPr bwMode="auto">
          <a:xfrm>
            <a:off x="3117850" y="3805238"/>
            <a:ext cx="120650" cy="493712"/>
            <a:chOff x="1004" y="2397"/>
            <a:chExt cx="76" cy="311"/>
          </a:xfrm>
        </p:grpSpPr>
        <p:sp>
          <p:nvSpPr>
            <p:cNvPr id="436447" name="Line 64"/>
            <p:cNvSpPr>
              <a:spLocks noChangeShapeType="1"/>
            </p:cNvSpPr>
            <p:nvPr/>
          </p:nvSpPr>
          <p:spPr bwMode="auto">
            <a:xfrm flipV="1">
              <a:off x="1041" y="2475"/>
              <a:ext cx="1" cy="233"/>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6448" name="Freeform 65"/>
            <p:cNvSpPr/>
            <p:nvPr/>
          </p:nvSpPr>
          <p:spPr bwMode="auto">
            <a:xfrm>
              <a:off x="1004" y="2397"/>
              <a:ext cx="76" cy="82"/>
            </a:xfrm>
            <a:custGeom>
              <a:avLst/>
              <a:gdLst>
                <a:gd name="T0" fmla="*/ 76 w 76"/>
                <a:gd name="T1" fmla="*/ 82 h 82"/>
                <a:gd name="T2" fmla="*/ 37 w 76"/>
                <a:gd name="T3" fmla="*/ 0 h 82"/>
                <a:gd name="T4" fmla="*/ 0 w 76"/>
                <a:gd name="T5" fmla="*/ 82 h 82"/>
                <a:gd name="T6" fmla="*/ 76 w 76"/>
                <a:gd name="T7" fmla="*/ 82 h 8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2">
                  <a:moveTo>
                    <a:pt x="76" y="82"/>
                  </a:moveTo>
                  <a:lnTo>
                    <a:pt x="37" y="0"/>
                  </a:lnTo>
                  <a:lnTo>
                    <a:pt x="0" y="82"/>
                  </a:lnTo>
                  <a:lnTo>
                    <a:pt x="76" y="8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sp>
        <p:nvSpPr>
          <p:cNvPr id="435237" name="Rectangle 66"/>
          <p:cNvSpPr>
            <a:spLocks noChangeArrowheads="1"/>
          </p:cNvSpPr>
          <p:nvPr/>
        </p:nvSpPr>
        <p:spPr bwMode="auto">
          <a:xfrm>
            <a:off x="9491664" y="2798763"/>
            <a:ext cx="554037" cy="189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38" name="Rectangle 67"/>
          <p:cNvSpPr>
            <a:spLocks noChangeArrowheads="1"/>
          </p:cNvSpPr>
          <p:nvPr/>
        </p:nvSpPr>
        <p:spPr bwMode="auto">
          <a:xfrm rot="5400000">
            <a:off x="8854282" y="3561557"/>
            <a:ext cx="17526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专家系统核心</a:t>
            </a:r>
            <a:endParaRPr lang="zh-CN" altLang="en-US">
              <a:solidFill>
                <a:srgbClr val="000000"/>
              </a:solidFill>
            </a:endParaRPr>
          </a:p>
        </p:txBody>
      </p:sp>
      <p:grpSp>
        <p:nvGrpSpPr>
          <p:cNvPr id="435239" name="Group 68"/>
          <p:cNvGrpSpPr/>
          <p:nvPr/>
        </p:nvGrpSpPr>
        <p:grpSpPr bwMode="auto">
          <a:xfrm>
            <a:off x="4086225" y="4095750"/>
            <a:ext cx="5411788" cy="1195388"/>
            <a:chOff x="1614" y="2580"/>
            <a:chExt cx="3409" cy="753"/>
          </a:xfrm>
        </p:grpSpPr>
        <p:grpSp>
          <p:nvGrpSpPr>
            <p:cNvPr id="435877" name="Group 69"/>
            <p:cNvGrpSpPr/>
            <p:nvPr/>
          </p:nvGrpSpPr>
          <p:grpSpPr bwMode="auto">
            <a:xfrm>
              <a:off x="1614" y="2584"/>
              <a:ext cx="2187" cy="749"/>
              <a:chOff x="1614" y="2584"/>
              <a:chExt cx="2187" cy="749"/>
            </a:xfrm>
          </p:grpSpPr>
          <p:sp>
            <p:nvSpPr>
              <p:cNvPr id="436247" name="Rectangle 70"/>
              <p:cNvSpPr>
                <a:spLocks noChangeArrowheads="1"/>
              </p:cNvSpPr>
              <p:nvPr/>
            </p:nvSpPr>
            <p:spPr bwMode="auto">
              <a:xfrm>
                <a:off x="1614" y="2584"/>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48" name="Rectangle 71"/>
              <p:cNvSpPr>
                <a:spLocks noChangeArrowheads="1"/>
              </p:cNvSpPr>
              <p:nvPr/>
            </p:nvSpPr>
            <p:spPr bwMode="auto">
              <a:xfrm>
                <a:off x="1614" y="2599"/>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49" name="Rectangle 72"/>
              <p:cNvSpPr>
                <a:spLocks noChangeArrowheads="1"/>
              </p:cNvSpPr>
              <p:nvPr/>
            </p:nvSpPr>
            <p:spPr bwMode="auto">
              <a:xfrm>
                <a:off x="1614" y="2615"/>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50" name="Rectangle 73"/>
              <p:cNvSpPr>
                <a:spLocks noChangeArrowheads="1"/>
              </p:cNvSpPr>
              <p:nvPr/>
            </p:nvSpPr>
            <p:spPr bwMode="auto">
              <a:xfrm>
                <a:off x="1614" y="263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51" name="Rectangle 74"/>
              <p:cNvSpPr>
                <a:spLocks noChangeArrowheads="1"/>
              </p:cNvSpPr>
              <p:nvPr/>
            </p:nvSpPr>
            <p:spPr bwMode="auto">
              <a:xfrm>
                <a:off x="1614" y="264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52" name="Rectangle 75"/>
              <p:cNvSpPr>
                <a:spLocks noChangeArrowheads="1"/>
              </p:cNvSpPr>
              <p:nvPr/>
            </p:nvSpPr>
            <p:spPr bwMode="auto">
              <a:xfrm>
                <a:off x="1614" y="2661"/>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53" name="Rectangle 76"/>
              <p:cNvSpPr>
                <a:spLocks noChangeArrowheads="1"/>
              </p:cNvSpPr>
              <p:nvPr/>
            </p:nvSpPr>
            <p:spPr bwMode="auto">
              <a:xfrm>
                <a:off x="1614" y="2677"/>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54" name="Rectangle 77"/>
              <p:cNvSpPr>
                <a:spLocks noChangeArrowheads="1"/>
              </p:cNvSpPr>
              <p:nvPr/>
            </p:nvSpPr>
            <p:spPr bwMode="auto">
              <a:xfrm>
                <a:off x="1614" y="2692"/>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55" name="Rectangle 78"/>
              <p:cNvSpPr>
                <a:spLocks noChangeArrowheads="1"/>
              </p:cNvSpPr>
              <p:nvPr/>
            </p:nvSpPr>
            <p:spPr bwMode="auto">
              <a:xfrm>
                <a:off x="1614" y="2708"/>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56" name="Rectangle 79"/>
              <p:cNvSpPr>
                <a:spLocks noChangeArrowheads="1"/>
              </p:cNvSpPr>
              <p:nvPr/>
            </p:nvSpPr>
            <p:spPr bwMode="auto">
              <a:xfrm>
                <a:off x="1614" y="2723"/>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57" name="Rectangle 80"/>
              <p:cNvSpPr>
                <a:spLocks noChangeArrowheads="1"/>
              </p:cNvSpPr>
              <p:nvPr/>
            </p:nvSpPr>
            <p:spPr bwMode="auto">
              <a:xfrm>
                <a:off x="1614" y="2739"/>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58" name="Rectangle 81"/>
              <p:cNvSpPr>
                <a:spLocks noChangeArrowheads="1"/>
              </p:cNvSpPr>
              <p:nvPr/>
            </p:nvSpPr>
            <p:spPr bwMode="auto">
              <a:xfrm>
                <a:off x="1614" y="2754"/>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59" name="Rectangle 82"/>
              <p:cNvSpPr>
                <a:spLocks noChangeArrowheads="1"/>
              </p:cNvSpPr>
              <p:nvPr/>
            </p:nvSpPr>
            <p:spPr bwMode="auto">
              <a:xfrm>
                <a:off x="1614" y="277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60" name="Rectangle 83"/>
              <p:cNvSpPr>
                <a:spLocks noChangeArrowheads="1"/>
              </p:cNvSpPr>
              <p:nvPr/>
            </p:nvSpPr>
            <p:spPr bwMode="auto">
              <a:xfrm>
                <a:off x="1614" y="2786"/>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61" name="Rectangle 84"/>
              <p:cNvSpPr>
                <a:spLocks noChangeArrowheads="1"/>
              </p:cNvSpPr>
              <p:nvPr/>
            </p:nvSpPr>
            <p:spPr bwMode="auto">
              <a:xfrm>
                <a:off x="1614" y="2801"/>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62" name="Rectangle 85"/>
              <p:cNvSpPr>
                <a:spLocks noChangeArrowheads="1"/>
              </p:cNvSpPr>
              <p:nvPr/>
            </p:nvSpPr>
            <p:spPr bwMode="auto">
              <a:xfrm>
                <a:off x="1614" y="2817"/>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63" name="Rectangle 86"/>
              <p:cNvSpPr>
                <a:spLocks noChangeArrowheads="1"/>
              </p:cNvSpPr>
              <p:nvPr/>
            </p:nvSpPr>
            <p:spPr bwMode="auto">
              <a:xfrm>
                <a:off x="1614" y="2832"/>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64" name="Rectangle 87"/>
              <p:cNvSpPr>
                <a:spLocks noChangeArrowheads="1"/>
              </p:cNvSpPr>
              <p:nvPr/>
            </p:nvSpPr>
            <p:spPr bwMode="auto">
              <a:xfrm>
                <a:off x="1614" y="2848"/>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65" name="Rectangle 88"/>
              <p:cNvSpPr>
                <a:spLocks noChangeArrowheads="1"/>
              </p:cNvSpPr>
              <p:nvPr/>
            </p:nvSpPr>
            <p:spPr bwMode="auto">
              <a:xfrm>
                <a:off x="1614" y="2863"/>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66" name="Rectangle 89"/>
              <p:cNvSpPr>
                <a:spLocks noChangeArrowheads="1"/>
              </p:cNvSpPr>
              <p:nvPr/>
            </p:nvSpPr>
            <p:spPr bwMode="auto">
              <a:xfrm>
                <a:off x="1614" y="2879"/>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67" name="Rectangle 90"/>
              <p:cNvSpPr>
                <a:spLocks noChangeArrowheads="1"/>
              </p:cNvSpPr>
              <p:nvPr/>
            </p:nvSpPr>
            <p:spPr bwMode="auto">
              <a:xfrm>
                <a:off x="1614" y="2894"/>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68" name="Rectangle 91"/>
              <p:cNvSpPr>
                <a:spLocks noChangeArrowheads="1"/>
              </p:cNvSpPr>
              <p:nvPr/>
            </p:nvSpPr>
            <p:spPr bwMode="auto">
              <a:xfrm>
                <a:off x="1614" y="291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69" name="Rectangle 92"/>
              <p:cNvSpPr>
                <a:spLocks noChangeArrowheads="1"/>
              </p:cNvSpPr>
              <p:nvPr/>
            </p:nvSpPr>
            <p:spPr bwMode="auto">
              <a:xfrm>
                <a:off x="1614" y="29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70" name="Rectangle 93"/>
              <p:cNvSpPr>
                <a:spLocks noChangeArrowheads="1"/>
              </p:cNvSpPr>
              <p:nvPr/>
            </p:nvSpPr>
            <p:spPr bwMode="auto">
              <a:xfrm>
                <a:off x="1614" y="2941"/>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71" name="Rectangle 94"/>
              <p:cNvSpPr>
                <a:spLocks noChangeArrowheads="1"/>
              </p:cNvSpPr>
              <p:nvPr/>
            </p:nvSpPr>
            <p:spPr bwMode="auto">
              <a:xfrm>
                <a:off x="1614" y="295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72" name="Rectangle 95"/>
              <p:cNvSpPr>
                <a:spLocks noChangeArrowheads="1"/>
              </p:cNvSpPr>
              <p:nvPr/>
            </p:nvSpPr>
            <p:spPr bwMode="auto">
              <a:xfrm>
                <a:off x="1614" y="2972"/>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73" name="Rectangle 96"/>
              <p:cNvSpPr>
                <a:spLocks noChangeArrowheads="1"/>
              </p:cNvSpPr>
              <p:nvPr/>
            </p:nvSpPr>
            <p:spPr bwMode="auto">
              <a:xfrm>
                <a:off x="1614" y="2987"/>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74" name="Rectangle 97"/>
              <p:cNvSpPr>
                <a:spLocks noChangeArrowheads="1"/>
              </p:cNvSpPr>
              <p:nvPr/>
            </p:nvSpPr>
            <p:spPr bwMode="auto">
              <a:xfrm>
                <a:off x="1614" y="3003"/>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75" name="Rectangle 98"/>
              <p:cNvSpPr>
                <a:spLocks noChangeArrowheads="1"/>
              </p:cNvSpPr>
              <p:nvPr/>
            </p:nvSpPr>
            <p:spPr bwMode="auto">
              <a:xfrm>
                <a:off x="1614" y="3018"/>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76" name="Rectangle 99"/>
              <p:cNvSpPr>
                <a:spLocks noChangeArrowheads="1"/>
              </p:cNvSpPr>
              <p:nvPr/>
            </p:nvSpPr>
            <p:spPr bwMode="auto">
              <a:xfrm>
                <a:off x="1614" y="3034"/>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77" name="Rectangle 100"/>
              <p:cNvSpPr>
                <a:spLocks noChangeArrowheads="1"/>
              </p:cNvSpPr>
              <p:nvPr/>
            </p:nvSpPr>
            <p:spPr bwMode="auto">
              <a:xfrm>
                <a:off x="1614" y="3050"/>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78" name="Rectangle 101"/>
              <p:cNvSpPr>
                <a:spLocks noChangeArrowheads="1"/>
              </p:cNvSpPr>
              <p:nvPr/>
            </p:nvSpPr>
            <p:spPr bwMode="auto">
              <a:xfrm>
                <a:off x="1614" y="306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79" name="Rectangle 102"/>
              <p:cNvSpPr>
                <a:spLocks noChangeArrowheads="1"/>
              </p:cNvSpPr>
              <p:nvPr/>
            </p:nvSpPr>
            <p:spPr bwMode="auto">
              <a:xfrm>
                <a:off x="1614" y="3081"/>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80" name="Rectangle 103"/>
              <p:cNvSpPr>
                <a:spLocks noChangeArrowheads="1"/>
              </p:cNvSpPr>
              <p:nvPr/>
            </p:nvSpPr>
            <p:spPr bwMode="auto">
              <a:xfrm>
                <a:off x="1614" y="309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81" name="Rectangle 104"/>
              <p:cNvSpPr>
                <a:spLocks noChangeArrowheads="1"/>
              </p:cNvSpPr>
              <p:nvPr/>
            </p:nvSpPr>
            <p:spPr bwMode="auto">
              <a:xfrm>
                <a:off x="1614" y="3112"/>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82" name="Rectangle 105"/>
              <p:cNvSpPr>
                <a:spLocks noChangeArrowheads="1"/>
              </p:cNvSpPr>
              <p:nvPr/>
            </p:nvSpPr>
            <p:spPr bwMode="auto">
              <a:xfrm>
                <a:off x="1614" y="3127"/>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83" name="Rectangle 106"/>
              <p:cNvSpPr>
                <a:spLocks noChangeArrowheads="1"/>
              </p:cNvSpPr>
              <p:nvPr/>
            </p:nvSpPr>
            <p:spPr bwMode="auto">
              <a:xfrm>
                <a:off x="1614" y="3143"/>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84" name="Rectangle 107"/>
              <p:cNvSpPr>
                <a:spLocks noChangeArrowheads="1"/>
              </p:cNvSpPr>
              <p:nvPr/>
            </p:nvSpPr>
            <p:spPr bwMode="auto">
              <a:xfrm>
                <a:off x="1614" y="3158"/>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85" name="Rectangle 108"/>
              <p:cNvSpPr>
                <a:spLocks noChangeArrowheads="1"/>
              </p:cNvSpPr>
              <p:nvPr/>
            </p:nvSpPr>
            <p:spPr bwMode="auto">
              <a:xfrm>
                <a:off x="1614" y="3174"/>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86" name="Rectangle 109"/>
              <p:cNvSpPr>
                <a:spLocks noChangeArrowheads="1"/>
              </p:cNvSpPr>
              <p:nvPr/>
            </p:nvSpPr>
            <p:spPr bwMode="auto">
              <a:xfrm>
                <a:off x="1614" y="3189"/>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87" name="Rectangle 110"/>
              <p:cNvSpPr>
                <a:spLocks noChangeArrowheads="1"/>
              </p:cNvSpPr>
              <p:nvPr/>
            </p:nvSpPr>
            <p:spPr bwMode="auto">
              <a:xfrm>
                <a:off x="1614" y="320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88" name="Rectangle 111"/>
              <p:cNvSpPr>
                <a:spLocks noChangeArrowheads="1"/>
              </p:cNvSpPr>
              <p:nvPr/>
            </p:nvSpPr>
            <p:spPr bwMode="auto">
              <a:xfrm>
                <a:off x="1614" y="322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89" name="Rectangle 112"/>
              <p:cNvSpPr>
                <a:spLocks noChangeArrowheads="1"/>
              </p:cNvSpPr>
              <p:nvPr/>
            </p:nvSpPr>
            <p:spPr bwMode="auto">
              <a:xfrm>
                <a:off x="1614" y="323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90" name="Rectangle 113"/>
              <p:cNvSpPr>
                <a:spLocks noChangeArrowheads="1"/>
              </p:cNvSpPr>
              <p:nvPr/>
            </p:nvSpPr>
            <p:spPr bwMode="auto">
              <a:xfrm>
                <a:off x="1614" y="3251"/>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91" name="Rectangle 114"/>
              <p:cNvSpPr>
                <a:spLocks noChangeArrowheads="1"/>
              </p:cNvSpPr>
              <p:nvPr/>
            </p:nvSpPr>
            <p:spPr bwMode="auto">
              <a:xfrm>
                <a:off x="1614" y="3267"/>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92" name="Rectangle 115"/>
              <p:cNvSpPr>
                <a:spLocks noChangeArrowheads="1"/>
              </p:cNvSpPr>
              <p:nvPr/>
            </p:nvSpPr>
            <p:spPr bwMode="auto">
              <a:xfrm>
                <a:off x="1614" y="3282"/>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93" name="Rectangle 116"/>
              <p:cNvSpPr>
                <a:spLocks noChangeArrowheads="1"/>
              </p:cNvSpPr>
              <p:nvPr/>
            </p:nvSpPr>
            <p:spPr bwMode="auto">
              <a:xfrm>
                <a:off x="1614" y="3298"/>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94" name="Rectangle 117"/>
              <p:cNvSpPr>
                <a:spLocks noChangeArrowheads="1"/>
              </p:cNvSpPr>
              <p:nvPr/>
            </p:nvSpPr>
            <p:spPr bwMode="auto">
              <a:xfrm>
                <a:off x="1614" y="3314"/>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95" name="Rectangle 118"/>
              <p:cNvSpPr>
                <a:spLocks noChangeArrowheads="1"/>
              </p:cNvSpPr>
              <p:nvPr/>
            </p:nvSpPr>
            <p:spPr bwMode="auto">
              <a:xfrm>
                <a:off x="161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96" name="Rectangle 119"/>
              <p:cNvSpPr>
                <a:spLocks noChangeArrowheads="1"/>
              </p:cNvSpPr>
              <p:nvPr/>
            </p:nvSpPr>
            <p:spPr bwMode="auto">
              <a:xfrm>
                <a:off x="163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97" name="Rectangle 120"/>
              <p:cNvSpPr>
                <a:spLocks noChangeArrowheads="1"/>
              </p:cNvSpPr>
              <p:nvPr/>
            </p:nvSpPr>
            <p:spPr bwMode="auto">
              <a:xfrm>
                <a:off x="1646"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98" name="Rectangle 121"/>
              <p:cNvSpPr>
                <a:spLocks noChangeArrowheads="1"/>
              </p:cNvSpPr>
              <p:nvPr/>
            </p:nvSpPr>
            <p:spPr bwMode="auto">
              <a:xfrm>
                <a:off x="166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99" name="Rectangle 122"/>
              <p:cNvSpPr>
                <a:spLocks noChangeArrowheads="1"/>
              </p:cNvSpPr>
              <p:nvPr/>
            </p:nvSpPr>
            <p:spPr bwMode="auto">
              <a:xfrm>
                <a:off x="1675"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00" name="Rectangle 123"/>
              <p:cNvSpPr>
                <a:spLocks noChangeArrowheads="1"/>
              </p:cNvSpPr>
              <p:nvPr/>
            </p:nvSpPr>
            <p:spPr bwMode="auto">
              <a:xfrm>
                <a:off x="169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01" name="Rectangle 124"/>
              <p:cNvSpPr>
                <a:spLocks noChangeArrowheads="1"/>
              </p:cNvSpPr>
              <p:nvPr/>
            </p:nvSpPr>
            <p:spPr bwMode="auto">
              <a:xfrm>
                <a:off x="170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02" name="Rectangle 125"/>
              <p:cNvSpPr>
                <a:spLocks noChangeArrowheads="1"/>
              </p:cNvSpPr>
              <p:nvPr/>
            </p:nvSpPr>
            <p:spPr bwMode="auto">
              <a:xfrm>
                <a:off x="171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03" name="Rectangle 126"/>
              <p:cNvSpPr>
                <a:spLocks noChangeArrowheads="1"/>
              </p:cNvSpPr>
              <p:nvPr/>
            </p:nvSpPr>
            <p:spPr bwMode="auto">
              <a:xfrm>
                <a:off x="173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04" name="Rectangle 127"/>
              <p:cNvSpPr>
                <a:spLocks noChangeArrowheads="1"/>
              </p:cNvSpPr>
              <p:nvPr/>
            </p:nvSpPr>
            <p:spPr bwMode="auto">
              <a:xfrm>
                <a:off x="1747"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05" name="Rectangle 128"/>
              <p:cNvSpPr>
                <a:spLocks noChangeArrowheads="1"/>
              </p:cNvSpPr>
              <p:nvPr/>
            </p:nvSpPr>
            <p:spPr bwMode="auto">
              <a:xfrm>
                <a:off x="176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06" name="Rectangle 129"/>
              <p:cNvSpPr>
                <a:spLocks noChangeArrowheads="1"/>
              </p:cNvSpPr>
              <p:nvPr/>
            </p:nvSpPr>
            <p:spPr bwMode="auto">
              <a:xfrm>
                <a:off x="177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07" name="Rectangle 130"/>
              <p:cNvSpPr>
                <a:spLocks noChangeArrowheads="1"/>
              </p:cNvSpPr>
              <p:nvPr/>
            </p:nvSpPr>
            <p:spPr bwMode="auto">
              <a:xfrm>
                <a:off x="179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08" name="Rectangle 131"/>
              <p:cNvSpPr>
                <a:spLocks noChangeArrowheads="1"/>
              </p:cNvSpPr>
              <p:nvPr/>
            </p:nvSpPr>
            <p:spPr bwMode="auto">
              <a:xfrm>
                <a:off x="180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09" name="Rectangle 132"/>
              <p:cNvSpPr>
                <a:spLocks noChangeArrowheads="1"/>
              </p:cNvSpPr>
              <p:nvPr/>
            </p:nvSpPr>
            <p:spPr bwMode="auto">
              <a:xfrm>
                <a:off x="1819"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10" name="Rectangle 133"/>
              <p:cNvSpPr>
                <a:spLocks noChangeArrowheads="1"/>
              </p:cNvSpPr>
              <p:nvPr/>
            </p:nvSpPr>
            <p:spPr bwMode="auto">
              <a:xfrm>
                <a:off x="183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11" name="Rectangle 134"/>
              <p:cNvSpPr>
                <a:spLocks noChangeArrowheads="1"/>
              </p:cNvSpPr>
              <p:nvPr/>
            </p:nvSpPr>
            <p:spPr bwMode="auto">
              <a:xfrm>
                <a:off x="184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12" name="Rectangle 135"/>
              <p:cNvSpPr>
                <a:spLocks noChangeArrowheads="1"/>
              </p:cNvSpPr>
              <p:nvPr/>
            </p:nvSpPr>
            <p:spPr bwMode="auto">
              <a:xfrm>
                <a:off x="186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13" name="Rectangle 136"/>
              <p:cNvSpPr>
                <a:spLocks noChangeArrowheads="1"/>
              </p:cNvSpPr>
              <p:nvPr/>
            </p:nvSpPr>
            <p:spPr bwMode="auto">
              <a:xfrm>
                <a:off x="187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14" name="Rectangle 137"/>
              <p:cNvSpPr>
                <a:spLocks noChangeArrowheads="1"/>
              </p:cNvSpPr>
              <p:nvPr/>
            </p:nvSpPr>
            <p:spPr bwMode="auto">
              <a:xfrm>
                <a:off x="189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15" name="Rectangle 138"/>
              <p:cNvSpPr>
                <a:spLocks noChangeArrowheads="1"/>
              </p:cNvSpPr>
              <p:nvPr/>
            </p:nvSpPr>
            <p:spPr bwMode="auto">
              <a:xfrm>
                <a:off x="190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16" name="Rectangle 139"/>
              <p:cNvSpPr>
                <a:spLocks noChangeArrowheads="1"/>
              </p:cNvSpPr>
              <p:nvPr/>
            </p:nvSpPr>
            <p:spPr bwMode="auto">
              <a:xfrm>
                <a:off x="1920"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17" name="Rectangle 140"/>
              <p:cNvSpPr>
                <a:spLocks noChangeArrowheads="1"/>
              </p:cNvSpPr>
              <p:nvPr/>
            </p:nvSpPr>
            <p:spPr bwMode="auto">
              <a:xfrm>
                <a:off x="193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18" name="Rectangle 141"/>
              <p:cNvSpPr>
                <a:spLocks noChangeArrowheads="1"/>
              </p:cNvSpPr>
              <p:nvPr/>
            </p:nvSpPr>
            <p:spPr bwMode="auto">
              <a:xfrm>
                <a:off x="194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19" name="Rectangle 142"/>
              <p:cNvSpPr>
                <a:spLocks noChangeArrowheads="1"/>
              </p:cNvSpPr>
              <p:nvPr/>
            </p:nvSpPr>
            <p:spPr bwMode="auto">
              <a:xfrm>
                <a:off x="196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20" name="Rectangle 143"/>
              <p:cNvSpPr>
                <a:spLocks noChangeArrowheads="1"/>
              </p:cNvSpPr>
              <p:nvPr/>
            </p:nvSpPr>
            <p:spPr bwMode="auto">
              <a:xfrm>
                <a:off x="197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21" name="Rectangle 144"/>
              <p:cNvSpPr>
                <a:spLocks noChangeArrowheads="1"/>
              </p:cNvSpPr>
              <p:nvPr/>
            </p:nvSpPr>
            <p:spPr bwMode="auto">
              <a:xfrm>
                <a:off x="1992"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22" name="Rectangle 145"/>
              <p:cNvSpPr>
                <a:spLocks noChangeArrowheads="1"/>
              </p:cNvSpPr>
              <p:nvPr/>
            </p:nvSpPr>
            <p:spPr bwMode="auto">
              <a:xfrm>
                <a:off x="200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23" name="Rectangle 146"/>
              <p:cNvSpPr>
                <a:spLocks noChangeArrowheads="1"/>
              </p:cNvSpPr>
              <p:nvPr/>
            </p:nvSpPr>
            <p:spPr bwMode="auto">
              <a:xfrm>
                <a:off x="202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24" name="Rectangle 147"/>
              <p:cNvSpPr>
                <a:spLocks noChangeArrowheads="1"/>
              </p:cNvSpPr>
              <p:nvPr/>
            </p:nvSpPr>
            <p:spPr bwMode="auto">
              <a:xfrm>
                <a:off x="203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25" name="Rectangle 148"/>
              <p:cNvSpPr>
                <a:spLocks noChangeArrowheads="1"/>
              </p:cNvSpPr>
              <p:nvPr/>
            </p:nvSpPr>
            <p:spPr bwMode="auto">
              <a:xfrm>
                <a:off x="205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26" name="Rectangle 149"/>
              <p:cNvSpPr>
                <a:spLocks noChangeArrowheads="1"/>
              </p:cNvSpPr>
              <p:nvPr/>
            </p:nvSpPr>
            <p:spPr bwMode="auto">
              <a:xfrm>
                <a:off x="2064"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27" name="Rectangle 150"/>
              <p:cNvSpPr>
                <a:spLocks noChangeArrowheads="1"/>
              </p:cNvSpPr>
              <p:nvPr/>
            </p:nvSpPr>
            <p:spPr bwMode="auto">
              <a:xfrm>
                <a:off x="207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28" name="Rectangle 151"/>
              <p:cNvSpPr>
                <a:spLocks noChangeArrowheads="1"/>
              </p:cNvSpPr>
              <p:nvPr/>
            </p:nvSpPr>
            <p:spPr bwMode="auto">
              <a:xfrm>
                <a:off x="2093"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29" name="Rectangle 152"/>
              <p:cNvSpPr>
                <a:spLocks noChangeArrowheads="1"/>
              </p:cNvSpPr>
              <p:nvPr/>
            </p:nvSpPr>
            <p:spPr bwMode="auto">
              <a:xfrm>
                <a:off x="210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30" name="Rectangle 153"/>
              <p:cNvSpPr>
                <a:spLocks noChangeArrowheads="1"/>
              </p:cNvSpPr>
              <p:nvPr/>
            </p:nvSpPr>
            <p:spPr bwMode="auto">
              <a:xfrm>
                <a:off x="212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31" name="Rectangle 154"/>
              <p:cNvSpPr>
                <a:spLocks noChangeArrowheads="1"/>
              </p:cNvSpPr>
              <p:nvPr/>
            </p:nvSpPr>
            <p:spPr bwMode="auto">
              <a:xfrm>
                <a:off x="213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32" name="Rectangle 155"/>
              <p:cNvSpPr>
                <a:spLocks noChangeArrowheads="1"/>
              </p:cNvSpPr>
              <p:nvPr/>
            </p:nvSpPr>
            <p:spPr bwMode="auto">
              <a:xfrm>
                <a:off x="215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33" name="Rectangle 156"/>
              <p:cNvSpPr>
                <a:spLocks noChangeArrowheads="1"/>
              </p:cNvSpPr>
              <p:nvPr/>
            </p:nvSpPr>
            <p:spPr bwMode="auto">
              <a:xfrm>
                <a:off x="2165"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34" name="Rectangle 157"/>
              <p:cNvSpPr>
                <a:spLocks noChangeArrowheads="1"/>
              </p:cNvSpPr>
              <p:nvPr/>
            </p:nvSpPr>
            <p:spPr bwMode="auto">
              <a:xfrm>
                <a:off x="218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35" name="Rectangle 158"/>
              <p:cNvSpPr>
                <a:spLocks noChangeArrowheads="1"/>
              </p:cNvSpPr>
              <p:nvPr/>
            </p:nvSpPr>
            <p:spPr bwMode="auto">
              <a:xfrm>
                <a:off x="219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36" name="Rectangle 159"/>
              <p:cNvSpPr>
                <a:spLocks noChangeArrowheads="1"/>
              </p:cNvSpPr>
              <p:nvPr/>
            </p:nvSpPr>
            <p:spPr bwMode="auto">
              <a:xfrm>
                <a:off x="220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37" name="Rectangle 160"/>
              <p:cNvSpPr>
                <a:spLocks noChangeArrowheads="1"/>
              </p:cNvSpPr>
              <p:nvPr/>
            </p:nvSpPr>
            <p:spPr bwMode="auto">
              <a:xfrm>
                <a:off x="222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38" name="Rectangle 161"/>
              <p:cNvSpPr>
                <a:spLocks noChangeArrowheads="1"/>
              </p:cNvSpPr>
              <p:nvPr/>
            </p:nvSpPr>
            <p:spPr bwMode="auto">
              <a:xfrm>
                <a:off x="2237"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39" name="Rectangle 162"/>
              <p:cNvSpPr>
                <a:spLocks noChangeArrowheads="1"/>
              </p:cNvSpPr>
              <p:nvPr/>
            </p:nvSpPr>
            <p:spPr bwMode="auto">
              <a:xfrm>
                <a:off x="225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40" name="Rectangle 163"/>
              <p:cNvSpPr>
                <a:spLocks noChangeArrowheads="1"/>
              </p:cNvSpPr>
              <p:nvPr/>
            </p:nvSpPr>
            <p:spPr bwMode="auto">
              <a:xfrm>
                <a:off x="226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41" name="Rectangle 164"/>
              <p:cNvSpPr>
                <a:spLocks noChangeArrowheads="1"/>
              </p:cNvSpPr>
              <p:nvPr/>
            </p:nvSpPr>
            <p:spPr bwMode="auto">
              <a:xfrm>
                <a:off x="228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42" name="Rectangle 165"/>
              <p:cNvSpPr>
                <a:spLocks noChangeArrowheads="1"/>
              </p:cNvSpPr>
              <p:nvPr/>
            </p:nvSpPr>
            <p:spPr bwMode="auto">
              <a:xfrm>
                <a:off x="229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43" name="Rectangle 166"/>
              <p:cNvSpPr>
                <a:spLocks noChangeArrowheads="1"/>
              </p:cNvSpPr>
              <p:nvPr/>
            </p:nvSpPr>
            <p:spPr bwMode="auto">
              <a:xfrm>
                <a:off x="231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44" name="Rectangle 167"/>
              <p:cNvSpPr>
                <a:spLocks noChangeArrowheads="1"/>
              </p:cNvSpPr>
              <p:nvPr/>
            </p:nvSpPr>
            <p:spPr bwMode="auto">
              <a:xfrm>
                <a:off x="232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45" name="Rectangle 168"/>
              <p:cNvSpPr>
                <a:spLocks noChangeArrowheads="1"/>
              </p:cNvSpPr>
              <p:nvPr/>
            </p:nvSpPr>
            <p:spPr bwMode="auto">
              <a:xfrm>
                <a:off x="2338"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46" name="Rectangle 169"/>
              <p:cNvSpPr>
                <a:spLocks noChangeArrowheads="1"/>
              </p:cNvSpPr>
              <p:nvPr/>
            </p:nvSpPr>
            <p:spPr bwMode="auto">
              <a:xfrm>
                <a:off x="235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47" name="Rectangle 170"/>
              <p:cNvSpPr>
                <a:spLocks noChangeArrowheads="1"/>
              </p:cNvSpPr>
              <p:nvPr/>
            </p:nvSpPr>
            <p:spPr bwMode="auto">
              <a:xfrm>
                <a:off x="236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48" name="Rectangle 171"/>
              <p:cNvSpPr>
                <a:spLocks noChangeArrowheads="1"/>
              </p:cNvSpPr>
              <p:nvPr/>
            </p:nvSpPr>
            <p:spPr bwMode="auto">
              <a:xfrm>
                <a:off x="238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49" name="Rectangle 172"/>
              <p:cNvSpPr>
                <a:spLocks noChangeArrowheads="1"/>
              </p:cNvSpPr>
              <p:nvPr/>
            </p:nvSpPr>
            <p:spPr bwMode="auto">
              <a:xfrm>
                <a:off x="239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50" name="Rectangle 173"/>
              <p:cNvSpPr>
                <a:spLocks noChangeArrowheads="1"/>
              </p:cNvSpPr>
              <p:nvPr/>
            </p:nvSpPr>
            <p:spPr bwMode="auto">
              <a:xfrm>
                <a:off x="2410"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51" name="Rectangle 174"/>
              <p:cNvSpPr>
                <a:spLocks noChangeArrowheads="1"/>
              </p:cNvSpPr>
              <p:nvPr/>
            </p:nvSpPr>
            <p:spPr bwMode="auto">
              <a:xfrm>
                <a:off x="242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52" name="Rectangle 175"/>
              <p:cNvSpPr>
                <a:spLocks noChangeArrowheads="1"/>
              </p:cNvSpPr>
              <p:nvPr/>
            </p:nvSpPr>
            <p:spPr bwMode="auto">
              <a:xfrm>
                <a:off x="243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53" name="Rectangle 176"/>
              <p:cNvSpPr>
                <a:spLocks noChangeArrowheads="1"/>
              </p:cNvSpPr>
              <p:nvPr/>
            </p:nvSpPr>
            <p:spPr bwMode="auto">
              <a:xfrm>
                <a:off x="245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54" name="Rectangle 177"/>
              <p:cNvSpPr>
                <a:spLocks noChangeArrowheads="1"/>
              </p:cNvSpPr>
              <p:nvPr/>
            </p:nvSpPr>
            <p:spPr bwMode="auto">
              <a:xfrm>
                <a:off x="246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55" name="Rectangle 178"/>
              <p:cNvSpPr>
                <a:spLocks noChangeArrowheads="1"/>
              </p:cNvSpPr>
              <p:nvPr/>
            </p:nvSpPr>
            <p:spPr bwMode="auto">
              <a:xfrm>
                <a:off x="2482"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56" name="Rectangle 179"/>
              <p:cNvSpPr>
                <a:spLocks noChangeArrowheads="1"/>
              </p:cNvSpPr>
              <p:nvPr/>
            </p:nvSpPr>
            <p:spPr bwMode="auto">
              <a:xfrm>
                <a:off x="249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57" name="Rectangle 180"/>
              <p:cNvSpPr>
                <a:spLocks noChangeArrowheads="1"/>
              </p:cNvSpPr>
              <p:nvPr/>
            </p:nvSpPr>
            <p:spPr bwMode="auto">
              <a:xfrm>
                <a:off x="2511"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58" name="Rectangle 181"/>
              <p:cNvSpPr>
                <a:spLocks noChangeArrowheads="1"/>
              </p:cNvSpPr>
              <p:nvPr/>
            </p:nvSpPr>
            <p:spPr bwMode="auto">
              <a:xfrm>
                <a:off x="252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59" name="Rectangle 182"/>
              <p:cNvSpPr>
                <a:spLocks noChangeArrowheads="1"/>
              </p:cNvSpPr>
              <p:nvPr/>
            </p:nvSpPr>
            <p:spPr bwMode="auto">
              <a:xfrm>
                <a:off x="254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60" name="Rectangle 183"/>
              <p:cNvSpPr>
                <a:spLocks noChangeArrowheads="1"/>
              </p:cNvSpPr>
              <p:nvPr/>
            </p:nvSpPr>
            <p:spPr bwMode="auto">
              <a:xfrm>
                <a:off x="255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61" name="Rectangle 184"/>
              <p:cNvSpPr>
                <a:spLocks noChangeArrowheads="1"/>
              </p:cNvSpPr>
              <p:nvPr/>
            </p:nvSpPr>
            <p:spPr bwMode="auto">
              <a:xfrm>
                <a:off x="256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62" name="Rectangle 185"/>
              <p:cNvSpPr>
                <a:spLocks noChangeArrowheads="1"/>
              </p:cNvSpPr>
              <p:nvPr/>
            </p:nvSpPr>
            <p:spPr bwMode="auto">
              <a:xfrm>
                <a:off x="2583"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63" name="Rectangle 186"/>
              <p:cNvSpPr>
                <a:spLocks noChangeArrowheads="1"/>
              </p:cNvSpPr>
              <p:nvPr/>
            </p:nvSpPr>
            <p:spPr bwMode="auto">
              <a:xfrm>
                <a:off x="259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64" name="Rectangle 187"/>
              <p:cNvSpPr>
                <a:spLocks noChangeArrowheads="1"/>
              </p:cNvSpPr>
              <p:nvPr/>
            </p:nvSpPr>
            <p:spPr bwMode="auto">
              <a:xfrm>
                <a:off x="261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65" name="Rectangle 188"/>
              <p:cNvSpPr>
                <a:spLocks noChangeArrowheads="1"/>
              </p:cNvSpPr>
              <p:nvPr/>
            </p:nvSpPr>
            <p:spPr bwMode="auto">
              <a:xfrm>
                <a:off x="262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66" name="Rectangle 189"/>
              <p:cNvSpPr>
                <a:spLocks noChangeArrowheads="1"/>
              </p:cNvSpPr>
              <p:nvPr/>
            </p:nvSpPr>
            <p:spPr bwMode="auto">
              <a:xfrm>
                <a:off x="264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67" name="Rectangle 190"/>
              <p:cNvSpPr>
                <a:spLocks noChangeArrowheads="1"/>
              </p:cNvSpPr>
              <p:nvPr/>
            </p:nvSpPr>
            <p:spPr bwMode="auto">
              <a:xfrm>
                <a:off x="2655"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68" name="Rectangle 191"/>
              <p:cNvSpPr>
                <a:spLocks noChangeArrowheads="1"/>
              </p:cNvSpPr>
              <p:nvPr/>
            </p:nvSpPr>
            <p:spPr bwMode="auto">
              <a:xfrm>
                <a:off x="267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69" name="Rectangle 192"/>
              <p:cNvSpPr>
                <a:spLocks noChangeArrowheads="1"/>
              </p:cNvSpPr>
              <p:nvPr/>
            </p:nvSpPr>
            <p:spPr bwMode="auto">
              <a:xfrm>
                <a:off x="268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70" name="Rectangle 193"/>
              <p:cNvSpPr>
                <a:spLocks noChangeArrowheads="1"/>
              </p:cNvSpPr>
              <p:nvPr/>
            </p:nvSpPr>
            <p:spPr bwMode="auto">
              <a:xfrm>
                <a:off x="269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71" name="Rectangle 194"/>
              <p:cNvSpPr>
                <a:spLocks noChangeArrowheads="1"/>
              </p:cNvSpPr>
              <p:nvPr/>
            </p:nvSpPr>
            <p:spPr bwMode="auto">
              <a:xfrm>
                <a:off x="271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72" name="Rectangle 195"/>
              <p:cNvSpPr>
                <a:spLocks noChangeArrowheads="1"/>
              </p:cNvSpPr>
              <p:nvPr/>
            </p:nvSpPr>
            <p:spPr bwMode="auto">
              <a:xfrm>
                <a:off x="272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73" name="Rectangle 196"/>
              <p:cNvSpPr>
                <a:spLocks noChangeArrowheads="1"/>
              </p:cNvSpPr>
              <p:nvPr/>
            </p:nvSpPr>
            <p:spPr bwMode="auto">
              <a:xfrm>
                <a:off x="274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74" name="Rectangle 197"/>
              <p:cNvSpPr>
                <a:spLocks noChangeArrowheads="1"/>
              </p:cNvSpPr>
              <p:nvPr/>
            </p:nvSpPr>
            <p:spPr bwMode="auto">
              <a:xfrm>
                <a:off x="2756"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75" name="Rectangle 198"/>
              <p:cNvSpPr>
                <a:spLocks noChangeArrowheads="1"/>
              </p:cNvSpPr>
              <p:nvPr/>
            </p:nvSpPr>
            <p:spPr bwMode="auto">
              <a:xfrm>
                <a:off x="277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76" name="Rectangle 199"/>
              <p:cNvSpPr>
                <a:spLocks noChangeArrowheads="1"/>
              </p:cNvSpPr>
              <p:nvPr/>
            </p:nvSpPr>
            <p:spPr bwMode="auto">
              <a:xfrm>
                <a:off x="278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77" name="Rectangle 200"/>
              <p:cNvSpPr>
                <a:spLocks noChangeArrowheads="1"/>
              </p:cNvSpPr>
              <p:nvPr/>
            </p:nvSpPr>
            <p:spPr bwMode="auto">
              <a:xfrm>
                <a:off x="280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78" name="Rectangle 201"/>
              <p:cNvSpPr>
                <a:spLocks noChangeArrowheads="1"/>
              </p:cNvSpPr>
              <p:nvPr/>
            </p:nvSpPr>
            <p:spPr bwMode="auto">
              <a:xfrm>
                <a:off x="281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79" name="Rectangle 202"/>
              <p:cNvSpPr>
                <a:spLocks noChangeArrowheads="1"/>
              </p:cNvSpPr>
              <p:nvPr/>
            </p:nvSpPr>
            <p:spPr bwMode="auto">
              <a:xfrm>
                <a:off x="2828"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80" name="Rectangle 203"/>
              <p:cNvSpPr>
                <a:spLocks noChangeArrowheads="1"/>
              </p:cNvSpPr>
              <p:nvPr/>
            </p:nvSpPr>
            <p:spPr bwMode="auto">
              <a:xfrm>
                <a:off x="284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81" name="Rectangle 204"/>
              <p:cNvSpPr>
                <a:spLocks noChangeArrowheads="1"/>
              </p:cNvSpPr>
              <p:nvPr/>
            </p:nvSpPr>
            <p:spPr bwMode="auto">
              <a:xfrm>
                <a:off x="285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82" name="Rectangle 205"/>
              <p:cNvSpPr>
                <a:spLocks noChangeArrowheads="1"/>
              </p:cNvSpPr>
              <p:nvPr/>
            </p:nvSpPr>
            <p:spPr bwMode="auto">
              <a:xfrm>
                <a:off x="287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83" name="Rectangle 206"/>
              <p:cNvSpPr>
                <a:spLocks noChangeArrowheads="1"/>
              </p:cNvSpPr>
              <p:nvPr/>
            </p:nvSpPr>
            <p:spPr bwMode="auto">
              <a:xfrm>
                <a:off x="288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84" name="Rectangle 207"/>
              <p:cNvSpPr>
                <a:spLocks noChangeArrowheads="1"/>
              </p:cNvSpPr>
              <p:nvPr/>
            </p:nvSpPr>
            <p:spPr bwMode="auto">
              <a:xfrm>
                <a:off x="2900"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85" name="Rectangle 208"/>
              <p:cNvSpPr>
                <a:spLocks noChangeArrowheads="1"/>
              </p:cNvSpPr>
              <p:nvPr/>
            </p:nvSpPr>
            <p:spPr bwMode="auto">
              <a:xfrm>
                <a:off x="291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86" name="Rectangle 209"/>
              <p:cNvSpPr>
                <a:spLocks noChangeArrowheads="1"/>
              </p:cNvSpPr>
              <p:nvPr/>
            </p:nvSpPr>
            <p:spPr bwMode="auto">
              <a:xfrm>
                <a:off x="292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87" name="Rectangle 210"/>
              <p:cNvSpPr>
                <a:spLocks noChangeArrowheads="1"/>
              </p:cNvSpPr>
              <p:nvPr/>
            </p:nvSpPr>
            <p:spPr bwMode="auto">
              <a:xfrm>
                <a:off x="294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88" name="Rectangle 211"/>
              <p:cNvSpPr>
                <a:spLocks noChangeArrowheads="1"/>
              </p:cNvSpPr>
              <p:nvPr/>
            </p:nvSpPr>
            <p:spPr bwMode="auto">
              <a:xfrm>
                <a:off x="295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89" name="Rectangle 212"/>
              <p:cNvSpPr>
                <a:spLocks noChangeArrowheads="1"/>
              </p:cNvSpPr>
              <p:nvPr/>
            </p:nvSpPr>
            <p:spPr bwMode="auto">
              <a:xfrm>
                <a:off x="297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90" name="Rectangle 213"/>
              <p:cNvSpPr>
                <a:spLocks noChangeArrowheads="1"/>
              </p:cNvSpPr>
              <p:nvPr/>
            </p:nvSpPr>
            <p:spPr bwMode="auto">
              <a:xfrm>
                <a:off x="298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91" name="Rectangle 214"/>
              <p:cNvSpPr>
                <a:spLocks noChangeArrowheads="1"/>
              </p:cNvSpPr>
              <p:nvPr/>
            </p:nvSpPr>
            <p:spPr bwMode="auto">
              <a:xfrm>
                <a:off x="3001"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92" name="Rectangle 215"/>
              <p:cNvSpPr>
                <a:spLocks noChangeArrowheads="1"/>
              </p:cNvSpPr>
              <p:nvPr/>
            </p:nvSpPr>
            <p:spPr bwMode="auto">
              <a:xfrm>
                <a:off x="301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93" name="Rectangle 216"/>
              <p:cNvSpPr>
                <a:spLocks noChangeArrowheads="1"/>
              </p:cNvSpPr>
              <p:nvPr/>
            </p:nvSpPr>
            <p:spPr bwMode="auto">
              <a:xfrm>
                <a:off x="303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94" name="Rectangle 217"/>
              <p:cNvSpPr>
                <a:spLocks noChangeArrowheads="1"/>
              </p:cNvSpPr>
              <p:nvPr/>
            </p:nvSpPr>
            <p:spPr bwMode="auto">
              <a:xfrm>
                <a:off x="304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95" name="Rectangle 218"/>
              <p:cNvSpPr>
                <a:spLocks noChangeArrowheads="1"/>
              </p:cNvSpPr>
              <p:nvPr/>
            </p:nvSpPr>
            <p:spPr bwMode="auto">
              <a:xfrm>
                <a:off x="305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96" name="Rectangle 219"/>
              <p:cNvSpPr>
                <a:spLocks noChangeArrowheads="1"/>
              </p:cNvSpPr>
              <p:nvPr/>
            </p:nvSpPr>
            <p:spPr bwMode="auto">
              <a:xfrm>
                <a:off x="3073"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97" name="Rectangle 220"/>
              <p:cNvSpPr>
                <a:spLocks noChangeArrowheads="1"/>
              </p:cNvSpPr>
              <p:nvPr/>
            </p:nvSpPr>
            <p:spPr bwMode="auto">
              <a:xfrm>
                <a:off x="308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98" name="Rectangle 221"/>
              <p:cNvSpPr>
                <a:spLocks noChangeArrowheads="1"/>
              </p:cNvSpPr>
              <p:nvPr/>
            </p:nvSpPr>
            <p:spPr bwMode="auto">
              <a:xfrm>
                <a:off x="310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399" name="Rectangle 222"/>
              <p:cNvSpPr>
                <a:spLocks noChangeArrowheads="1"/>
              </p:cNvSpPr>
              <p:nvPr/>
            </p:nvSpPr>
            <p:spPr bwMode="auto">
              <a:xfrm>
                <a:off x="311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00" name="Rectangle 223"/>
              <p:cNvSpPr>
                <a:spLocks noChangeArrowheads="1"/>
              </p:cNvSpPr>
              <p:nvPr/>
            </p:nvSpPr>
            <p:spPr bwMode="auto">
              <a:xfrm>
                <a:off x="313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01" name="Rectangle 224"/>
              <p:cNvSpPr>
                <a:spLocks noChangeArrowheads="1"/>
              </p:cNvSpPr>
              <p:nvPr/>
            </p:nvSpPr>
            <p:spPr bwMode="auto">
              <a:xfrm>
                <a:off x="3145"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02" name="Rectangle 225"/>
              <p:cNvSpPr>
                <a:spLocks noChangeArrowheads="1"/>
              </p:cNvSpPr>
              <p:nvPr/>
            </p:nvSpPr>
            <p:spPr bwMode="auto">
              <a:xfrm>
                <a:off x="316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03" name="Rectangle 226"/>
              <p:cNvSpPr>
                <a:spLocks noChangeArrowheads="1"/>
              </p:cNvSpPr>
              <p:nvPr/>
            </p:nvSpPr>
            <p:spPr bwMode="auto">
              <a:xfrm>
                <a:off x="3174"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04" name="Rectangle 227"/>
              <p:cNvSpPr>
                <a:spLocks noChangeArrowheads="1"/>
              </p:cNvSpPr>
              <p:nvPr/>
            </p:nvSpPr>
            <p:spPr bwMode="auto">
              <a:xfrm>
                <a:off x="318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05" name="Rectangle 228"/>
              <p:cNvSpPr>
                <a:spLocks noChangeArrowheads="1"/>
              </p:cNvSpPr>
              <p:nvPr/>
            </p:nvSpPr>
            <p:spPr bwMode="auto">
              <a:xfrm>
                <a:off x="320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06" name="Rectangle 229"/>
              <p:cNvSpPr>
                <a:spLocks noChangeArrowheads="1"/>
              </p:cNvSpPr>
              <p:nvPr/>
            </p:nvSpPr>
            <p:spPr bwMode="auto">
              <a:xfrm>
                <a:off x="321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07" name="Rectangle 230"/>
              <p:cNvSpPr>
                <a:spLocks noChangeArrowheads="1"/>
              </p:cNvSpPr>
              <p:nvPr/>
            </p:nvSpPr>
            <p:spPr bwMode="auto">
              <a:xfrm>
                <a:off x="323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08" name="Rectangle 231"/>
              <p:cNvSpPr>
                <a:spLocks noChangeArrowheads="1"/>
              </p:cNvSpPr>
              <p:nvPr/>
            </p:nvSpPr>
            <p:spPr bwMode="auto">
              <a:xfrm>
                <a:off x="3246"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09" name="Rectangle 232"/>
              <p:cNvSpPr>
                <a:spLocks noChangeArrowheads="1"/>
              </p:cNvSpPr>
              <p:nvPr/>
            </p:nvSpPr>
            <p:spPr bwMode="auto">
              <a:xfrm>
                <a:off x="326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10" name="Rectangle 233"/>
              <p:cNvSpPr>
                <a:spLocks noChangeArrowheads="1"/>
              </p:cNvSpPr>
              <p:nvPr/>
            </p:nvSpPr>
            <p:spPr bwMode="auto">
              <a:xfrm>
                <a:off x="327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11" name="Rectangle 234"/>
              <p:cNvSpPr>
                <a:spLocks noChangeArrowheads="1"/>
              </p:cNvSpPr>
              <p:nvPr/>
            </p:nvSpPr>
            <p:spPr bwMode="auto">
              <a:xfrm>
                <a:off x="329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12" name="Rectangle 235"/>
              <p:cNvSpPr>
                <a:spLocks noChangeArrowheads="1"/>
              </p:cNvSpPr>
              <p:nvPr/>
            </p:nvSpPr>
            <p:spPr bwMode="auto">
              <a:xfrm>
                <a:off x="330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13" name="Rectangle 236"/>
              <p:cNvSpPr>
                <a:spLocks noChangeArrowheads="1"/>
              </p:cNvSpPr>
              <p:nvPr/>
            </p:nvSpPr>
            <p:spPr bwMode="auto">
              <a:xfrm>
                <a:off x="3318"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14" name="Rectangle 237"/>
              <p:cNvSpPr>
                <a:spLocks noChangeArrowheads="1"/>
              </p:cNvSpPr>
              <p:nvPr/>
            </p:nvSpPr>
            <p:spPr bwMode="auto">
              <a:xfrm>
                <a:off x="333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15" name="Rectangle 238"/>
              <p:cNvSpPr>
                <a:spLocks noChangeArrowheads="1"/>
              </p:cNvSpPr>
              <p:nvPr/>
            </p:nvSpPr>
            <p:spPr bwMode="auto">
              <a:xfrm>
                <a:off x="334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16" name="Rectangle 239"/>
              <p:cNvSpPr>
                <a:spLocks noChangeArrowheads="1"/>
              </p:cNvSpPr>
              <p:nvPr/>
            </p:nvSpPr>
            <p:spPr bwMode="auto">
              <a:xfrm>
                <a:off x="336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17" name="Rectangle 240"/>
              <p:cNvSpPr>
                <a:spLocks noChangeArrowheads="1"/>
              </p:cNvSpPr>
              <p:nvPr/>
            </p:nvSpPr>
            <p:spPr bwMode="auto">
              <a:xfrm>
                <a:off x="337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18" name="Rectangle 241"/>
              <p:cNvSpPr>
                <a:spLocks noChangeArrowheads="1"/>
              </p:cNvSpPr>
              <p:nvPr/>
            </p:nvSpPr>
            <p:spPr bwMode="auto">
              <a:xfrm>
                <a:off x="339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19" name="Rectangle 242"/>
              <p:cNvSpPr>
                <a:spLocks noChangeArrowheads="1"/>
              </p:cNvSpPr>
              <p:nvPr/>
            </p:nvSpPr>
            <p:spPr bwMode="auto">
              <a:xfrm>
                <a:off x="340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20" name="Rectangle 243"/>
              <p:cNvSpPr>
                <a:spLocks noChangeArrowheads="1"/>
              </p:cNvSpPr>
              <p:nvPr/>
            </p:nvSpPr>
            <p:spPr bwMode="auto">
              <a:xfrm>
                <a:off x="3419"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21" name="Rectangle 244"/>
              <p:cNvSpPr>
                <a:spLocks noChangeArrowheads="1"/>
              </p:cNvSpPr>
              <p:nvPr/>
            </p:nvSpPr>
            <p:spPr bwMode="auto">
              <a:xfrm>
                <a:off x="343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22" name="Rectangle 245"/>
              <p:cNvSpPr>
                <a:spLocks noChangeArrowheads="1"/>
              </p:cNvSpPr>
              <p:nvPr/>
            </p:nvSpPr>
            <p:spPr bwMode="auto">
              <a:xfrm>
                <a:off x="344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23" name="Rectangle 246"/>
              <p:cNvSpPr>
                <a:spLocks noChangeArrowheads="1"/>
              </p:cNvSpPr>
              <p:nvPr/>
            </p:nvSpPr>
            <p:spPr bwMode="auto">
              <a:xfrm>
                <a:off x="346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24" name="Rectangle 247"/>
              <p:cNvSpPr>
                <a:spLocks noChangeArrowheads="1"/>
              </p:cNvSpPr>
              <p:nvPr/>
            </p:nvSpPr>
            <p:spPr bwMode="auto">
              <a:xfrm>
                <a:off x="347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25" name="Rectangle 248"/>
              <p:cNvSpPr>
                <a:spLocks noChangeArrowheads="1"/>
              </p:cNvSpPr>
              <p:nvPr/>
            </p:nvSpPr>
            <p:spPr bwMode="auto">
              <a:xfrm>
                <a:off x="3491"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26" name="Rectangle 249"/>
              <p:cNvSpPr>
                <a:spLocks noChangeArrowheads="1"/>
              </p:cNvSpPr>
              <p:nvPr/>
            </p:nvSpPr>
            <p:spPr bwMode="auto">
              <a:xfrm>
                <a:off x="350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27" name="Rectangle 250"/>
              <p:cNvSpPr>
                <a:spLocks noChangeArrowheads="1"/>
              </p:cNvSpPr>
              <p:nvPr/>
            </p:nvSpPr>
            <p:spPr bwMode="auto">
              <a:xfrm>
                <a:off x="352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28" name="Rectangle 251"/>
              <p:cNvSpPr>
                <a:spLocks noChangeArrowheads="1"/>
              </p:cNvSpPr>
              <p:nvPr/>
            </p:nvSpPr>
            <p:spPr bwMode="auto">
              <a:xfrm>
                <a:off x="353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29" name="Rectangle 252"/>
              <p:cNvSpPr>
                <a:spLocks noChangeArrowheads="1"/>
              </p:cNvSpPr>
              <p:nvPr/>
            </p:nvSpPr>
            <p:spPr bwMode="auto">
              <a:xfrm>
                <a:off x="354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30" name="Rectangle 253"/>
              <p:cNvSpPr>
                <a:spLocks noChangeArrowheads="1"/>
              </p:cNvSpPr>
              <p:nvPr/>
            </p:nvSpPr>
            <p:spPr bwMode="auto">
              <a:xfrm>
                <a:off x="3563"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31" name="Rectangle 254"/>
              <p:cNvSpPr>
                <a:spLocks noChangeArrowheads="1"/>
              </p:cNvSpPr>
              <p:nvPr/>
            </p:nvSpPr>
            <p:spPr bwMode="auto">
              <a:xfrm>
                <a:off x="357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32" name="Rectangle 255"/>
              <p:cNvSpPr>
                <a:spLocks noChangeArrowheads="1"/>
              </p:cNvSpPr>
              <p:nvPr/>
            </p:nvSpPr>
            <p:spPr bwMode="auto">
              <a:xfrm>
                <a:off x="3592"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33" name="Rectangle 256"/>
              <p:cNvSpPr>
                <a:spLocks noChangeArrowheads="1"/>
              </p:cNvSpPr>
              <p:nvPr/>
            </p:nvSpPr>
            <p:spPr bwMode="auto">
              <a:xfrm>
                <a:off x="360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34" name="Rectangle 257"/>
              <p:cNvSpPr>
                <a:spLocks noChangeArrowheads="1"/>
              </p:cNvSpPr>
              <p:nvPr/>
            </p:nvSpPr>
            <p:spPr bwMode="auto">
              <a:xfrm>
                <a:off x="362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35" name="Rectangle 258"/>
              <p:cNvSpPr>
                <a:spLocks noChangeArrowheads="1"/>
              </p:cNvSpPr>
              <p:nvPr/>
            </p:nvSpPr>
            <p:spPr bwMode="auto">
              <a:xfrm>
                <a:off x="363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36" name="Rectangle 259"/>
              <p:cNvSpPr>
                <a:spLocks noChangeArrowheads="1"/>
              </p:cNvSpPr>
              <p:nvPr/>
            </p:nvSpPr>
            <p:spPr bwMode="auto">
              <a:xfrm>
                <a:off x="365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37" name="Rectangle 260"/>
              <p:cNvSpPr>
                <a:spLocks noChangeArrowheads="1"/>
              </p:cNvSpPr>
              <p:nvPr/>
            </p:nvSpPr>
            <p:spPr bwMode="auto">
              <a:xfrm>
                <a:off x="3664"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38" name="Rectangle 261"/>
              <p:cNvSpPr>
                <a:spLocks noChangeArrowheads="1"/>
              </p:cNvSpPr>
              <p:nvPr/>
            </p:nvSpPr>
            <p:spPr bwMode="auto">
              <a:xfrm>
                <a:off x="367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39" name="Rectangle 262"/>
              <p:cNvSpPr>
                <a:spLocks noChangeArrowheads="1"/>
              </p:cNvSpPr>
              <p:nvPr/>
            </p:nvSpPr>
            <p:spPr bwMode="auto">
              <a:xfrm>
                <a:off x="369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40" name="Rectangle 263"/>
              <p:cNvSpPr>
                <a:spLocks noChangeArrowheads="1"/>
              </p:cNvSpPr>
              <p:nvPr/>
            </p:nvSpPr>
            <p:spPr bwMode="auto">
              <a:xfrm>
                <a:off x="370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41" name="Rectangle 264"/>
              <p:cNvSpPr>
                <a:spLocks noChangeArrowheads="1"/>
              </p:cNvSpPr>
              <p:nvPr/>
            </p:nvSpPr>
            <p:spPr bwMode="auto">
              <a:xfrm>
                <a:off x="372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42" name="Rectangle 265"/>
              <p:cNvSpPr>
                <a:spLocks noChangeArrowheads="1"/>
              </p:cNvSpPr>
              <p:nvPr/>
            </p:nvSpPr>
            <p:spPr bwMode="auto">
              <a:xfrm>
                <a:off x="3736"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43" name="Rectangle 266"/>
              <p:cNvSpPr>
                <a:spLocks noChangeArrowheads="1"/>
              </p:cNvSpPr>
              <p:nvPr/>
            </p:nvSpPr>
            <p:spPr bwMode="auto">
              <a:xfrm>
                <a:off x="375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44" name="Rectangle 267"/>
              <p:cNvSpPr>
                <a:spLocks noChangeArrowheads="1"/>
              </p:cNvSpPr>
              <p:nvPr/>
            </p:nvSpPr>
            <p:spPr bwMode="auto">
              <a:xfrm>
                <a:off x="376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45" name="Rectangle 268"/>
              <p:cNvSpPr>
                <a:spLocks noChangeArrowheads="1"/>
              </p:cNvSpPr>
              <p:nvPr/>
            </p:nvSpPr>
            <p:spPr bwMode="auto">
              <a:xfrm>
                <a:off x="378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446" name="Rectangle 269"/>
              <p:cNvSpPr>
                <a:spLocks noChangeArrowheads="1"/>
              </p:cNvSpPr>
              <p:nvPr/>
            </p:nvSpPr>
            <p:spPr bwMode="auto">
              <a:xfrm>
                <a:off x="379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grpSp>
        <p:grpSp>
          <p:nvGrpSpPr>
            <p:cNvPr id="435878" name="Group 270"/>
            <p:cNvGrpSpPr/>
            <p:nvPr/>
          </p:nvGrpSpPr>
          <p:grpSpPr bwMode="auto">
            <a:xfrm>
              <a:off x="3809" y="2580"/>
              <a:ext cx="1214" cy="753"/>
              <a:chOff x="3809" y="2580"/>
              <a:chExt cx="1214" cy="753"/>
            </a:xfrm>
          </p:grpSpPr>
          <p:sp>
            <p:nvSpPr>
              <p:cNvPr id="436047" name="Rectangle 271"/>
              <p:cNvSpPr>
                <a:spLocks noChangeArrowheads="1"/>
              </p:cNvSpPr>
              <p:nvPr/>
            </p:nvSpPr>
            <p:spPr bwMode="auto">
              <a:xfrm>
                <a:off x="380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48" name="Rectangle 272"/>
              <p:cNvSpPr>
                <a:spLocks noChangeArrowheads="1"/>
              </p:cNvSpPr>
              <p:nvPr/>
            </p:nvSpPr>
            <p:spPr bwMode="auto">
              <a:xfrm>
                <a:off x="382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49" name="Rectangle 273"/>
              <p:cNvSpPr>
                <a:spLocks noChangeArrowheads="1"/>
              </p:cNvSpPr>
              <p:nvPr/>
            </p:nvSpPr>
            <p:spPr bwMode="auto">
              <a:xfrm>
                <a:off x="3837"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50" name="Rectangle 274"/>
              <p:cNvSpPr>
                <a:spLocks noChangeArrowheads="1"/>
              </p:cNvSpPr>
              <p:nvPr/>
            </p:nvSpPr>
            <p:spPr bwMode="auto">
              <a:xfrm>
                <a:off x="385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51" name="Rectangle 275"/>
              <p:cNvSpPr>
                <a:spLocks noChangeArrowheads="1"/>
              </p:cNvSpPr>
              <p:nvPr/>
            </p:nvSpPr>
            <p:spPr bwMode="auto">
              <a:xfrm>
                <a:off x="386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52" name="Rectangle 276"/>
              <p:cNvSpPr>
                <a:spLocks noChangeArrowheads="1"/>
              </p:cNvSpPr>
              <p:nvPr/>
            </p:nvSpPr>
            <p:spPr bwMode="auto">
              <a:xfrm>
                <a:off x="388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53" name="Rectangle 277"/>
              <p:cNvSpPr>
                <a:spLocks noChangeArrowheads="1"/>
              </p:cNvSpPr>
              <p:nvPr/>
            </p:nvSpPr>
            <p:spPr bwMode="auto">
              <a:xfrm>
                <a:off x="389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54" name="Rectangle 278"/>
              <p:cNvSpPr>
                <a:spLocks noChangeArrowheads="1"/>
              </p:cNvSpPr>
              <p:nvPr/>
            </p:nvSpPr>
            <p:spPr bwMode="auto">
              <a:xfrm>
                <a:off x="3909"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55" name="Rectangle 279"/>
              <p:cNvSpPr>
                <a:spLocks noChangeArrowheads="1"/>
              </p:cNvSpPr>
              <p:nvPr/>
            </p:nvSpPr>
            <p:spPr bwMode="auto">
              <a:xfrm>
                <a:off x="392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56" name="Rectangle 280"/>
              <p:cNvSpPr>
                <a:spLocks noChangeArrowheads="1"/>
              </p:cNvSpPr>
              <p:nvPr/>
            </p:nvSpPr>
            <p:spPr bwMode="auto">
              <a:xfrm>
                <a:off x="393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57" name="Rectangle 281"/>
              <p:cNvSpPr>
                <a:spLocks noChangeArrowheads="1"/>
              </p:cNvSpPr>
              <p:nvPr/>
            </p:nvSpPr>
            <p:spPr bwMode="auto">
              <a:xfrm>
                <a:off x="395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58" name="Rectangle 282"/>
              <p:cNvSpPr>
                <a:spLocks noChangeArrowheads="1"/>
              </p:cNvSpPr>
              <p:nvPr/>
            </p:nvSpPr>
            <p:spPr bwMode="auto">
              <a:xfrm>
                <a:off x="396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59" name="Rectangle 283"/>
              <p:cNvSpPr>
                <a:spLocks noChangeArrowheads="1"/>
              </p:cNvSpPr>
              <p:nvPr/>
            </p:nvSpPr>
            <p:spPr bwMode="auto">
              <a:xfrm>
                <a:off x="3981"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60" name="Rectangle 284"/>
              <p:cNvSpPr>
                <a:spLocks noChangeArrowheads="1"/>
              </p:cNvSpPr>
              <p:nvPr/>
            </p:nvSpPr>
            <p:spPr bwMode="auto">
              <a:xfrm>
                <a:off x="399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61" name="Rectangle 285"/>
              <p:cNvSpPr>
                <a:spLocks noChangeArrowheads="1"/>
              </p:cNvSpPr>
              <p:nvPr/>
            </p:nvSpPr>
            <p:spPr bwMode="auto">
              <a:xfrm>
                <a:off x="4010"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62" name="Rectangle 286"/>
              <p:cNvSpPr>
                <a:spLocks noChangeArrowheads="1"/>
              </p:cNvSpPr>
              <p:nvPr/>
            </p:nvSpPr>
            <p:spPr bwMode="auto">
              <a:xfrm>
                <a:off x="402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63" name="Rectangle 287"/>
              <p:cNvSpPr>
                <a:spLocks noChangeArrowheads="1"/>
              </p:cNvSpPr>
              <p:nvPr/>
            </p:nvSpPr>
            <p:spPr bwMode="auto">
              <a:xfrm>
                <a:off x="403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64" name="Rectangle 288"/>
              <p:cNvSpPr>
                <a:spLocks noChangeArrowheads="1"/>
              </p:cNvSpPr>
              <p:nvPr/>
            </p:nvSpPr>
            <p:spPr bwMode="auto">
              <a:xfrm>
                <a:off x="405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65" name="Rectangle 289"/>
              <p:cNvSpPr>
                <a:spLocks noChangeArrowheads="1"/>
              </p:cNvSpPr>
              <p:nvPr/>
            </p:nvSpPr>
            <p:spPr bwMode="auto">
              <a:xfrm>
                <a:off x="406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66" name="Rectangle 290"/>
              <p:cNvSpPr>
                <a:spLocks noChangeArrowheads="1"/>
              </p:cNvSpPr>
              <p:nvPr/>
            </p:nvSpPr>
            <p:spPr bwMode="auto">
              <a:xfrm>
                <a:off x="4082"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67" name="Rectangle 291"/>
              <p:cNvSpPr>
                <a:spLocks noChangeArrowheads="1"/>
              </p:cNvSpPr>
              <p:nvPr/>
            </p:nvSpPr>
            <p:spPr bwMode="auto">
              <a:xfrm>
                <a:off x="409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68" name="Rectangle 292"/>
              <p:cNvSpPr>
                <a:spLocks noChangeArrowheads="1"/>
              </p:cNvSpPr>
              <p:nvPr/>
            </p:nvSpPr>
            <p:spPr bwMode="auto">
              <a:xfrm>
                <a:off x="411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69" name="Rectangle 293"/>
              <p:cNvSpPr>
                <a:spLocks noChangeArrowheads="1"/>
              </p:cNvSpPr>
              <p:nvPr/>
            </p:nvSpPr>
            <p:spPr bwMode="auto">
              <a:xfrm>
                <a:off x="412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70" name="Rectangle 294"/>
              <p:cNvSpPr>
                <a:spLocks noChangeArrowheads="1"/>
              </p:cNvSpPr>
              <p:nvPr/>
            </p:nvSpPr>
            <p:spPr bwMode="auto">
              <a:xfrm>
                <a:off x="414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71" name="Rectangle 295"/>
              <p:cNvSpPr>
                <a:spLocks noChangeArrowheads="1"/>
              </p:cNvSpPr>
              <p:nvPr/>
            </p:nvSpPr>
            <p:spPr bwMode="auto">
              <a:xfrm>
                <a:off x="4154"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72" name="Rectangle 296"/>
              <p:cNvSpPr>
                <a:spLocks noChangeArrowheads="1"/>
              </p:cNvSpPr>
              <p:nvPr/>
            </p:nvSpPr>
            <p:spPr bwMode="auto">
              <a:xfrm>
                <a:off x="416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73" name="Rectangle 297"/>
              <p:cNvSpPr>
                <a:spLocks noChangeArrowheads="1"/>
              </p:cNvSpPr>
              <p:nvPr/>
            </p:nvSpPr>
            <p:spPr bwMode="auto">
              <a:xfrm>
                <a:off x="418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74" name="Rectangle 298"/>
              <p:cNvSpPr>
                <a:spLocks noChangeArrowheads="1"/>
              </p:cNvSpPr>
              <p:nvPr/>
            </p:nvSpPr>
            <p:spPr bwMode="auto">
              <a:xfrm>
                <a:off x="419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75" name="Rectangle 299"/>
              <p:cNvSpPr>
                <a:spLocks noChangeArrowheads="1"/>
              </p:cNvSpPr>
              <p:nvPr/>
            </p:nvSpPr>
            <p:spPr bwMode="auto">
              <a:xfrm>
                <a:off x="421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76" name="Rectangle 300"/>
              <p:cNvSpPr>
                <a:spLocks noChangeArrowheads="1"/>
              </p:cNvSpPr>
              <p:nvPr/>
            </p:nvSpPr>
            <p:spPr bwMode="auto">
              <a:xfrm>
                <a:off x="422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77" name="Rectangle 301"/>
              <p:cNvSpPr>
                <a:spLocks noChangeArrowheads="1"/>
              </p:cNvSpPr>
              <p:nvPr/>
            </p:nvSpPr>
            <p:spPr bwMode="auto">
              <a:xfrm>
                <a:off x="424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78" name="Rectangle 302"/>
              <p:cNvSpPr>
                <a:spLocks noChangeArrowheads="1"/>
              </p:cNvSpPr>
              <p:nvPr/>
            </p:nvSpPr>
            <p:spPr bwMode="auto">
              <a:xfrm>
                <a:off x="4255"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79" name="Rectangle 303"/>
              <p:cNvSpPr>
                <a:spLocks noChangeArrowheads="1"/>
              </p:cNvSpPr>
              <p:nvPr/>
            </p:nvSpPr>
            <p:spPr bwMode="auto">
              <a:xfrm>
                <a:off x="427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80" name="Rectangle 304"/>
              <p:cNvSpPr>
                <a:spLocks noChangeArrowheads="1"/>
              </p:cNvSpPr>
              <p:nvPr/>
            </p:nvSpPr>
            <p:spPr bwMode="auto">
              <a:xfrm>
                <a:off x="428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81" name="Rectangle 305"/>
              <p:cNvSpPr>
                <a:spLocks noChangeArrowheads="1"/>
              </p:cNvSpPr>
              <p:nvPr/>
            </p:nvSpPr>
            <p:spPr bwMode="auto">
              <a:xfrm>
                <a:off x="429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82" name="Rectangle 306"/>
              <p:cNvSpPr>
                <a:spLocks noChangeArrowheads="1"/>
              </p:cNvSpPr>
              <p:nvPr/>
            </p:nvSpPr>
            <p:spPr bwMode="auto">
              <a:xfrm>
                <a:off x="431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83" name="Rectangle 307"/>
              <p:cNvSpPr>
                <a:spLocks noChangeArrowheads="1"/>
              </p:cNvSpPr>
              <p:nvPr/>
            </p:nvSpPr>
            <p:spPr bwMode="auto">
              <a:xfrm>
                <a:off x="4327"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84" name="Rectangle 308"/>
              <p:cNvSpPr>
                <a:spLocks noChangeArrowheads="1"/>
              </p:cNvSpPr>
              <p:nvPr/>
            </p:nvSpPr>
            <p:spPr bwMode="auto">
              <a:xfrm>
                <a:off x="434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85" name="Rectangle 309"/>
              <p:cNvSpPr>
                <a:spLocks noChangeArrowheads="1"/>
              </p:cNvSpPr>
              <p:nvPr/>
            </p:nvSpPr>
            <p:spPr bwMode="auto">
              <a:xfrm>
                <a:off x="435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86" name="Rectangle 310"/>
              <p:cNvSpPr>
                <a:spLocks noChangeArrowheads="1"/>
              </p:cNvSpPr>
              <p:nvPr/>
            </p:nvSpPr>
            <p:spPr bwMode="auto">
              <a:xfrm>
                <a:off x="437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87" name="Rectangle 311"/>
              <p:cNvSpPr>
                <a:spLocks noChangeArrowheads="1"/>
              </p:cNvSpPr>
              <p:nvPr/>
            </p:nvSpPr>
            <p:spPr bwMode="auto">
              <a:xfrm>
                <a:off x="438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88" name="Rectangle 312"/>
              <p:cNvSpPr>
                <a:spLocks noChangeArrowheads="1"/>
              </p:cNvSpPr>
              <p:nvPr/>
            </p:nvSpPr>
            <p:spPr bwMode="auto">
              <a:xfrm>
                <a:off x="4399"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89" name="Rectangle 313"/>
              <p:cNvSpPr>
                <a:spLocks noChangeArrowheads="1"/>
              </p:cNvSpPr>
              <p:nvPr/>
            </p:nvSpPr>
            <p:spPr bwMode="auto">
              <a:xfrm>
                <a:off x="441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90" name="Rectangle 314"/>
              <p:cNvSpPr>
                <a:spLocks noChangeArrowheads="1"/>
              </p:cNvSpPr>
              <p:nvPr/>
            </p:nvSpPr>
            <p:spPr bwMode="auto">
              <a:xfrm>
                <a:off x="4428"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91" name="Rectangle 315"/>
              <p:cNvSpPr>
                <a:spLocks noChangeArrowheads="1"/>
              </p:cNvSpPr>
              <p:nvPr/>
            </p:nvSpPr>
            <p:spPr bwMode="auto">
              <a:xfrm>
                <a:off x="444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92" name="Rectangle 316"/>
              <p:cNvSpPr>
                <a:spLocks noChangeArrowheads="1"/>
              </p:cNvSpPr>
              <p:nvPr/>
            </p:nvSpPr>
            <p:spPr bwMode="auto">
              <a:xfrm>
                <a:off x="445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93" name="Rectangle 317"/>
              <p:cNvSpPr>
                <a:spLocks noChangeArrowheads="1"/>
              </p:cNvSpPr>
              <p:nvPr/>
            </p:nvSpPr>
            <p:spPr bwMode="auto">
              <a:xfrm>
                <a:off x="447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94" name="Rectangle 318"/>
              <p:cNvSpPr>
                <a:spLocks noChangeArrowheads="1"/>
              </p:cNvSpPr>
              <p:nvPr/>
            </p:nvSpPr>
            <p:spPr bwMode="auto">
              <a:xfrm>
                <a:off x="448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95" name="Rectangle 319"/>
              <p:cNvSpPr>
                <a:spLocks noChangeArrowheads="1"/>
              </p:cNvSpPr>
              <p:nvPr/>
            </p:nvSpPr>
            <p:spPr bwMode="auto">
              <a:xfrm>
                <a:off x="4500"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96" name="Rectangle 320"/>
              <p:cNvSpPr>
                <a:spLocks noChangeArrowheads="1"/>
              </p:cNvSpPr>
              <p:nvPr/>
            </p:nvSpPr>
            <p:spPr bwMode="auto">
              <a:xfrm>
                <a:off x="451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97" name="Rectangle 321"/>
              <p:cNvSpPr>
                <a:spLocks noChangeArrowheads="1"/>
              </p:cNvSpPr>
              <p:nvPr/>
            </p:nvSpPr>
            <p:spPr bwMode="auto">
              <a:xfrm>
                <a:off x="452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98" name="Rectangle 322"/>
              <p:cNvSpPr>
                <a:spLocks noChangeArrowheads="1"/>
              </p:cNvSpPr>
              <p:nvPr/>
            </p:nvSpPr>
            <p:spPr bwMode="auto">
              <a:xfrm>
                <a:off x="454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99" name="Rectangle 323"/>
              <p:cNvSpPr>
                <a:spLocks noChangeArrowheads="1"/>
              </p:cNvSpPr>
              <p:nvPr/>
            </p:nvSpPr>
            <p:spPr bwMode="auto">
              <a:xfrm>
                <a:off x="455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00" name="Rectangle 324"/>
              <p:cNvSpPr>
                <a:spLocks noChangeArrowheads="1"/>
              </p:cNvSpPr>
              <p:nvPr/>
            </p:nvSpPr>
            <p:spPr bwMode="auto">
              <a:xfrm>
                <a:off x="4572"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01" name="Rectangle 325"/>
              <p:cNvSpPr>
                <a:spLocks noChangeArrowheads="1"/>
              </p:cNvSpPr>
              <p:nvPr/>
            </p:nvSpPr>
            <p:spPr bwMode="auto">
              <a:xfrm>
                <a:off x="458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02" name="Rectangle 326"/>
              <p:cNvSpPr>
                <a:spLocks noChangeArrowheads="1"/>
              </p:cNvSpPr>
              <p:nvPr/>
            </p:nvSpPr>
            <p:spPr bwMode="auto">
              <a:xfrm>
                <a:off x="460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03" name="Rectangle 327"/>
              <p:cNvSpPr>
                <a:spLocks noChangeArrowheads="1"/>
              </p:cNvSpPr>
              <p:nvPr/>
            </p:nvSpPr>
            <p:spPr bwMode="auto">
              <a:xfrm>
                <a:off x="461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04" name="Rectangle 328"/>
              <p:cNvSpPr>
                <a:spLocks noChangeArrowheads="1"/>
              </p:cNvSpPr>
              <p:nvPr/>
            </p:nvSpPr>
            <p:spPr bwMode="auto">
              <a:xfrm>
                <a:off x="463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05" name="Rectangle 329"/>
              <p:cNvSpPr>
                <a:spLocks noChangeArrowheads="1"/>
              </p:cNvSpPr>
              <p:nvPr/>
            </p:nvSpPr>
            <p:spPr bwMode="auto">
              <a:xfrm>
                <a:off x="464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06" name="Rectangle 330"/>
              <p:cNvSpPr>
                <a:spLocks noChangeArrowheads="1"/>
              </p:cNvSpPr>
              <p:nvPr/>
            </p:nvSpPr>
            <p:spPr bwMode="auto">
              <a:xfrm>
                <a:off x="465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07" name="Rectangle 331"/>
              <p:cNvSpPr>
                <a:spLocks noChangeArrowheads="1"/>
              </p:cNvSpPr>
              <p:nvPr/>
            </p:nvSpPr>
            <p:spPr bwMode="auto">
              <a:xfrm>
                <a:off x="4673"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08" name="Rectangle 332"/>
              <p:cNvSpPr>
                <a:spLocks noChangeArrowheads="1"/>
              </p:cNvSpPr>
              <p:nvPr/>
            </p:nvSpPr>
            <p:spPr bwMode="auto">
              <a:xfrm>
                <a:off x="468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09" name="Rectangle 333"/>
              <p:cNvSpPr>
                <a:spLocks noChangeArrowheads="1"/>
              </p:cNvSpPr>
              <p:nvPr/>
            </p:nvSpPr>
            <p:spPr bwMode="auto">
              <a:xfrm>
                <a:off x="470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10" name="Rectangle 334"/>
              <p:cNvSpPr>
                <a:spLocks noChangeArrowheads="1"/>
              </p:cNvSpPr>
              <p:nvPr/>
            </p:nvSpPr>
            <p:spPr bwMode="auto">
              <a:xfrm>
                <a:off x="471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11" name="Rectangle 335"/>
              <p:cNvSpPr>
                <a:spLocks noChangeArrowheads="1"/>
              </p:cNvSpPr>
              <p:nvPr/>
            </p:nvSpPr>
            <p:spPr bwMode="auto">
              <a:xfrm>
                <a:off x="473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12" name="Rectangle 336"/>
              <p:cNvSpPr>
                <a:spLocks noChangeArrowheads="1"/>
              </p:cNvSpPr>
              <p:nvPr/>
            </p:nvSpPr>
            <p:spPr bwMode="auto">
              <a:xfrm>
                <a:off x="4745"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13" name="Rectangle 337"/>
              <p:cNvSpPr>
                <a:spLocks noChangeArrowheads="1"/>
              </p:cNvSpPr>
              <p:nvPr/>
            </p:nvSpPr>
            <p:spPr bwMode="auto">
              <a:xfrm>
                <a:off x="476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14" name="Rectangle 338"/>
              <p:cNvSpPr>
                <a:spLocks noChangeArrowheads="1"/>
              </p:cNvSpPr>
              <p:nvPr/>
            </p:nvSpPr>
            <p:spPr bwMode="auto">
              <a:xfrm>
                <a:off x="477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15" name="Rectangle 339"/>
              <p:cNvSpPr>
                <a:spLocks noChangeArrowheads="1"/>
              </p:cNvSpPr>
              <p:nvPr/>
            </p:nvSpPr>
            <p:spPr bwMode="auto">
              <a:xfrm>
                <a:off x="478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16" name="Rectangle 340"/>
              <p:cNvSpPr>
                <a:spLocks noChangeArrowheads="1"/>
              </p:cNvSpPr>
              <p:nvPr/>
            </p:nvSpPr>
            <p:spPr bwMode="auto">
              <a:xfrm>
                <a:off x="480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17" name="Rectangle 341"/>
              <p:cNvSpPr>
                <a:spLocks noChangeArrowheads="1"/>
              </p:cNvSpPr>
              <p:nvPr/>
            </p:nvSpPr>
            <p:spPr bwMode="auto">
              <a:xfrm>
                <a:off x="4817"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18" name="Rectangle 342"/>
              <p:cNvSpPr>
                <a:spLocks noChangeArrowheads="1"/>
              </p:cNvSpPr>
              <p:nvPr/>
            </p:nvSpPr>
            <p:spPr bwMode="auto">
              <a:xfrm>
                <a:off x="483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19" name="Rectangle 343"/>
              <p:cNvSpPr>
                <a:spLocks noChangeArrowheads="1"/>
              </p:cNvSpPr>
              <p:nvPr/>
            </p:nvSpPr>
            <p:spPr bwMode="auto">
              <a:xfrm>
                <a:off x="4846"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20" name="Rectangle 344"/>
              <p:cNvSpPr>
                <a:spLocks noChangeArrowheads="1"/>
              </p:cNvSpPr>
              <p:nvPr/>
            </p:nvSpPr>
            <p:spPr bwMode="auto">
              <a:xfrm>
                <a:off x="486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21" name="Rectangle 345"/>
              <p:cNvSpPr>
                <a:spLocks noChangeArrowheads="1"/>
              </p:cNvSpPr>
              <p:nvPr/>
            </p:nvSpPr>
            <p:spPr bwMode="auto">
              <a:xfrm>
                <a:off x="487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22" name="Rectangle 346"/>
              <p:cNvSpPr>
                <a:spLocks noChangeArrowheads="1"/>
              </p:cNvSpPr>
              <p:nvPr/>
            </p:nvSpPr>
            <p:spPr bwMode="auto">
              <a:xfrm>
                <a:off x="489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23" name="Rectangle 347"/>
              <p:cNvSpPr>
                <a:spLocks noChangeArrowheads="1"/>
              </p:cNvSpPr>
              <p:nvPr/>
            </p:nvSpPr>
            <p:spPr bwMode="auto">
              <a:xfrm>
                <a:off x="490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24" name="Rectangle 348"/>
              <p:cNvSpPr>
                <a:spLocks noChangeArrowheads="1"/>
              </p:cNvSpPr>
              <p:nvPr/>
            </p:nvSpPr>
            <p:spPr bwMode="auto">
              <a:xfrm>
                <a:off x="4918"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25" name="Rectangle 349"/>
              <p:cNvSpPr>
                <a:spLocks noChangeArrowheads="1"/>
              </p:cNvSpPr>
              <p:nvPr/>
            </p:nvSpPr>
            <p:spPr bwMode="auto">
              <a:xfrm>
                <a:off x="493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26" name="Rectangle 350"/>
              <p:cNvSpPr>
                <a:spLocks noChangeArrowheads="1"/>
              </p:cNvSpPr>
              <p:nvPr/>
            </p:nvSpPr>
            <p:spPr bwMode="auto">
              <a:xfrm>
                <a:off x="494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27" name="Rectangle 351"/>
              <p:cNvSpPr>
                <a:spLocks noChangeArrowheads="1"/>
              </p:cNvSpPr>
              <p:nvPr/>
            </p:nvSpPr>
            <p:spPr bwMode="auto">
              <a:xfrm>
                <a:off x="496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28" name="Rectangle 352"/>
              <p:cNvSpPr>
                <a:spLocks noChangeArrowheads="1"/>
              </p:cNvSpPr>
              <p:nvPr/>
            </p:nvSpPr>
            <p:spPr bwMode="auto">
              <a:xfrm>
                <a:off x="497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29" name="Rectangle 353"/>
              <p:cNvSpPr>
                <a:spLocks noChangeArrowheads="1"/>
              </p:cNvSpPr>
              <p:nvPr/>
            </p:nvSpPr>
            <p:spPr bwMode="auto">
              <a:xfrm>
                <a:off x="4990"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30" name="Rectangle 354"/>
              <p:cNvSpPr>
                <a:spLocks noChangeArrowheads="1"/>
              </p:cNvSpPr>
              <p:nvPr/>
            </p:nvSpPr>
            <p:spPr bwMode="auto">
              <a:xfrm>
                <a:off x="500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31" name="Rectangle 355"/>
              <p:cNvSpPr>
                <a:spLocks noChangeArrowheads="1"/>
              </p:cNvSpPr>
              <p:nvPr/>
            </p:nvSpPr>
            <p:spPr bwMode="auto">
              <a:xfrm>
                <a:off x="5016" y="3321"/>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32" name="Rectangle 356"/>
              <p:cNvSpPr>
                <a:spLocks noChangeArrowheads="1"/>
              </p:cNvSpPr>
              <p:nvPr/>
            </p:nvSpPr>
            <p:spPr bwMode="auto">
              <a:xfrm>
                <a:off x="5016" y="330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33" name="Rectangle 357"/>
              <p:cNvSpPr>
                <a:spLocks noChangeArrowheads="1"/>
              </p:cNvSpPr>
              <p:nvPr/>
            </p:nvSpPr>
            <p:spPr bwMode="auto">
              <a:xfrm>
                <a:off x="5016" y="329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34" name="Rectangle 358"/>
              <p:cNvSpPr>
                <a:spLocks noChangeArrowheads="1"/>
              </p:cNvSpPr>
              <p:nvPr/>
            </p:nvSpPr>
            <p:spPr bwMode="auto">
              <a:xfrm>
                <a:off x="5016" y="3275"/>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35" name="Rectangle 359"/>
              <p:cNvSpPr>
                <a:spLocks noChangeArrowheads="1"/>
              </p:cNvSpPr>
              <p:nvPr/>
            </p:nvSpPr>
            <p:spPr bwMode="auto">
              <a:xfrm>
                <a:off x="5016" y="3259"/>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36" name="Rectangle 360"/>
              <p:cNvSpPr>
                <a:spLocks noChangeArrowheads="1"/>
              </p:cNvSpPr>
              <p:nvPr/>
            </p:nvSpPr>
            <p:spPr bwMode="auto">
              <a:xfrm>
                <a:off x="5016" y="3244"/>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37" name="Rectangle 361"/>
              <p:cNvSpPr>
                <a:spLocks noChangeArrowheads="1"/>
              </p:cNvSpPr>
              <p:nvPr/>
            </p:nvSpPr>
            <p:spPr bwMode="auto">
              <a:xfrm>
                <a:off x="5016" y="3228"/>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38" name="Rectangle 362"/>
              <p:cNvSpPr>
                <a:spLocks noChangeArrowheads="1"/>
              </p:cNvSpPr>
              <p:nvPr/>
            </p:nvSpPr>
            <p:spPr bwMode="auto">
              <a:xfrm>
                <a:off x="5016" y="3213"/>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39" name="Rectangle 363"/>
              <p:cNvSpPr>
                <a:spLocks noChangeArrowheads="1"/>
              </p:cNvSpPr>
              <p:nvPr/>
            </p:nvSpPr>
            <p:spPr bwMode="auto">
              <a:xfrm>
                <a:off x="5016" y="3197"/>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40" name="Rectangle 364"/>
              <p:cNvSpPr>
                <a:spLocks noChangeArrowheads="1"/>
              </p:cNvSpPr>
              <p:nvPr/>
            </p:nvSpPr>
            <p:spPr bwMode="auto">
              <a:xfrm>
                <a:off x="5016" y="3182"/>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41" name="Rectangle 365"/>
              <p:cNvSpPr>
                <a:spLocks noChangeArrowheads="1"/>
              </p:cNvSpPr>
              <p:nvPr/>
            </p:nvSpPr>
            <p:spPr bwMode="auto">
              <a:xfrm>
                <a:off x="5016" y="316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42" name="Rectangle 366"/>
              <p:cNvSpPr>
                <a:spLocks noChangeArrowheads="1"/>
              </p:cNvSpPr>
              <p:nvPr/>
            </p:nvSpPr>
            <p:spPr bwMode="auto">
              <a:xfrm>
                <a:off x="5016" y="315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43" name="Rectangle 367"/>
              <p:cNvSpPr>
                <a:spLocks noChangeArrowheads="1"/>
              </p:cNvSpPr>
              <p:nvPr/>
            </p:nvSpPr>
            <p:spPr bwMode="auto">
              <a:xfrm>
                <a:off x="5016" y="313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44" name="Rectangle 368"/>
              <p:cNvSpPr>
                <a:spLocks noChangeArrowheads="1"/>
              </p:cNvSpPr>
              <p:nvPr/>
            </p:nvSpPr>
            <p:spPr bwMode="auto">
              <a:xfrm>
                <a:off x="5016" y="3119"/>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45" name="Rectangle 369"/>
              <p:cNvSpPr>
                <a:spLocks noChangeArrowheads="1"/>
              </p:cNvSpPr>
              <p:nvPr/>
            </p:nvSpPr>
            <p:spPr bwMode="auto">
              <a:xfrm>
                <a:off x="5016" y="3104"/>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46" name="Rectangle 370"/>
              <p:cNvSpPr>
                <a:spLocks noChangeArrowheads="1"/>
              </p:cNvSpPr>
              <p:nvPr/>
            </p:nvSpPr>
            <p:spPr bwMode="auto">
              <a:xfrm>
                <a:off x="5016" y="3088"/>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47" name="Rectangle 371"/>
              <p:cNvSpPr>
                <a:spLocks noChangeArrowheads="1"/>
              </p:cNvSpPr>
              <p:nvPr/>
            </p:nvSpPr>
            <p:spPr bwMode="auto">
              <a:xfrm>
                <a:off x="5016" y="3073"/>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48" name="Rectangle 372"/>
              <p:cNvSpPr>
                <a:spLocks noChangeArrowheads="1"/>
              </p:cNvSpPr>
              <p:nvPr/>
            </p:nvSpPr>
            <p:spPr bwMode="auto">
              <a:xfrm>
                <a:off x="5016" y="3057"/>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49" name="Rectangle 373"/>
              <p:cNvSpPr>
                <a:spLocks noChangeArrowheads="1"/>
              </p:cNvSpPr>
              <p:nvPr/>
            </p:nvSpPr>
            <p:spPr bwMode="auto">
              <a:xfrm>
                <a:off x="5016" y="3042"/>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50" name="Rectangle 374"/>
              <p:cNvSpPr>
                <a:spLocks noChangeArrowheads="1"/>
              </p:cNvSpPr>
              <p:nvPr/>
            </p:nvSpPr>
            <p:spPr bwMode="auto">
              <a:xfrm>
                <a:off x="5016" y="302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51" name="Rectangle 375"/>
              <p:cNvSpPr>
                <a:spLocks noChangeArrowheads="1"/>
              </p:cNvSpPr>
              <p:nvPr/>
            </p:nvSpPr>
            <p:spPr bwMode="auto">
              <a:xfrm>
                <a:off x="5016" y="3011"/>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52" name="Rectangle 376"/>
              <p:cNvSpPr>
                <a:spLocks noChangeArrowheads="1"/>
              </p:cNvSpPr>
              <p:nvPr/>
            </p:nvSpPr>
            <p:spPr bwMode="auto">
              <a:xfrm>
                <a:off x="5016" y="299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53" name="Rectangle 377"/>
              <p:cNvSpPr>
                <a:spLocks noChangeArrowheads="1"/>
              </p:cNvSpPr>
              <p:nvPr/>
            </p:nvSpPr>
            <p:spPr bwMode="auto">
              <a:xfrm>
                <a:off x="5016" y="2980"/>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54" name="Rectangle 378"/>
              <p:cNvSpPr>
                <a:spLocks noChangeArrowheads="1"/>
              </p:cNvSpPr>
              <p:nvPr/>
            </p:nvSpPr>
            <p:spPr bwMode="auto">
              <a:xfrm>
                <a:off x="5016" y="2964"/>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55" name="Rectangle 379"/>
              <p:cNvSpPr>
                <a:spLocks noChangeArrowheads="1"/>
              </p:cNvSpPr>
              <p:nvPr/>
            </p:nvSpPr>
            <p:spPr bwMode="auto">
              <a:xfrm>
                <a:off x="5016" y="2949"/>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56" name="Rectangle 380"/>
              <p:cNvSpPr>
                <a:spLocks noChangeArrowheads="1"/>
              </p:cNvSpPr>
              <p:nvPr/>
            </p:nvSpPr>
            <p:spPr bwMode="auto">
              <a:xfrm>
                <a:off x="5016" y="2933"/>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57" name="Rectangle 381"/>
              <p:cNvSpPr>
                <a:spLocks noChangeArrowheads="1"/>
              </p:cNvSpPr>
              <p:nvPr/>
            </p:nvSpPr>
            <p:spPr bwMode="auto">
              <a:xfrm>
                <a:off x="5016" y="2918"/>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58" name="Rectangle 382"/>
              <p:cNvSpPr>
                <a:spLocks noChangeArrowheads="1"/>
              </p:cNvSpPr>
              <p:nvPr/>
            </p:nvSpPr>
            <p:spPr bwMode="auto">
              <a:xfrm>
                <a:off x="5016" y="2902"/>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59" name="Rectangle 383"/>
              <p:cNvSpPr>
                <a:spLocks noChangeArrowheads="1"/>
              </p:cNvSpPr>
              <p:nvPr/>
            </p:nvSpPr>
            <p:spPr bwMode="auto">
              <a:xfrm>
                <a:off x="5016" y="288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60" name="Rectangle 384"/>
              <p:cNvSpPr>
                <a:spLocks noChangeArrowheads="1"/>
              </p:cNvSpPr>
              <p:nvPr/>
            </p:nvSpPr>
            <p:spPr bwMode="auto">
              <a:xfrm>
                <a:off x="5016" y="2871"/>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61" name="Rectangle 385"/>
              <p:cNvSpPr>
                <a:spLocks noChangeArrowheads="1"/>
              </p:cNvSpPr>
              <p:nvPr/>
            </p:nvSpPr>
            <p:spPr bwMode="auto">
              <a:xfrm>
                <a:off x="5016" y="285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62" name="Rectangle 386"/>
              <p:cNvSpPr>
                <a:spLocks noChangeArrowheads="1"/>
              </p:cNvSpPr>
              <p:nvPr/>
            </p:nvSpPr>
            <p:spPr bwMode="auto">
              <a:xfrm>
                <a:off x="5016" y="284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63" name="Rectangle 387"/>
              <p:cNvSpPr>
                <a:spLocks noChangeArrowheads="1"/>
              </p:cNvSpPr>
              <p:nvPr/>
            </p:nvSpPr>
            <p:spPr bwMode="auto">
              <a:xfrm>
                <a:off x="5016" y="2824"/>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64" name="Rectangle 388"/>
              <p:cNvSpPr>
                <a:spLocks noChangeArrowheads="1"/>
              </p:cNvSpPr>
              <p:nvPr/>
            </p:nvSpPr>
            <p:spPr bwMode="auto">
              <a:xfrm>
                <a:off x="5016" y="2809"/>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65" name="Rectangle 389"/>
              <p:cNvSpPr>
                <a:spLocks noChangeArrowheads="1"/>
              </p:cNvSpPr>
              <p:nvPr/>
            </p:nvSpPr>
            <p:spPr bwMode="auto">
              <a:xfrm>
                <a:off x="5016" y="2793"/>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66" name="Rectangle 390"/>
              <p:cNvSpPr>
                <a:spLocks noChangeArrowheads="1"/>
              </p:cNvSpPr>
              <p:nvPr/>
            </p:nvSpPr>
            <p:spPr bwMode="auto">
              <a:xfrm>
                <a:off x="5016" y="2778"/>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67" name="Rectangle 391"/>
              <p:cNvSpPr>
                <a:spLocks noChangeArrowheads="1"/>
              </p:cNvSpPr>
              <p:nvPr/>
            </p:nvSpPr>
            <p:spPr bwMode="auto">
              <a:xfrm>
                <a:off x="5016" y="2762"/>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68" name="Rectangle 392"/>
              <p:cNvSpPr>
                <a:spLocks noChangeArrowheads="1"/>
              </p:cNvSpPr>
              <p:nvPr/>
            </p:nvSpPr>
            <p:spPr bwMode="auto">
              <a:xfrm>
                <a:off x="5016" y="2747"/>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69" name="Rectangle 393"/>
              <p:cNvSpPr>
                <a:spLocks noChangeArrowheads="1"/>
              </p:cNvSpPr>
              <p:nvPr/>
            </p:nvSpPr>
            <p:spPr bwMode="auto">
              <a:xfrm>
                <a:off x="5016" y="2731"/>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70" name="Rectangle 394"/>
              <p:cNvSpPr>
                <a:spLocks noChangeArrowheads="1"/>
              </p:cNvSpPr>
              <p:nvPr/>
            </p:nvSpPr>
            <p:spPr bwMode="auto">
              <a:xfrm>
                <a:off x="5016" y="2716"/>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71" name="Rectangle 395"/>
              <p:cNvSpPr>
                <a:spLocks noChangeArrowheads="1"/>
              </p:cNvSpPr>
              <p:nvPr/>
            </p:nvSpPr>
            <p:spPr bwMode="auto">
              <a:xfrm>
                <a:off x="5016" y="270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72" name="Rectangle 396"/>
              <p:cNvSpPr>
                <a:spLocks noChangeArrowheads="1"/>
              </p:cNvSpPr>
              <p:nvPr/>
            </p:nvSpPr>
            <p:spPr bwMode="auto">
              <a:xfrm>
                <a:off x="5016" y="2685"/>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73" name="Rectangle 397"/>
              <p:cNvSpPr>
                <a:spLocks noChangeArrowheads="1"/>
              </p:cNvSpPr>
              <p:nvPr/>
            </p:nvSpPr>
            <p:spPr bwMode="auto">
              <a:xfrm>
                <a:off x="5016" y="2669"/>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74" name="Rectangle 398"/>
              <p:cNvSpPr>
                <a:spLocks noChangeArrowheads="1"/>
              </p:cNvSpPr>
              <p:nvPr/>
            </p:nvSpPr>
            <p:spPr bwMode="auto">
              <a:xfrm>
                <a:off x="5016" y="2654"/>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75" name="Rectangle 399"/>
              <p:cNvSpPr>
                <a:spLocks noChangeArrowheads="1"/>
              </p:cNvSpPr>
              <p:nvPr/>
            </p:nvSpPr>
            <p:spPr bwMode="auto">
              <a:xfrm>
                <a:off x="5016" y="2638"/>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76" name="Rectangle 400"/>
              <p:cNvSpPr>
                <a:spLocks noChangeArrowheads="1"/>
              </p:cNvSpPr>
              <p:nvPr/>
            </p:nvSpPr>
            <p:spPr bwMode="auto">
              <a:xfrm>
                <a:off x="5016" y="2622"/>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77" name="Rectangle 401"/>
              <p:cNvSpPr>
                <a:spLocks noChangeArrowheads="1"/>
              </p:cNvSpPr>
              <p:nvPr/>
            </p:nvSpPr>
            <p:spPr bwMode="auto">
              <a:xfrm>
                <a:off x="5016" y="2607"/>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78" name="Rectangle 402"/>
              <p:cNvSpPr>
                <a:spLocks noChangeArrowheads="1"/>
              </p:cNvSpPr>
              <p:nvPr/>
            </p:nvSpPr>
            <p:spPr bwMode="auto">
              <a:xfrm>
                <a:off x="5016" y="2591"/>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79" name="Rectangle 403"/>
              <p:cNvSpPr>
                <a:spLocks noChangeArrowheads="1"/>
              </p:cNvSpPr>
              <p:nvPr/>
            </p:nvSpPr>
            <p:spPr bwMode="auto">
              <a:xfrm>
                <a:off x="501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80" name="Rectangle 404"/>
              <p:cNvSpPr>
                <a:spLocks noChangeArrowheads="1"/>
              </p:cNvSpPr>
              <p:nvPr/>
            </p:nvSpPr>
            <p:spPr bwMode="auto">
              <a:xfrm>
                <a:off x="499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81" name="Rectangle 405"/>
              <p:cNvSpPr>
                <a:spLocks noChangeArrowheads="1"/>
              </p:cNvSpPr>
              <p:nvPr/>
            </p:nvSpPr>
            <p:spPr bwMode="auto">
              <a:xfrm>
                <a:off x="498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82" name="Rectangle 406"/>
              <p:cNvSpPr>
                <a:spLocks noChangeArrowheads="1"/>
              </p:cNvSpPr>
              <p:nvPr/>
            </p:nvSpPr>
            <p:spPr bwMode="auto">
              <a:xfrm>
                <a:off x="496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83" name="Rectangle 407"/>
              <p:cNvSpPr>
                <a:spLocks noChangeArrowheads="1"/>
              </p:cNvSpPr>
              <p:nvPr/>
            </p:nvSpPr>
            <p:spPr bwMode="auto">
              <a:xfrm>
                <a:off x="4954"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84" name="Rectangle 408"/>
              <p:cNvSpPr>
                <a:spLocks noChangeArrowheads="1"/>
              </p:cNvSpPr>
              <p:nvPr/>
            </p:nvSpPr>
            <p:spPr bwMode="auto">
              <a:xfrm>
                <a:off x="494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85" name="Rectangle 409"/>
              <p:cNvSpPr>
                <a:spLocks noChangeArrowheads="1"/>
              </p:cNvSpPr>
              <p:nvPr/>
            </p:nvSpPr>
            <p:spPr bwMode="auto">
              <a:xfrm>
                <a:off x="492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86" name="Rectangle 410"/>
              <p:cNvSpPr>
                <a:spLocks noChangeArrowheads="1"/>
              </p:cNvSpPr>
              <p:nvPr/>
            </p:nvSpPr>
            <p:spPr bwMode="auto">
              <a:xfrm>
                <a:off x="491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87" name="Rectangle 411"/>
              <p:cNvSpPr>
                <a:spLocks noChangeArrowheads="1"/>
              </p:cNvSpPr>
              <p:nvPr/>
            </p:nvSpPr>
            <p:spPr bwMode="auto">
              <a:xfrm>
                <a:off x="489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88" name="Rectangle 412"/>
              <p:cNvSpPr>
                <a:spLocks noChangeArrowheads="1"/>
              </p:cNvSpPr>
              <p:nvPr/>
            </p:nvSpPr>
            <p:spPr bwMode="auto">
              <a:xfrm>
                <a:off x="4882"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89" name="Rectangle 413"/>
              <p:cNvSpPr>
                <a:spLocks noChangeArrowheads="1"/>
              </p:cNvSpPr>
              <p:nvPr/>
            </p:nvSpPr>
            <p:spPr bwMode="auto">
              <a:xfrm>
                <a:off x="486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90" name="Rectangle 414"/>
              <p:cNvSpPr>
                <a:spLocks noChangeArrowheads="1"/>
              </p:cNvSpPr>
              <p:nvPr/>
            </p:nvSpPr>
            <p:spPr bwMode="auto">
              <a:xfrm>
                <a:off x="485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91" name="Rectangle 415"/>
              <p:cNvSpPr>
                <a:spLocks noChangeArrowheads="1"/>
              </p:cNvSpPr>
              <p:nvPr/>
            </p:nvSpPr>
            <p:spPr bwMode="auto">
              <a:xfrm>
                <a:off x="483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92" name="Rectangle 416"/>
              <p:cNvSpPr>
                <a:spLocks noChangeArrowheads="1"/>
              </p:cNvSpPr>
              <p:nvPr/>
            </p:nvSpPr>
            <p:spPr bwMode="auto">
              <a:xfrm>
                <a:off x="482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93" name="Rectangle 417"/>
              <p:cNvSpPr>
                <a:spLocks noChangeArrowheads="1"/>
              </p:cNvSpPr>
              <p:nvPr/>
            </p:nvSpPr>
            <p:spPr bwMode="auto">
              <a:xfrm>
                <a:off x="481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94" name="Rectangle 418"/>
              <p:cNvSpPr>
                <a:spLocks noChangeArrowheads="1"/>
              </p:cNvSpPr>
              <p:nvPr/>
            </p:nvSpPr>
            <p:spPr bwMode="auto">
              <a:xfrm>
                <a:off x="479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95" name="Rectangle 419"/>
              <p:cNvSpPr>
                <a:spLocks noChangeArrowheads="1"/>
              </p:cNvSpPr>
              <p:nvPr/>
            </p:nvSpPr>
            <p:spPr bwMode="auto">
              <a:xfrm>
                <a:off x="4781"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96" name="Rectangle 420"/>
              <p:cNvSpPr>
                <a:spLocks noChangeArrowheads="1"/>
              </p:cNvSpPr>
              <p:nvPr/>
            </p:nvSpPr>
            <p:spPr bwMode="auto">
              <a:xfrm>
                <a:off x="476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97" name="Rectangle 421"/>
              <p:cNvSpPr>
                <a:spLocks noChangeArrowheads="1"/>
              </p:cNvSpPr>
              <p:nvPr/>
            </p:nvSpPr>
            <p:spPr bwMode="auto">
              <a:xfrm>
                <a:off x="475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98" name="Rectangle 422"/>
              <p:cNvSpPr>
                <a:spLocks noChangeArrowheads="1"/>
              </p:cNvSpPr>
              <p:nvPr/>
            </p:nvSpPr>
            <p:spPr bwMode="auto">
              <a:xfrm>
                <a:off x="473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199" name="Rectangle 423"/>
              <p:cNvSpPr>
                <a:spLocks noChangeArrowheads="1"/>
              </p:cNvSpPr>
              <p:nvPr/>
            </p:nvSpPr>
            <p:spPr bwMode="auto">
              <a:xfrm>
                <a:off x="472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00" name="Rectangle 424"/>
              <p:cNvSpPr>
                <a:spLocks noChangeArrowheads="1"/>
              </p:cNvSpPr>
              <p:nvPr/>
            </p:nvSpPr>
            <p:spPr bwMode="auto">
              <a:xfrm>
                <a:off x="4709"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01" name="Rectangle 425"/>
              <p:cNvSpPr>
                <a:spLocks noChangeArrowheads="1"/>
              </p:cNvSpPr>
              <p:nvPr/>
            </p:nvSpPr>
            <p:spPr bwMode="auto">
              <a:xfrm>
                <a:off x="469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02" name="Rectangle 426"/>
              <p:cNvSpPr>
                <a:spLocks noChangeArrowheads="1"/>
              </p:cNvSpPr>
              <p:nvPr/>
            </p:nvSpPr>
            <p:spPr bwMode="auto">
              <a:xfrm>
                <a:off x="468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03" name="Rectangle 427"/>
              <p:cNvSpPr>
                <a:spLocks noChangeArrowheads="1"/>
              </p:cNvSpPr>
              <p:nvPr/>
            </p:nvSpPr>
            <p:spPr bwMode="auto">
              <a:xfrm>
                <a:off x="466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04" name="Rectangle 428"/>
              <p:cNvSpPr>
                <a:spLocks noChangeArrowheads="1"/>
              </p:cNvSpPr>
              <p:nvPr/>
            </p:nvSpPr>
            <p:spPr bwMode="auto">
              <a:xfrm>
                <a:off x="465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05" name="Rectangle 429"/>
              <p:cNvSpPr>
                <a:spLocks noChangeArrowheads="1"/>
              </p:cNvSpPr>
              <p:nvPr/>
            </p:nvSpPr>
            <p:spPr bwMode="auto">
              <a:xfrm>
                <a:off x="4637"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06" name="Rectangle 430"/>
              <p:cNvSpPr>
                <a:spLocks noChangeArrowheads="1"/>
              </p:cNvSpPr>
              <p:nvPr/>
            </p:nvSpPr>
            <p:spPr bwMode="auto">
              <a:xfrm>
                <a:off x="462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07" name="Rectangle 431"/>
              <p:cNvSpPr>
                <a:spLocks noChangeArrowheads="1"/>
              </p:cNvSpPr>
              <p:nvPr/>
            </p:nvSpPr>
            <p:spPr bwMode="auto">
              <a:xfrm>
                <a:off x="4608"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08" name="Rectangle 432"/>
              <p:cNvSpPr>
                <a:spLocks noChangeArrowheads="1"/>
              </p:cNvSpPr>
              <p:nvPr/>
            </p:nvSpPr>
            <p:spPr bwMode="auto">
              <a:xfrm>
                <a:off x="459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09" name="Rectangle 433"/>
              <p:cNvSpPr>
                <a:spLocks noChangeArrowheads="1"/>
              </p:cNvSpPr>
              <p:nvPr/>
            </p:nvSpPr>
            <p:spPr bwMode="auto">
              <a:xfrm>
                <a:off x="458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10" name="Rectangle 434"/>
              <p:cNvSpPr>
                <a:spLocks noChangeArrowheads="1"/>
              </p:cNvSpPr>
              <p:nvPr/>
            </p:nvSpPr>
            <p:spPr bwMode="auto">
              <a:xfrm>
                <a:off x="456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11" name="Rectangle 435"/>
              <p:cNvSpPr>
                <a:spLocks noChangeArrowheads="1"/>
              </p:cNvSpPr>
              <p:nvPr/>
            </p:nvSpPr>
            <p:spPr bwMode="auto">
              <a:xfrm>
                <a:off x="455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12" name="Rectangle 436"/>
              <p:cNvSpPr>
                <a:spLocks noChangeArrowheads="1"/>
              </p:cNvSpPr>
              <p:nvPr/>
            </p:nvSpPr>
            <p:spPr bwMode="auto">
              <a:xfrm>
                <a:off x="4536"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13" name="Rectangle 437"/>
              <p:cNvSpPr>
                <a:spLocks noChangeArrowheads="1"/>
              </p:cNvSpPr>
              <p:nvPr/>
            </p:nvSpPr>
            <p:spPr bwMode="auto">
              <a:xfrm>
                <a:off x="452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14" name="Rectangle 438"/>
              <p:cNvSpPr>
                <a:spLocks noChangeArrowheads="1"/>
              </p:cNvSpPr>
              <p:nvPr/>
            </p:nvSpPr>
            <p:spPr bwMode="auto">
              <a:xfrm>
                <a:off x="450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15" name="Rectangle 439"/>
              <p:cNvSpPr>
                <a:spLocks noChangeArrowheads="1"/>
              </p:cNvSpPr>
              <p:nvPr/>
            </p:nvSpPr>
            <p:spPr bwMode="auto">
              <a:xfrm>
                <a:off x="449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16" name="Rectangle 440"/>
              <p:cNvSpPr>
                <a:spLocks noChangeArrowheads="1"/>
              </p:cNvSpPr>
              <p:nvPr/>
            </p:nvSpPr>
            <p:spPr bwMode="auto">
              <a:xfrm>
                <a:off x="447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17" name="Rectangle 441"/>
              <p:cNvSpPr>
                <a:spLocks noChangeArrowheads="1"/>
              </p:cNvSpPr>
              <p:nvPr/>
            </p:nvSpPr>
            <p:spPr bwMode="auto">
              <a:xfrm>
                <a:off x="4464"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18" name="Rectangle 442"/>
              <p:cNvSpPr>
                <a:spLocks noChangeArrowheads="1"/>
              </p:cNvSpPr>
              <p:nvPr/>
            </p:nvSpPr>
            <p:spPr bwMode="auto">
              <a:xfrm>
                <a:off x="445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19" name="Rectangle 443"/>
              <p:cNvSpPr>
                <a:spLocks noChangeArrowheads="1"/>
              </p:cNvSpPr>
              <p:nvPr/>
            </p:nvSpPr>
            <p:spPr bwMode="auto">
              <a:xfrm>
                <a:off x="443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20" name="Rectangle 444"/>
              <p:cNvSpPr>
                <a:spLocks noChangeArrowheads="1"/>
              </p:cNvSpPr>
              <p:nvPr/>
            </p:nvSpPr>
            <p:spPr bwMode="auto">
              <a:xfrm>
                <a:off x="442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21" name="Rectangle 445"/>
              <p:cNvSpPr>
                <a:spLocks noChangeArrowheads="1"/>
              </p:cNvSpPr>
              <p:nvPr/>
            </p:nvSpPr>
            <p:spPr bwMode="auto">
              <a:xfrm>
                <a:off x="440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22" name="Rectangle 446"/>
              <p:cNvSpPr>
                <a:spLocks noChangeArrowheads="1"/>
              </p:cNvSpPr>
              <p:nvPr/>
            </p:nvSpPr>
            <p:spPr bwMode="auto">
              <a:xfrm>
                <a:off x="439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23" name="Rectangle 447"/>
              <p:cNvSpPr>
                <a:spLocks noChangeArrowheads="1"/>
              </p:cNvSpPr>
              <p:nvPr/>
            </p:nvSpPr>
            <p:spPr bwMode="auto">
              <a:xfrm>
                <a:off x="437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24" name="Rectangle 448"/>
              <p:cNvSpPr>
                <a:spLocks noChangeArrowheads="1"/>
              </p:cNvSpPr>
              <p:nvPr/>
            </p:nvSpPr>
            <p:spPr bwMode="auto">
              <a:xfrm>
                <a:off x="4363"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25" name="Rectangle 449"/>
              <p:cNvSpPr>
                <a:spLocks noChangeArrowheads="1"/>
              </p:cNvSpPr>
              <p:nvPr/>
            </p:nvSpPr>
            <p:spPr bwMode="auto">
              <a:xfrm>
                <a:off x="434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26" name="Rectangle 450"/>
              <p:cNvSpPr>
                <a:spLocks noChangeArrowheads="1"/>
              </p:cNvSpPr>
              <p:nvPr/>
            </p:nvSpPr>
            <p:spPr bwMode="auto">
              <a:xfrm>
                <a:off x="433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27" name="Rectangle 451"/>
              <p:cNvSpPr>
                <a:spLocks noChangeArrowheads="1"/>
              </p:cNvSpPr>
              <p:nvPr/>
            </p:nvSpPr>
            <p:spPr bwMode="auto">
              <a:xfrm>
                <a:off x="432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28" name="Rectangle 452"/>
              <p:cNvSpPr>
                <a:spLocks noChangeArrowheads="1"/>
              </p:cNvSpPr>
              <p:nvPr/>
            </p:nvSpPr>
            <p:spPr bwMode="auto">
              <a:xfrm>
                <a:off x="430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29" name="Rectangle 453"/>
              <p:cNvSpPr>
                <a:spLocks noChangeArrowheads="1"/>
              </p:cNvSpPr>
              <p:nvPr/>
            </p:nvSpPr>
            <p:spPr bwMode="auto">
              <a:xfrm>
                <a:off x="4291"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30" name="Rectangle 454"/>
              <p:cNvSpPr>
                <a:spLocks noChangeArrowheads="1"/>
              </p:cNvSpPr>
              <p:nvPr/>
            </p:nvSpPr>
            <p:spPr bwMode="auto">
              <a:xfrm>
                <a:off x="427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31" name="Rectangle 455"/>
              <p:cNvSpPr>
                <a:spLocks noChangeArrowheads="1"/>
              </p:cNvSpPr>
              <p:nvPr/>
            </p:nvSpPr>
            <p:spPr bwMode="auto">
              <a:xfrm>
                <a:off x="426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32" name="Rectangle 456"/>
              <p:cNvSpPr>
                <a:spLocks noChangeArrowheads="1"/>
              </p:cNvSpPr>
              <p:nvPr/>
            </p:nvSpPr>
            <p:spPr bwMode="auto">
              <a:xfrm>
                <a:off x="424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33" name="Rectangle 457"/>
              <p:cNvSpPr>
                <a:spLocks noChangeArrowheads="1"/>
              </p:cNvSpPr>
              <p:nvPr/>
            </p:nvSpPr>
            <p:spPr bwMode="auto">
              <a:xfrm>
                <a:off x="423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34" name="Rectangle 458"/>
              <p:cNvSpPr>
                <a:spLocks noChangeArrowheads="1"/>
              </p:cNvSpPr>
              <p:nvPr/>
            </p:nvSpPr>
            <p:spPr bwMode="auto">
              <a:xfrm>
                <a:off x="4219"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35" name="Rectangle 459"/>
              <p:cNvSpPr>
                <a:spLocks noChangeArrowheads="1"/>
              </p:cNvSpPr>
              <p:nvPr/>
            </p:nvSpPr>
            <p:spPr bwMode="auto">
              <a:xfrm>
                <a:off x="420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36" name="Rectangle 460"/>
              <p:cNvSpPr>
                <a:spLocks noChangeArrowheads="1"/>
              </p:cNvSpPr>
              <p:nvPr/>
            </p:nvSpPr>
            <p:spPr bwMode="auto">
              <a:xfrm>
                <a:off x="4190"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37" name="Rectangle 461"/>
              <p:cNvSpPr>
                <a:spLocks noChangeArrowheads="1"/>
              </p:cNvSpPr>
              <p:nvPr/>
            </p:nvSpPr>
            <p:spPr bwMode="auto">
              <a:xfrm>
                <a:off x="417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38" name="Rectangle 462"/>
              <p:cNvSpPr>
                <a:spLocks noChangeArrowheads="1"/>
              </p:cNvSpPr>
              <p:nvPr/>
            </p:nvSpPr>
            <p:spPr bwMode="auto">
              <a:xfrm>
                <a:off x="416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39" name="Rectangle 463"/>
              <p:cNvSpPr>
                <a:spLocks noChangeArrowheads="1"/>
              </p:cNvSpPr>
              <p:nvPr/>
            </p:nvSpPr>
            <p:spPr bwMode="auto">
              <a:xfrm>
                <a:off x="414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40" name="Rectangle 464"/>
              <p:cNvSpPr>
                <a:spLocks noChangeArrowheads="1"/>
              </p:cNvSpPr>
              <p:nvPr/>
            </p:nvSpPr>
            <p:spPr bwMode="auto">
              <a:xfrm>
                <a:off x="413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41" name="Rectangle 465"/>
              <p:cNvSpPr>
                <a:spLocks noChangeArrowheads="1"/>
              </p:cNvSpPr>
              <p:nvPr/>
            </p:nvSpPr>
            <p:spPr bwMode="auto">
              <a:xfrm>
                <a:off x="4118"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42" name="Rectangle 466"/>
              <p:cNvSpPr>
                <a:spLocks noChangeArrowheads="1"/>
              </p:cNvSpPr>
              <p:nvPr/>
            </p:nvSpPr>
            <p:spPr bwMode="auto">
              <a:xfrm>
                <a:off x="410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43" name="Rectangle 467"/>
              <p:cNvSpPr>
                <a:spLocks noChangeArrowheads="1"/>
              </p:cNvSpPr>
              <p:nvPr/>
            </p:nvSpPr>
            <p:spPr bwMode="auto">
              <a:xfrm>
                <a:off x="409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44" name="Rectangle 468"/>
              <p:cNvSpPr>
                <a:spLocks noChangeArrowheads="1"/>
              </p:cNvSpPr>
              <p:nvPr/>
            </p:nvSpPr>
            <p:spPr bwMode="auto">
              <a:xfrm>
                <a:off x="407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45" name="Rectangle 469"/>
              <p:cNvSpPr>
                <a:spLocks noChangeArrowheads="1"/>
              </p:cNvSpPr>
              <p:nvPr/>
            </p:nvSpPr>
            <p:spPr bwMode="auto">
              <a:xfrm>
                <a:off x="406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246" name="Rectangle 470"/>
              <p:cNvSpPr>
                <a:spLocks noChangeArrowheads="1"/>
              </p:cNvSpPr>
              <p:nvPr/>
            </p:nvSpPr>
            <p:spPr bwMode="auto">
              <a:xfrm>
                <a:off x="4046"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grpSp>
        <p:sp>
          <p:nvSpPr>
            <p:cNvPr id="435879" name="Rectangle 471"/>
            <p:cNvSpPr>
              <a:spLocks noChangeArrowheads="1"/>
            </p:cNvSpPr>
            <p:nvPr/>
          </p:nvSpPr>
          <p:spPr bwMode="auto">
            <a:xfrm>
              <a:off x="403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80" name="Rectangle 472"/>
            <p:cNvSpPr>
              <a:spLocks noChangeArrowheads="1"/>
            </p:cNvSpPr>
            <p:nvPr/>
          </p:nvSpPr>
          <p:spPr bwMode="auto">
            <a:xfrm>
              <a:off x="401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81" name="Rectangle 473"/>
            <p:cNvSpPr>
              <a:spLocks noChangeArrowheads="1"/>
            </p:cNvSpPr>
            <p:nvPr/>
          </p:nvSpPr>
          <p:spPr bwMode="auto">
            <a:xfrm>
              <a:off x="400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82" name="Rectangle 474"/>
            <p:cNvSpPr>
              <a:spLocks noChangeArrowheads="1"/>
            </p:cNvSpPr>
            <p:nvPr/>
          </p:nvSpPr>
          <p:spPr bwMode="auto">
            <a:xfrm>
              <a:off x="398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83" name="Rectangle 475"/>
            <p:cNvSpPr>
              <a:spLocks noChangeArrowheads="1"/>
            </p:cNvSpPr>
            <p:nvPr/>
          </p:nvSpPr>
          <p:spPr bwMode="auto">
            <a:xfrm>
              <a:off x="397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84" name="Rectangle 476"/>
            <p:cNvSpPr>
              <a:spLocks noChangeArrowheads="1"/>
            </p:cNvSpPr>
            <p:nvPr/>
          </p:nvSpPr>
          <p:spPr bwMode="auto">
            <a:xfrm>
              <a:off x="396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85" name="Rectangle 477"/>
            <p:cNvSpPr>
              <a:spLocks noChangeArrowheads="1"/>
            </p:cNvSpPr>
            <p:nvPr/>
          </p:nvSpPr>
          <p:spPr bwMode="auto">
            <a:xfrm>
              <a:off x="3945"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86" name="Rectangle 478"/>
            <p:cNvSpPr>
              <a:spLocks noChangeArrowheads="1"/>
            </p:cNvSpPr>
            <p:nvPr/>
          </p:nvSpPr>
          <p:spPr bwMode="auto">
            <a:xfrm>
              <a:off x="393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87" name="Rectangle 479"/>
            <p:cNvSpPr>
              <a:spLocks noChangeArrowheads="1"/>
            </p:cNvSpPr>
            <p:nvPr/>
          </p:nvSpPr>
          <p:spPr bwMode="auto">
            <a:xfrm>
              <a:off x="391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88" name="Rectangle 480"/>
            <p:cNvSpPr>
              <a:spLocks noChangeArrowheads="1"/>
            </p:cNvSpPr>
            <p:nvPr/>
          </p:nvSpPr>
          <p:spPr bwMode="auto">
            <a:xfrm>
              <a:off x="390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89" name="Rectangle 481"/>
            <p:cNvSpPr>
              <a:spLocks noChangeArrowheads="1"/>
            </p:cNvSpPr>
            <p:nvPr/>
          </p:nvSpPr>
          <p:spPr bwMode="auto">
            <a:xfrm>
              <a:off x="388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90" name="Rectangle 482"/>
            <p:cNvSpPr>
              <a:spLocks noChangeArrowheads="1"/>
            </p:cNvSpPr>
            <p:nvPr/>
          </p:nvSpPr>
          <p:spPr bwMode="auto">
            <a:xfrm>
              <a:off x="3873"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91" name="Rectangle 483"/>
            <p:cNvSpPr>
              <a:spLocks noChangeArrowheads="1"/>
            </p:cNvSpPr>
            <p:nvPr/>
          </p:nvSpPr>
          <p:spPr bwMode="auto">
            <a:xfrm>
              <a:off x="385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92" name="Rectangle 484"/>
            <p:cNvSpPr>
              <a:spLocks noChangeArrowheads="1"/>
            </p:cNvSpPr>
            <p:nvPr/>
          </p:nvSpPr>
          <p:spPr bwMode="auto">
            <a:xfrm>
              <a:off x="384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93" name="Rectangle 485"/>
            <p:cNvSpPr>
              <a:spLocks noChangeArrowheads="1"/>
            </p:cNvSpPr>
            <p:nvPr/>
          </p:nvSpPr>
          <p:spPr bwMode="auto">
            <a:xfrm>
              <a:off x="383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94" name="Rectangle 486"/>
            <p:cNvSpPr>
              <a:spLocks noChangeArrowheads="1"/>
            </p:cNvSpPr>
            <p:nvPr/>
          </p:nvSpPr>
          <p:spPr bwMode="auto">
            <a:xfrm>
              <a:off x="381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95" name="Rectangle 487"/>
            <p:cNvSpPr>
              <a:spLocks noChangeArrowheads="1"/>
            </p:cNvSpPr>
            <p:nvPr/>
          </p:nvSpPr>
          <p:spPr bwMode="auto">
            <a:xfrm>
              <a:off x="3801"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96" name="Rectangle 488"/>
            <p:cNvSpPr>
              <a:spLocks noChangeArrowheads="1"/>
            </p:cNvSpPr>
            <p:nvPr/>
          </p:nvSpPr>
          <p:spPr bwMode="auto">
            <a:xfrm>
              <a:off x="378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97" name="Rectangle 489"/>
            <p:cNvSpPr>
              <a:spLocks noChangeArrowheads="1"/>
            </p:cNvSpPr>
            <p:nvPr/>
          </p:nvSpPr>
          <p:spPr bwMode="auto">
            <a:xfrm>
              <a:off x="3772"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98" name="Rectangle 490"/>
            <p:cNvSpPr>
              <a:spLocks noChangeArrowheads="1"/>
            </p:cNvSpPr>
            <p:nvPr/>
          </p:nvSpPr>
          <p:spPr bwMode="auto">
            <a:xfrm>
              <a:off x="375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99" name="Rectangle 491"/>
            <p:cNvSpPr>
              <a:spLocks noChangeArrowheads="1"/>
            </p:cNvSpPr>
            <p:nvPr/>
          </p:nvSpPr>
          <p:spPr bwMode="auto">
            <a:xfrm>
              <a:off x="374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00" name="Rectangle 492"/>
            <p:cNvSpPr>
              <a:spLocks noChangeArrowheads="1"/>
            </p:cNvSpPr>
            <p:nvPr/>
          </p:nvSpPr>
          <p:spPr bwMode="auto">
            <a:xfrm>
              <a:off x="372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01" name="Rectangle 493"/>
            <p:cNvSpPr>
              <a:spLocks noChangeArrowheads="1"/>
            </p:cNvSpPr>
            <p:nvPr/>
          </p:nvSpPr>
          <p:spPr bwMode="auto">
            <a:xfrm>
              <a:off x="371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02" name="Rectangle 494"/>
            <p:cNvSpPr>
              <a:spLocks noChangeArrowheads="1"/>
            </p:cNvSpPr>
            <p:nvPr/>
          </p:nvSpPr>
          <p:spPr bwMode="auto">
            <a:xfrm>
              <a:off x="3700"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03" name="Rectangle 495"/>
            <p:cNvSpPr>
              <a:spLocks noChangeArrowheads="1"/>
            </p:cNvSpPr>
            <p:nvPr/>
          </p:nvSpPr>
          <p:spPr bwMode="auto">
            <a:xfrm>
              <a:off x="368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04" name="Rectangle 496"/>
            <p:cNvSpPr>
              <a:spLocks noChangeArrowheads="1"/>
            </p:cNvSpPr>
            <p:nvPr/>
          </p:nvSpPr>
          <p:spPr bwMode="auto">
            <a:xfrm>
              <a:off x="367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05" name="Rectangle 497"/>
            <p:cNvSpPr>
              <a:spLocks noChangeArrowheads="1"/>
            </p:cNvSpPr>
            <p:nvPr/>
          </p:nvSpPr>
          <p:spPr bwMode="auto">
            <a:xfrm>
              <a:off x="365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06" name="Rectangle 498"/>
            <p:cNvSpPr>
              <a:spLocks noChangeArrowheads="1"/>
            </p:cNvSpPr>
            <p:nvPr/>
          </p:nvSpPr>
          <p:spPr bwMode="auto">
            <a:xfrm>
              <a:off x="364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07" name="Rectangle 499"/>
            <p:cNvSpPr>
              <a:spLocks noChangeArrowheads="1"/>
            </p:cNvSpPr>
            <p:nvPr/>
          </p:nvSpPr>
          <p:spPr bwMode="auto">
            <a:xfrm>
              <a:off x="3628"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08" name="Rectangle 500"/>
            <p:cNvSpPr>
              <a:spLocks noChangeArrowheads="1"/>
            </p:cNvSpPr>
            <p:nvPr/>
          </p:nvSpPr>
          <p:spPr bwMode="auto">
            <a:xfrm>
              <a:off x="361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09" name="Rectangle 501"/>
            <p:cNvSpPr>
              <a:spLocks noChangeArrowheads="1"/>
            </p:cNvSpPr>
            <p:nvPr/>
          </p:nvSpPr>
          <p:spPr bwMode="auto">
            <a:xfrm>
              <a:off x="360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10" name="Rectangle 502"/>
            <p:cNvSpPr>
              <a:spLocks noChangeArrowheads="1"/>
            </p:cNvSpPr>
            <p:nvPr/>
          </p:nvSpPr>
          <p:spPr bwMode="auto">
            <a:xfrm>
              <a:off x="358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11" name="Rectangle 503"/>
            <p:cNvSpPr>
              <a:spLocks noChangeArrowheads="1"/>
            </p:cNvSpPr>
            <p:nvPr/>
          </p:nvSpPr>
          <p:spPr bwMode="auto">
            <a:xfrm>
              <a:off x="357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12" name="Rectangle 504"/>
            <p:cNvSpPr>
              <a:spLocks noChangeArrowheads="1"/>
            </p:cNvSpPr>
            <p:nvPr/>
          </p:nvSpPr>
          <p:spPr bwMode="auto">
            <a:xfrm>
              <a:off x="355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13" name="Rectangle 505"/>
            <p:cNvSpPr>
              <a:spLocks noChangeArrowheads="1"/>
            </p:cNvSpPr>
            <p:nvPr/>
          </p:nvSpPr>
          <p:spPr bwMode="auto">
            <a:xfrm>
              <a:off x="354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14" name="Rectangle 506"/>
            <p:cNvSpPr>
              <a:spLocks noChangeArrowheads="1"/>
            </p:cNvSpPr>
            <p:nvPr/>
          </p:nvSpPr>
          <p:spPr bwMode="auto">
            <a:xfrm>
              <a:off x="3527"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15" name="Rectangle 507"/>
            <p:cNvSpPr>
              <a:spLocks noChangeArrowheads="1"/>
            </p:cNvSpPr>
            <p:nvPr/>
          </p:nvSpPr>
          <p:spPr bwMode="auto">
            <a:xfrm>
              <a:off x="351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16" name="Rectangle 508"/>
            <p:cNvSpPr>
              <a:spLocks noChangeArrowheads="1"/>
            </p:cNvSpPr>
            <p:nvPr/>
          </p:nvSpPr>
          <p:spPr bwMode="auto">
            <a:xfrm>
              <a:off x="349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17" name="Rectangle 509"/>
            <p:cNvSpPr>
              <a:spLocks noChangeArrowheads="1"/>
            </p:cNvSpPr>
            <p:nvPr/>
          </p:nvSpPr>
          <p:spPr bwMode="auto">
            <a:xfrm>
              <a:off x="348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18" name="Rectangle 510"/>
            <p:cNvSpPr>
              <a:spLocks noChangeArrowheads="1"/>
            </p:cNvSpPr>
            <p:nvPr/>
          </p:nvSpPr>
          <p:spPr bwMode="auto">
            <a:xfrm>
              <a:off x="347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19" name="Rectangle 511"/>
            <p:cNvSpPr>
              <a:spLocks noChangeArrowheads="1"/>
            </p:cNvSpPr>
            <p:nvPr/>
          </p:nvSpPr>
          <p:spPr bwMode="auto">
            <a:xfrm>
              <a:off x="3455"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20" name="Rectangle 512"/>
            <p:cNvSpPr>
              <a:spLocks noChangeArrowheads="1"/>
            </p:cNvSpPr>
            <p:nvPr/>
          </p:nvSpPr>
          <p:spPr bwMode="auto">
            <a:xfrm>
              <a:off x="344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21" name="Rectangle 513"/>
            <p:cNvSpPr>
              <a:spLocks noChangeArrowheads="1"/>
            </p:cNvSpPr>
            <p:nvPr/>
          </p:nvSpPr>
          <p:spPr bwMode="auto">
            <a:xfrm>
              <a:off x="342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22" name="Rectangle 514"/>
            <p:cNvSpPr>
              <a:spLocks noChangeArrowheads="1"/>
            </p:cNvSpPr>
            <p:nvPr/>
          </p:nvSpPr>
          <p:spPr bwMode="auto">
            <a:xfrm>
              <a:off x="341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23" name="Rectangle 515"/>
            <p:cNvSpPr>
              <a:spLocks noChangeArrowheads="1"/>
            </p:cNvSpPr>
            <p:nvPr/>
          </p:nvSpPr>
          <p:spPr bwMode="auto">
            <a:xfrm>
              <a:off x="339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24" name="Rectangle 516"/>
            <p:cNvSpPr>
              <a:spLocks noChangeArrowheads="1"/>
            </p:cNvSpPr>
            <p:nvPr/>
          </p:nvSpPr>
          <p:spPr bwMode="auto">
            <a:xfrm>
              <a:off x="3383"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25" name="Rectangle 517"/>
            <p:cNvSpPr>
              <a:spLocks noChangeArrowheads="1"/>
            </p:cNvSpPr>
            <p:nvPr/>
          </p:nvSpPr>
          <p:spPr bwMode="auto">
            <a:xfrm>
              <a:off x="336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26" name="Rectangle 518"/>
            <p:cNvSpPr>
              <a:spLocks noChangeArrowheads="1"/>
            </p:cNvSpPr>
            <p:nvPr/>
          </p:nvSpPr>
          <p:spPr bwMode="auto">
            <a:xfrm>
              <a:off x="3354"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27" name="Rectangle 519"/>
            <p:cNvSpPr>
              <a:spLocks noChangeArrowheads="1"/>
            </p:cNvSpPr>
            <p:nvPr/>
          </p:nvSpPr>
          <p:spPr bwMode="auto">
            <a:xfrm>
              <a:off x="334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28" name="Rectangle 520"/>
            <p:cNvSpPr>
              <a:spLocks noChangeArrowheads="1"/>
            </p:cNvSpPr>
            <p:nvPr/>
          </p:nvSpPr>
          <p:spPr bwMode="auto">
            <a:xfrm>
              <a:off x="332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29" name="Rectangle 521"/>
            <p:cNvSpPr>
              <a:spLocks noChangeArrowheads="1"/>
            </p:cNvSpPr>
            <p:nvPr/>
          </p:nvSpPr>
          <p:spPr bwMode="auto">
            <a:xfrm>
              <a:off x="331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30" name="Rectangle 522"/>
            <p:cNvSpPr>
              <a:spLocks noChangeArrowheads="1"/>
            </p:cNvSpPr>
            <p:nvPr/>
          </p:nvSpPr>
          <p:spPr bwMode="auto">
            <a:xfrm>
              <a:off x="329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31" name="Rectangle 523"/>
            <p:cNvSpPr>
              <a:spLocks noChangeArrowheads="1"/>
            </p:cNvSpPr>
            <p:nvPr/>
          </p:nvSpPr>
          <p:spPr bwMode="auto">
            <a:xfrm>
              <a:off x="3282"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32" name="Rectangle 524"/>
            <p:cNvSpPr>
              <a:spLocks noChangeArrowheads="1"/>
            </p:cNvSpPr>
            <p:nvPr/>
          </p:nvSpPr>
          <p:spPr bwMode="auto">
            <a:xfrm>
              <a:off x="326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33" name="Rectangle 525"/>
            <p:cNvSpPr>
              <a:spLocks noChangeArrowheads="1"/>
            </p:cNvSpPr>
            <p:nvPr/>
          </p:nvSpPr>
          <p:spPr bwMode="auto">
            <a:xfrm>
              <a:off x="325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34" name="Rectangle 526"/>
            <p:cNvSpPr>
              <a:spLocks noChangeArrowheads="1"/>
            </p:cNvSpPr>
            <p:nvPr/>
          </p:nvSpPr>
          <p:spPr bwMode="auto">
            <a:xfrm>
              <a:off x="323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35" name="Rectangle 527"/>
            <p:cNvSpPr>
              <a:spLocks noChangeArrowheads="1"/>
            </p:cNvSpPr>
            <p:nvPr/>
          </p:nvSpPr>
          <p:spPr bwMode="auto">
            <a:xfrm>
              <a:off x="322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36" name="Rectangle 528"/>
            <p:cNvSpPr>
              <a:spLocks noChangeArrowheads="1"/>
            </p:cNvSpPr>
            <p:nvPr/>
          </p:nvSpPr>
          <p:spPr bwMode="auto">
            <a:xfrm>
              <a:off x="3210"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37" name="Rectangle 529"/>
            <p:cNvSpPr>
              <a:spLocks noChangeArrowheads="1"/>
            </p:cNvSpPr>
            <p:nvPr/>
          </p:nvSpPr>
          <p:spPr bwMode="auto">
            <a:xfrm>
              <a:off x="319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38" name="Rectangle 530"/>
            <p:cNvSpPr>
              <a:spLocks noChangeArrowheads="1"/>
            </p:cNvSpPr>
            <p:nvPr/>
          </p:nvSpPr>
          <p:spPr bwMode="auto">
            <a:xfrm>
              <a:off x="318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39" name="Rectangle 531"/>
            <p:cNvSpPr>
              <a:spLocks noChangeArrowheads="1"/>
            </p:cNvSpPr>
            <p:nvPr/>
          </p:nvSpPr>
          <p:spPr bwMode="auto">
            <a:xfrm>
              <a:off x="316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40" name="Rectangle 532"/>
            <p:cNvSpPr>
              <a:spLocks noChangeArrowheads="1"/>
            </p:cNvSpPr>
            <p:nvPr/>
          </p:nvSpPr>
          <p:spPr bwMode="auto">
            <a:xfrm>
              <a:off x="315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41" name="Rectangle 533"/>
            <p:cNvSpPr>
              <a:spLocks noChangeArrowheads="1"/>
            </p:cNvSpPr>
            <p:nvPr/>
          </p:nvSpPr>
          <p:spPr bwMode="auto">
            <a:xfrm>
              <a:off x="313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42" name="Rectangle 534"/>
            <p:cNvSpPr>
              <a:spLocks noChangeArrowheads="1"/>
            </p:cNvSpPr>
            <p:nvPr/>
          </p:nvSpPr>
          <p:spPr bwMode="auto">
            <a:xfrm>
              <a:off x="312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43" name="Rectangle 535"/>
            <p:cNvSpPr>
              <a:spLocks noChangeArrowheads="1"/>
            </p:cNvSpPr>
            <p:nvPr/>
          </p:nvSpPr>
          <p:spPr bwMode="auto">
            <a:xfrm>
              <a:off x="3109"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44" name="Rectangle 536"/>
            <p:cNvSpPr>
              <a:spLocks noChangeArrowheads="1"/>
            </p:cNvSpPr>
            <p:nvPr/>
          </p:nvSpPr>
          <p:spPr bwMode="auto">
            <a:xfrm>
              <a:off x="309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45" name="Rectangle 537"/>
            <p:cNvSpPr>
              <a:spLocks noChangeArrowheads="1"/>
            </p:cNvSpPr>
            <p:nvPr/>
          </p:nvSpPr>
          <p:spPr bwMode="auto">
            <a:xfrm>
              <a:off x="308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46" name="Rectangle 538"/>
            <p:cNvSpPr>
              <a:spLocks noChangeArrowheads="1"/>
            </p:cNvSpPr>
            <p:nvPr/>
          </p:nvSpPr>
          <p:spPr bwMode="auto">
            <a:xfrm>
              <a:off x="306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47" name="Rectangle 539"/>
            <p:cNvSpPr>
              <a:spLocks noChangeArrowheads="1"/>
            </p:cNvSpPr>
            <p:nvPr/>
          </p:nvSpPr>
          <p:spPr bwMode="auto">
            <a:xfrm>
              <a:off x="305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48" name="Rectangle 540"/>
            <p:cNvSpPr>
              <a:spLocks noChangeArrowheads="1"/>
            </p:cNvSpPr>
            <p:nvPr/>
          </p:nvSpPr>
          <p:spPr bwMode="auto">
            <a:xfrm>
              <a:off x="3037"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49" name="Rectangle 541"/>
            <p:cNvSpPr>
              <a:spLocks noChangeArrowheads="1"/>
            </p:cNvSpPr>
            <p:nvPr/>
          </p:nvSpPr>
          <p:spPr bwMode="auto">
            <a:xfrm>
              <a:off x="302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50" name="Rectangle 542"/>
            <p:cNvSpPr>
              <a:spLocks noChangeArrowheads="1"/>
            </p:cNvSpPr>
            <p:nvPr/>
          </p:nvSpPr>
          <p:spPr bwMode="auto">
            <a:xfrm>
              <a:off x="300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51" name="Rectangle 543"/>
            <p:cNvSpPr>
              <a:spLocks noChangeArrowheads="1"/>
            </p:cNvSpPr>
            <p:nvPr/>
          </p:nvSpPr>
          <p:spPr bwMode="auto">
            <a:xfrm>
              <a:off x="299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52" name="Rectangle 544"/>
            <p:cNvSpPr>
              <a:spLocks noChangeArrowheads="1"/>
            </p:cNvSpPr>
            <p:nvPr/>
          </p:nvSpPr>
          <p:spPr bwMode="auto">
            <a:xfrm>
              <a:off x="298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53" name="Rectangle 545"/>
            <p:cNvSpPr>
              <a:spLocks noChangeArrowheads="1"/>
            </p:cNvSpPr>
            <p:nvPr/>
          </p:nvSpPr>
          <p:spPr bwMode="auto">
            <a:xfrm>
              <a:off x="2965"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54" name="Rectangle 546"/>
            <p:cNvSpPr>
              <a:spLocks noChangeArrowheads="1"/>
            </p:cNvSpPr>
            <p:nvPr/>
          </p:nvSpPr>
          <p:spPr bwMode="auto">
            <a:xfrm>
              <a:off x="295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55" name="Rectangle 547"/>
            <p:cNvSpPr>
              <a:spLocks noChangeArrowheads="1"/>
            </p:cNvSpPr>
            <p:nvPr/>
          </p:nvSpPr>
          <p:spPr bwMode="auto">
            <a:xfrm>
              <a:off x="2936"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56" name="Rectangle 548"/>
            <p:cNvSpPr>
              <a:spLocks noChangeArrowheads="1"/>
            </p:cNvSpPr>
            <p:nvPr/>
          </p:nvSpPr>
          <p:spPr bwMode="auto">
            <a:xfrm>
              <a:off x="292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57" name="Rectangle 549"/>
            <p:cNvSpPr>
              <a:spLocks noChangeArrowheads="1"/>
            </p:cNvSpPr>
            <p:nvPr/>
          </p:nvSpPr>
          <p:spPr bwMode="auto">
            <a:xfrm>
              <a:off x="290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58" name="Rectangle 550"/>
            <p:cNvSpPr>
              <a:spLocks noChangeArrowheads="1"/>
            </p:cNvSpPr>
            <p:nvPr/>
          </p:nvSpPr>
          <p:spPr bwMode="auto">
            <a:xfrm>
              <a:off x="289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59" name="Rectangle 551"/>
            <p:cNvSpPr>
              <a:spLocks noChangeArrowheads="1"/>
            </p:cNvSpPr>
            <p:nvPr/>
          </p:nvSpPr>
          <p:spPr bwMode="auto">
            <a:xfrm>
              <a:off x="287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60" name="Rectangle 552"/>
            <p:cNvSpPr>
              <a:spLocks noChangeArrowheads="1"/>
            </p:cNvSpPr>
            <p:nvPr/>
          </p:nvSpPr>
          <p:spPr bwMode="auto">
            <a:xfrm>
              <a:off x="2864"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61" name="Rectangle 553"/>
            <p:cNvSpPr>
              <a:spLocks noChangeArrowheads="1"/>
            </p:cNvSpPr>
            <p:nvPr/>
          </p:nvSpPr>
          <p:spPr bwMode="auto">
            <a:xfrm>
              <a:off x="285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62" name="Rectangle 554"/>
            <p:cNvSpPr>
              <a:spLocks noChangeArrowheads="1"/>
            </p:cNvSpPr>
            <p:nvPr/>
          </p:nvSpPr>
          <p:spPr bwMode="auto">
            <a:xfrm>
              <a:off x="283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63" name="Rectangle 555"/>
            <p:cNvSpPr>
              <a:spLocks noChangeArrowheads="1"/>
            </p:cNvSpPr>
            <p:nvPr/>
          </p:nvSpPr>
          <p:spPr bwMode="auto">
            <a:xfrm>
              <a:off x="282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64" name="Rectangle 556"/>
            <p:cNvSpPr>
              <a:spLocks noChangeArrowheads="1"/>
            </p:cNvSpPr>
            <p:nvPr/>
          </p:nvSpPr>
          <p:spPr bwMode="auto">
            <a:xfrm>
              <a:off x="280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65" name="Rectangle 557"/>
            <p:cNvSpPr>
              <a:spLocks noChangeArrowheads="1"/>
            </p:cNvSpPr>
            <p:nvPr/>
          </p:nvSpPr>
          <p:spPr bwMode="auto">
            <a:xfrm>
              <a:off x="2792"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66" name="Rectangle 558"/>
            <p:cNvSpPr>
              <a:spLocks noChangeArrowheads="1"/>
            </p:cNvSpPr>
            <p:nvPr/>
          </p:nvSpPr>
          <p:spPr bwMode="auto">
            <a:xfrm>
              <a:off x="277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67" name="Rectangle 559"/>
            <p:cNvSpPr>
              <a:spLocks noChangeArrowheads="1"/>
            </p:cNvSpPr>
            <p:nvPr/>
          </p:nvSpPr>
          <p:spPr bwMode="auto">
            <a:xfrm>
              <a:off x="276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68" name="Rectangle 560"/>
            <p:cNvSpPr>
              <a:spLocks noChangeArrowheads="1"/>
            </p:cNvSpPr>
            <p:nvPr/>
          </p:nvSpPr>
          <p:spPr bwMode="auto">
            <a:xfrm>
              <a:off x="274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69" name="Rectangle 561"/>
            <p:cNvSpPr>
              <a:spLocks noChangeArrowheads="1"/>
            </p:cNvSpPr>
            <p:nvPr/>
          </p:nvSpPr>
          <p:spPr bwMode="auto">
            <a:xfrm>
              <a:off x="273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70" name="Rectangle 562"/>
            <p:cNvSpPr>
              <a:spLocks noChangeArrowheads="1"/>
            </p:cNvSpPr>
            <p:nvPr/>
          </p:nvSpPr>
          <p:spPr bwMode="auto">
            <a:xfrm>
              <a:off x="2720"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71" name="Rectangle 563"/>
            <p:cNvSpPr>
              <a:spLocks noChangeArrowheads="1"/>
            </p:cNvSpPr>
            <p:nvPr/>
          </p:nvSpPr>
          <p:spPr bwMode="auto">
            <a:xfrm>
              <a:off x="270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72" name="Rectangle 564"/>
            <p:cNvSpPr>
              <a:spLocks noChangeArrowheads="1"/>
            </p:cNvSpPr>
            <p:nvPr/>
          </p:nvSpPr>
          <p:spPr bwMode="auto">
            <a:xfrm>
              <a:off x="2691"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73" name="Rectangle 565"/>
            <p:cNvSpPr>
              <a:spLocks noChangeArrowheads="1"/>
            </p:cNvSpPr>
            <p:nvPr/>
          </p:nvSpPr>
          <p:spPr bwMode="auto">
            <a:xfrm>
              <a:off x="267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74" name="Rectangle 566"/>
            <p:cNvSpPr>
              <a:spLocks noChangeArrowheads="1"/>
            </p:cNvSpPr>
            <p:nvPr/>
          </p:nvSpPr>
          <p:spPr bwMode="auto">
            <a:xfrm>
              <a:off x="266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75" name="Rectangle 567"/>
            <p:cNvSpPr>
              <a:spLocks noChangeArrowheads="1"/>
            </p:cNvSpPr>
            <p:nvPr/>
          </p:nvSpPr>
          <p:spPr bwMode="auto">
            <a:xfrm>
              <a:off x="264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76" name="Rectangle 568"/>
            <p:cNvSpPr>
              <a:spLocks noChangeArrowheads="1"/>
            </p:cNvSpPr>
            <p:nvPr/>
          </p:nvSpPr>
          <p:spPr bwMode="auto">
            <a:xfrm>
              <a:off x="263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77" name="Rectangle 569"/>
            <p:cNvSpPr>
              <a:spLocks noChangeArrowheads="1"/>
            </p:cNvSpPr>
            <p:nvPr/>
          </p:nvSpPr>
          <p:spPr bwMode="auto">
            <a:xfrm>
              <a:off x="2619"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78" name="Rectangle 570"/>
            <p:cNvSpPr>
              <a:spLocks noChangeArrowheads="1"/>
            </p:cNvSpPr>
            <p:nvPr/>
          </p:nvSpPr>
          <p:spPr bwMode="auto">
            <a:xfrm>
              <a:off x="260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79" name="Rectangle 571"/>
            <p:cNvSpPr>
              <a:spLocks noChangeArrowheads="1"/>
            </p:cNvSpPr>
            <p:nvPr/>
          </p:nvSpPr>
          <p:spPr bwMode="auto">
            <a:xfrm>
              <a:off x="259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80" name="Rectangle 572"/>
            <p:cNvSpPr>
              <a:spLocks noChangeArrowheads="1"/>
            </p:cNvSpPr>
            <p:nvPr/>
          </p:nvSpPr>
          <p:spPr bwMode="auto">
            <a:xfrm>
              <a:off x="257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81" name="Rectangle 573"/>
            <p:cNvSpPr>
              <a:spLocks noChangeArrowheads="1"/>
            </p:cNvSpPr>
            <p:nvPr/>
          </p:nvSpPr>
          <p:spPr bwMode="auto">
            <a:xfrm>
              <a:off x="256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82" name="Rectangle 574"/>
            <p:cNvSpPr>
              <a:spLocks noChangeArrowheads="1"/>
            </p:cNvSpPr>
            <p:nvPr/>
          </p:nvSpPr>
          <p:spPr bwMode="auto">
            <a:xfrm>
              <a:off x="2547"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83" name="Rectangle 575"/>
            <p:cNvSpPr>
              <a:spLocks noChangeArrowheads="1"/>
            </p:cNvSpPr>
            <p:nvPr/>
          </p:nvSpPr>
          <p:spPr bwMode="auto">
            <a:xfrm>
              <a:off x="253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84" name="Rectangle 576"/>
            <p:cNvSpPr>
              <a:spLocks noChangeArrowheads="1"/>
            </p:cNvSpPr>
            <p:nvPr/>
          </p:nvSpPr>
          <p:spPr bwMode="auto">
            <a:xfrm>
              <a:off x="251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85" name="Rectangle 577"/>
            <p:cNvSpPr>
              <a:spLocks noChangeArrowheads="1"/>
            </p:cNvSpPr>
            <p:nvPr/>
          </p:nvSpPr>
          <p:spPr bwMode="auto">
            <a:xfrm>
              <a:off x="250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86" name="Rectangle 578"/>
            <p:cNvSpPr>
              <a:spLocks noChangeArrowheads="1"/>
            </p:cNvSpPr>
            <p:nvPr/>
          </p:nvSpPr>
          <p:spPr bwMode="auto">
            <a:xfrm>
              <a:off x="249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87" name="Rectangle 579"/>
            <p:cNvSpPr>
              <a:spLocks noChangeArrowheads="1"/>
            </p:cNvSpPr>
            <p:nvPr/>
          </p:nvSpPr>
          <p:spPr bwMode="auto">
            <a:xfrm>
              <a:off x="247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88" name="Rectangle 580"/>
            <p:cNvSpPr>
              <a:spLocks noChangeArrowheads="1"/>
            </p:cNvSpPr>
            <p:nvPr/>
          </p:nvSpPr>
          <p:spPr bwMode="auto">
            <a:xfrm>
              <a:off x="246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89" name="Rectangle 581"/>
            <p:cNvSpPr>
              <a:spLocks noChangeArrowheads="1"/>
            </p:cNvSpPr>
            <p:nvPr/>
          </p:nvSpPr>
          <p:spPr bwMode="auto">
            <a:xfrm>
              <a:off x="2446"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90" name="Rectangle 582"/>
            <p:cNvSpPr>
              <a:spLocks noChangeArrowheads="1"/>
            </p:cNvSpPr>
            <p:nvPr/>
          </p:nvSpPr>
          <p:spPr bwMode="auto">
            <a:xfrm>
              <a:off x="243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91" name="Rectangle 583"/>
            <p:cNvSpPr>
              <a:spLocks noChangeArrowheads="1"/>
            </p:cNvSpPr>
            <p:nvPr/>
          </p:nvSpPr>
          <p:spPr bwMode="auto">
            <a:xfrm>
              <a:off x="241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92" name="Rectangle 584"/>
            <p:cNvSpPr>
              <a:spLocks noChangeArrowheads="1"/>
            </p:cNvSpPr>
            <p:nvPr/>
          </p:nvSpPr>
          <p:spPr bwMode="auto">
            <a:xfrm>
              <a:off x="240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93" name="Rectangle 585"/>
            <p:cNvSpPr>
              <a:spLocks noChangeArrowheads="1"/>
            </p:cNvSpPr>
            <p:nvPr/>
          </p:nvSpPr>
          <p:spPr bwMode="auto">
            <a:xfrm>
              <a:off x="238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94" name="Rectangle 586"/>
            <p:cNvSpPr>
              <a:spLocks noChangeArrowheads="1"/>
            </p:cNvSpPr>
            <p:nvPr/>
          </p:nvSpPr>
          <p:spPr bwMode="auto">
            <a:xfrm>
              <a:off x="2374"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95" name="Rectangle 587"/>
            <p:cNvSpPr>
              <a:spLocks noChangeArrowheads="1"/>
            </p:cNvSpPr>
            <p:nvPr/>
          </p:nvSpPr>
          <p:spPr bwMode="auto">
            <a:xfrm>
              <a:off x="236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96" name="Rectangle 588"/>
            <p:cNvSpPr>
              <a:spLocks noChangeArrowheads="1"/>
            </p:cNvSpPr>
            <p:nvPr/>
          </p:nvSpPr>
          <p:spPr bwMode="auto">
            <a:xfrm>
              <a:off x="234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97" name="Rectangle 589"/>
            <p:cNvSpPr>
              <a:spLocks noChangeArrowheads="1"/>
            </p:cNvSpPr>
            <p:nvPr/>
          </p:nvSpPr>
          <p:spPr bwMode="auto">
            <a:xfrm>
              <a:off x="233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98" name="Rectangle 590"/>
            <p:cNvSpPr>
              <a:spLocks noChangeArrowheads="1"/>
            </p:cNvSpPr>
            <p:nvPr/>
          </p:nvSpPr>
          <p:spPr bwMode="auto">
            <a:xfrm>
              <a:off x="231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999" name="Rectangle 591"/>
            <p:cNvSpPr>
              <a:spLocks noChangeArrowheads="1"/>
            </p:cNvSpPr>
            <p:nvPr/>
          </p:nvSpPr>
          <p:spPr bwMode="auto">
            <a:xfrm>
              <a:off x="2302"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00" name="Rectangle 592"/>
            <p:cNvSpPr>
              <a:spLocks noChangeArrowheads="1"/>
            </p:cNvSpPr>
            <p:nvPr/>
          </p:nvSpPr>
          <p:spPr bwMode="auto">
            <a:xfrm>
              <a:off x="228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01" name="Rectangle 593"/>
            <p:cNvSpPr>
              <a:spLocks noChangeArrowheads="1"/>
            </p:cNvSpPr>
            <p:nvPr/>
          </p:nvSpPr>
          <p:spPr bwMode="auto">
            <a:xfrm>
              <a:off x="2273"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02" name="Rectangle 594"/>
            <p:cNvSpPr>
              <a:spLocks noChangeArrowheads="1"/>
            </p:cNvSpPr>
            <p:nvPr/>
          </p:nvSpPr>
          <p:spPr bwMode="auto">
            <a:xfrm>
              <a:off x="225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03" name="Rectangle 595"/>
            <p:cNvSpPr>
              <a:spLocks noChangeArrowheads="1"/>
            </p:cNvSpPr>
            <p:nvPr/>
          </p:nvSpPr>
          <p:spPr bwMode="auto">
            <a:xfrm>
              <a:off x="224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04" name="Rectangle 596"/>
            <p:cNvSpPr>
              <a:spLocks noChangeArrowheads="1"/>
            </p:cNvSpPr>
            <p:nvPr/>
          </p:nvSpPr>
          <p:spPr bwMode="auto">
            <a:xfrm>
              <a:off x="223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05" name="Rectangle 597"/>
            <p:cNvSpPr>
              <a:spLocks noChangeArrowheads="1"/>
            </p:cNvSpPr>
            <p:nvPr/>
          </p:nvSpPr>
          <p:spPr bwMode="auto">
            <a:xfrm>
              <a:off x="221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06" name="Rectangle 598"/>
            <p:cNvSpPr>
              <a:spLocks noChangeArrowheads="1"/>
            </p:cNvSpPr>
            <p:nvPr/>
          </p:nvSpPr>
          <p:spPr bwMode="auto">
            <a:xfrm>
              <a:off x="2201"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07" name="Rectangle 599"/>
            <p:cNvSpPr>
              <a:spLocks noChangeArrowheads="1"/>
            </p:cNvSpPr>
            <p:nvPr/>
          </p:nvSpPr>
          <p:spPr bwMode="auto">
            <a:xfrm>
              <a:off x="218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08" name="Rectangle 600"/>
            <p:cNvSpPr>
              <a:spLocks noChangeArrowheads="1"/>
            </p:cNvSpPr>
            <p:nvPr/>
          </p:nvSpPr>
          <p:spPr bwMode="auto">
            <a:xfrm>
              <a:off x="217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09" name="Rectangle 601"/>
            <p:cNvSpPr>
              <a:spLocks noChangeArrowheads="1"/>
            </p:cNvSpPr>
            <p:nvPr/>
          </p:nvSpPr>
          <p:spPr bwMode="auto">
            <a:xfrm>
              <a:off x="215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10" name="Rectangle 602"/>
            <p:cNvSpPr>
              <a:spLocks noChangeArrowheads="1"/>
            </p:cNvSpPr>
            <p:nvPr/>
          </p:nvSpPr>
          <p:spPr bwMode="auto">
            <a:xfrm>
              <a:off x="214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11" name="Rectangle 603"/>
            <p:cNvSpPr>
              <a:spLocks noChangeArrowheads="1"/>
            </p:cNvSpPr>
            <p:nvPr/>
          </p:nvSpPr>
          <p:spPr bwMode="auto">
            <a:xfrm>
              <a:off x="2129"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12" name="Rectangle 604"/>
            <p:cNvSpPr>
              <a:spLocks noChangeArrowheads="1"/>
            </p:cNvSpPr>
            <p:nvPr/>
          </p:nvSpPr>
          <p:spPr bwMode="auto">
            <a:xfrm>
              <a:off x="211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13" name="Rectangle 605"/>
            <p:cNvSpPr>
              <a:spLocks noChangeArrowheads="1"/>
            </p:cNvSpPr>
            <p:nvPr/>
          </p:nvSpPr>
          <p:spPr bwMode="auto">
            <a:xfrm>
              <a:off x="210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14" name="Rectangle 606"/>
            <p:cNvSpPr>
              <a:spLocks noChangeArrowheads="1"/>
            </p:cNvSpPr>
            <p:nvPr/>
          </p:nvSpPr>
          <p:spPr bwMode="auto">
            <a:xfrm>
              <a:off x="208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15" name="Rectangle 607"/>
            <p:cNvSpPr>
              <a:spLocks noChangeArrowheads="1"/>
            </p:cNvSpPr>
            <p:nvPr/>
          </p:nvSpPr>
          <p:spPr bwMode="auto">
            <a:xfrm>
              <a:off x="207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16" name="Rectangle 608"/>
            <p:cNvSpPr>
              <a:spLocks noChangeArrowheads="1"/>
            </p:cNvSpPr>
            <p:nvPr/>
          </p:nvSpPr>
          <p:spPr bwMode="auto">
            <a:xfrm>
              <a:off x="205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17" name="Rectangle 609"/>
            <p:cNvSpPr>
              <a:spLocks noChangeArrowheads="1"/>
            </p:cNvSpPr>
            <p:nvPr/>
          </p:nvSpPr>
          <p:spPr bwMode="auto">
            <a:xfrm>
              <a:off x="204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18" name="Rectangle 610"/>
            <p:cNvSpPr>
              <a:spLocks noChangeArrowheads="1"/>
            </p:cNvSpPr>
            <p:nvPr/>
          </p:nvSpPr>
          <p:spPr bwMode="auto">
            <a:xfrm>
              <a:off x="2028"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19" name="Rectangle 611"/>
            <p:cNvSpPr>
              <a:spLocks noChangeArrowheads="1"/>
            </p:cNvSpPr>
            <p:nvPr/>
          </p:nvSpPr>
          <p:spPr bwMode="auto">
            <a:xfrm>
              <a:off x="201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20" name="Rectangle 612"/>
            <p:cNvSpPr>
              <a:spLocks noChangeArrowheads="1"/>
            </p:cNvSpPr>
            <p:nvPr/>
          </p:nvSpPr>
          <p:spPr bwMode="auto">
            <a:xfrm>
              <a:off x="200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21" name="Rectangle 613"/>
            <p:cNvSpPr>
              <a:spLocks noChangeArrowheads="1"/>
            </p:cNvSpPr>
            <p:nvPr/>
          </p:nvSpPr>
          <p:spPr bwMode="auto">
            <a:xfrm>
              <a:off x="198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22" name="Rectangle 614"/>
            <p:cNvSpPr>
              <a:spLocks noChangeArrowheads="1"/>
            </p:cNvSpPr>
            <p:nvPr/>
          </p:nvSpPr>
          <p:spPr bwMode="auto">
            <a:xfrm>
              <a:off x="197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23" name="Rectangle 615"/>
            <p:cNvSpPr>
              <a:spLocks noChangeArrowheads="1"/>
            </p:cNvSpPr>
            <p:nvPr/>
          </p:nvSpPr>
          <p:spPr bwMode="auto">
            <a:xfrm>
              <a:off x="1956"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24" name="Rectangle 616"/>
            <p:cNvSpPr>
              <a:spLocks noChangeArrowheads="1"/>
            </p:cNvSpPr>
            <p:nvPr/>
          </p:nvSpPr>
          <p:spPr bwMode="auto">
            <a:xfrm>
              <a:off x="194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25" name="Rectangle 617"/>
            <p:cNvSpPr>
              <a:spLocks noChangeArrowheads="1"/>
            </p:cNvSpPr>
            <p:nvPr/>
          </p:nvSpPr>
          <p:spPr bwMode="auto">
            <a:xfrm>
              <a:off x="192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26" name="Rectangle 618"/>
            <p:cNvSpPr>
              <a:spLocks noChangeArrowheads="1"/>
            </p:cNvSpPr>
            <p:nvPr/>
          </p:nvSpPr>
          <p:spPr bwMode="auto">
            <a:xfrm>
              <a:off x="191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27" name="Rectangle 619"/>
            <p:cNvSpPr>
              <a:spLocks noChangeArrowheads="1"/>
            </p:cNvSpPr>
            <p:nvPr/>
          </p:nvSpPr>
          <p:spPr bwMode="auto">
            <a:xfrm>
              <a:off x="189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28" name="Rectangle 620"/>
            <p:cNvSpPr>
              <a:spLocks noChangeArrowheads="1"/>
            </p:cNvSpPr>
            <p:nvPr/>
          </p:nvSpPr>
          <p:spPr bwMode="auto">
            <a:xfrm>
              <a:off x="1884"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29" name="Rectangle 621"/>
            <p:cNvSpPr>
              <a:spLocks noChangeArrowheads="1"/>
            </p:cNvSpPr>
            <p:nvPr/>
          </p:nvSpPr>
          <p:spPr bwMode="auto">
            <a:xfrm>
              <a:off x="187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30" name="Rectangle 622"/>
            <p:cNvSpPr>
              <a:spLocks noChangeArrowheads="1"/>
            </p:cNvSpPr>
            <p:nvPr/>
          </p:nvSpPr>
          <p:spPr bwMode="auto">
            <a:xfrm>
              <a:off x="1855"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31" name="Rectangle 623"/>
            <p:cNvSpPr>
              <a:spLocks noChangeArrowheads="1"/>
            </p:cNvSpPr>
            <p:nvPr/>
          </p:nvSpPr>
          <p:spPr bwMode="auto">
            <a:xfrm>
              <a:off x="184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32" name="Rectangle 624"/>
            <p:cNvSpPr>
              <a:spLocks noChangeArrowheads="1"/>
            </p:cNvSpPr>
            <p:nvPr/>
          </p:nvSpPr>
          <p:spPr bwMode="auto">
            <a:xfrm>
              <a:off x="182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33" name="Rectangle 625"/>
            <p:cNvSpPr>
              <a:spLocks noChangeArrowheads="1"/>
            </p:cNvSpPr>
            <p:nvPr/>
          </p:nvSpPr>
          <p:spPr bwMode="auto">
            <a:xfrm>
              <a:off x="181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34" name="Rectangle 626"/>
            <p:cNvSpPr>
              <a:spLocks noChangeArrowheads="1"/>
            </p:cNvSpPr>
            <p:nvPr/>
          </p:nvSpPr>
          <p:spPr bwMode="auto">
            <a:xfrm>
              <a:off x="179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35" name="Rectangle 627"/>
            <p:cNvSpPr>
              <a:spLocks noChangeArrowheads="1"/>
            </p:cNvSpPr>
            <p:nvPr/>
          </p:nvSpPr>
          <p:spPr bwMode="auto">
            <a:xfrm>
              <a:off x="1783"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36" name="Rectangle 628"/>
            <p:cNvSpPr>
              <a:spLocks noChangeArrowheads="1"/>
            </p:cNvSpPr>
            <p:nvPr/>
          </p:nvSpPr>
          <p:spPr bwMode="auto">
            <a:xfrm>
              <a:off x="176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37" name="Rectangle 629"/>
            <p:cNvSpPr>
              <a:spLocks noChangeArrowheads="1"/>
            </p:cNvSpPr>
            <p:nvPr/>
          </p:nvSpPr>
          <p:spPr bwMode="auto">
            <a:xfrm>
              <a:off x="175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38" name="Rectangle 630"/>
            <p:cNvSpPr>
              <a:spLocks noChangeArrowheads="1"/>
            </p:cNvSpPr>
            <p:nvPr/>
          </p:nvSpPr>
          <p:spPr bwMode="auto">
            <a:xfrm>
              <a:off x="174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39" name="Rectangle 631"/>
            <p:cNvSpPr>
              <a:spLocks noChangeArrowheads="1"/>
            </p:cNvSpPr>
            <p:nvPr/>
          </p:nvSpPr>
          <p:spPr bwMode="auto">
            <a:xfrm>
              <a:off x="172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40" name="Rectangle 632"/>
            <p:cNvSpPr>
              <a:spLocks noChangeArrowheads="1"/>
            </p:cNvSpPr>
            <p:nvPr/>
          </p:nvSpPr>
          <p:spPr bwMode="auto">
            <a:xfrm>
              <a:off x="1711"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41" name="Rectangle 633"/>
            <p:cNvSpPr>
              <a:spLocks noChangeArrowheads="1"/>
            </p:cNvSpPr>
            <p:nvPr/>
          </p:nvSpPr>
          <p:spPr bwMode="auto">
            <a:xfrm>
              <a:off x="169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42" name="Rectangle 634"/>
            <p:cNvSpPr>
              <a:spLocks noChangeArrowheads="1"/>
            </p:cNvSpPr>
            <p:nvPr/>
          </p:nvSpPr>
          <p:spPr bwMode="auto">
            <a:xfrm>
              <a:off x="168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43" name="Rectangle 635"/>
            <p:cNvSpPr>
              <a:spLocks noChangeArrowheads="1"/>
            </p:cNvSpPr>
            <p:nvPr/>
          </p:nvSpPr>
          <p:spPr bwMode="auto">
            <a:xfrm>
              <a:off x="166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44" name="Rectangle 636"/>
            <p:cNvSpPr>
              <a:spLocks noChangeArrowheads="1"/>
            </p:cNvSpPr>
            <p:nvPr/>
          </p:nvSpPr>
          <p:spPr bwMode="auto">
            <a:xfrm>
              <a:off x="165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45" name="Rectangle 637"/>
            <p:cNvSpPr>
              <a:spLocks noChangeArrowheads="1"/>
            </p:cNvSpPr>
            <p:nvPr/>
          </p:nvSpPr>
          <p:spPr bwMode="auto">
            <a:xfrm>
              <a:off x="163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6046" name="Rectangle 638"/>
            <p:cNvSpPr>
              <a:spLocks noChangeArrowheads="1"/>
            </p:cNvSpPr>
            <p:nvPr/>
          </p:nvSpPr>
          <p:spPr bwMode="auto">
            <a:xfrm>
              <a:off x="162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grpSp>
      <p:sp>
        <p:nvSpPr>
          <p:cNvPr id="435240" name="Rectangle 639"/>
          <p:cNvSpPr>
            <a:spLocks noChangeArrowheads="1"/>
          </p:cNvSpPr>
          <p:nvPr/>
        </p:nvSpPr>
        <p:spPr bwMode="auto">
          <a:xfrm>
            <a:off x="3940176" y="5778500"/>
            <a:ext cx="35861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41" name="Rectangle 640"/>
          <p:cNvSpPr>
            <a:spLocks noChangeArrowheads="1"/>
          </p:cNvSpPr>
          <p:nvPr/>
        </p:nvSpPr>
        <p:spPr bwMode="auto">
          <a:xfrm>
            <a:off x="4324351" y="5857875"/>
            <a:ext cx="219075"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2300">
                <a:solidFill>
                  <a:srgbClr val="000000"/>
                </a:solidFill>
                <a:latin typeface="Times New Roman" panose="02020603050405020304" pitchFamily="18" charset="0"/>
              </a:rPr>
              <a:t>   </a:t>
            </a:r>
            <a:endParaRPr lang="en-US" altLang="zh-CN">
              <a:solidFill>
                <a:srgbClr val="000000"/>
              </a:solidFill>
            </a:endParaRPr>
          </a:p>
        </p:txBody>
      </p:sp>
      <p:sp>
        <p:nvSpPr>
          <p:cNvPr id="435242" name="Rectangle 641"/>
          <p:cNvSpPr>
            <a:spLocks noChangeArrowheads="1"/>
          </p:cNvSpPr>
          <p:nvPr/>
        </p:nvSpPr>
        <p:spPr bwMode="auto">
          <a:xfrm>
            <a:off x="4941888" y="5868989"/>
            <a:ext cx="2669000"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b="1">
                <a:solidFill>
                  <a:srgbClr val="000000"/>
                </a:solidFill>
                <a:latin typeface="宋体" panose="02010600030101010101" pitchFamily="2" charset="-122"/>
              </a:rPr>
              <a:t>专家系统的一般结构</a:t>
            </a:r>
            <a:endParaRPr lang="zh-CN" altLang="en-US" b="1">
              <a:solidFill>
                <a:srgbClr val="000000"/>
              </a:solidFill>
            </a:endParaRPr>
          </a:p>
        </p:txBody>
      </p:sp>
      <p:sp>
        <p:nvSpPr>
          <p:cNvPr id="435243" name="Rectangle 642"/>
          <p:cNvSpPr>
            <a:spLocks noChangeArrowheads="1"/>
          </p:cNvSpPr>
          <p:nvPr/>
        </p:nvSpPr>
        <p:spPr bwMode="auto">
          <a:xfrm>
            <a:off x="2809876" y="2128839"/>
            <a:ext cx="6226175" cy="593725"/>
          </a:xfrm>
          <a:prstGeom prst="rect">
            <a:avLst/>
          </a:prstGeom>
          <a:solidFill>
            <a:srgbClr val="FFFFFF"/>
          </a:solidFill>
          <a:ln w="11113">
            <a:solidFill>
              <a:srgbClr val="000000"/>
            </a:solidFill>
            <a:miter lim="800000"/>
          </a:ln>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44" name="Rectangle 643"/>
          <p:cNvSpPr>
            <a:spLocks noChangeArrowheads="1"/>
          </p:cNvSpPr>
          <p:nvPr/>
        </p:nvSpPr>
        <p:spPr bwMode="auto">
          <a:xfrm>
            <a:off x="4652963" y="2278064"/>
            <a:ext cx="2921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人</a:t>
            </a:r>
            <a:endParaRPr lang="zh-CN" altLang="en-US">
              <a:solidFill>
                <a:srgbClr val="000000"/>
              </a:solidFill>
            </a:endParaRPr>
          </a:p>
        </p:txBody>
      </p:sp>
      <p:sp>
        <p:nvSpPr>
          <p:cNvPr id="435245" name="Rectangle 644"/>
          <p:cNvSpPr>
            <a:spLocks noChangeArrowheads="1"/>
          </p:cNvSpPr>
          <p:nvPr/>
        </p:nvSpPr>
        <p:spPr bwMode="auto">
          <a:xfrm>
            <a:off x="5476875" y="2278064"/>
            <a:ext cx="2921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机</a:t>
            </a:r>
            <a:endParaRPr lang="zh-CN" altLang="en-US">
              <a:solidFill>
                <a:srgbClr val="000000"/>
              </a:solidFill>
            </a:endParaRPr>
          </a:p>
        </p:txBody>
      </p:sp>
      <p:sp>
        <p:nvSpPr>
          <p:cNvPr id="435246" name="Rectangle 645"/>
          <p:cNvSpPr>
            <a:spLocks noChangeArrowheads="1"/>
          </p:cNvSpPr>
          <p:nvPr/>
        </p:nvSpPr>
        <p:spPr bwMode="auto">
          <a:xfrm>
            <a:off x="6162675" y="2278064"/>
            <a:ext cx="2921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接</a:t>
            </a:r>
            <a:endParaRPr lang="zh-CN" altLang="en-US">
              <a:solidFill>
                <a:srgbClr val="000000"/>
              </a:solidFill>
            </a:endParaRPr>
          </a:p>
        </p:txBody>
      </p:sp>
      <p:sp>
        <p:nvSpPr>
          <p:cNvPr id="435247" name="Rectangle 646"/>
          <p:cNvSpPr>
            <a:spLocks noChangeArrowheads="1"/>
          </p:cNvSpPr>
          <p:nvPr/>
        </p:nvSpPr>
        <p:spPr bwMode="auto">
          <a:xfrm>
            <a:off x="6918325" y="2278064"/>
            <a:ext cx="2921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口</a:t>
            </a:r>
            <a:endParaRPr lang="zh-CN" altLang="en-US">
              <a:solidFill>
                <a:srgbClr val="000000"/>
              </a:solidFill>
            </a:endParaRPr>
          </a:p>
        </p:txBody>
      </p:sp>
      <p:sp>
        <p:nvSpPr>
          <p:cNvPr id="435248" name="Rectangle 647"/>
          <p:cNvSpPr>
            <a:spLocks noChangeArrowheads="1"/>
          </p:cNvSpPr>
          <p:nvPr/>
        </p:nvSpPr>
        <p:spPr bwMode="auto">
          <a:xfrm>
            <a:off x="3268664" y="1162050"/>
            <a:ext cx="7715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49" name="Rectangle 648"/>
          <p:cNvSpPr>
            <a:spLocks noChangeArrowheads="1"/>
          </p:cNvSpPr>
          <p:nvPr/>
        </p:nvSpPr>
        <p:spPr bwMode="auto">
          <a:xfrm>
            <a:off x="5099050" y="1143000"/>
            <a:ext cx="1320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50" name="Rectangle 649"/>
          <p:cNvSpPr>
            <a:spLocks noChangeArrowheads="1"/>
          </p:cNvSpPr>
          <p:nvPr/>
        </p:nvSpPr>
        <p:spPr bwMode="auto">
          <a:xfrm>
            <a:off x="7112001" y="1143000"/>
            <a:ext cx="15970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51" name="Rectangle 650"/>
          <p:cNvSpPr>
            <a:spLocks noChangeArrowheads="1"/>
          </p:cNvSpPr>
          <p:nvPr/>
        </p:nvSpPr>
        <p:spPr bwMode="auto">
          <a:xfrm>
            <a:off x="2444751" y="3313113"/>
            <a:ext cx="2563813" cy="495300"/>
          </a:xfrm>
          <a:prstGeom prst="rect">
            <a:avLst/>
          </a:prstGeom>
          <a:solidFill>
            <a:srgbClr val="FFFFFF"/>
          </a:solidFill>
          <a:ln w="11113">
            <a:solidFill>
              <a:srgbClr val="000000"/>
            </a:solidFill>
            <a:miter lim="800000"/>
          </a:ln>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52" name="Rectangle 651"/>
          <p:cNvSpPr>
            <a:spLocks noChangeArrowheads="1"/>
          </p:cNvSpPr>
          <p:nvPr/>
        </p:nvSpPr>
        <p:spPr bwMode="auto">
          <a:xfrm>
            <a:off x="3175000" y="3352800"/>
            <a:ext cx="11684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解释机构</a:t>
            </a:r>
            <a:endParaRPr lang="zh-CN" altLang="en-US">
              <a:solidFill>
                <a:srgbClr val="000000"/>
              </a:solidFill>
            </a:endParaRPr>
          </a:p>
        </p:txBody>
      </p:sp>
      <p:sp>
        <p:nvSpPr>
          <p:cNvPr id="435253" name="Rectangle 652"/>
          <p:cNvSpPr>
            <a:spLocks noChangeArrowheads="1"/>
          </p:cNvSpPr>
          <p:nvPr/>
        </p:nvSpPr>
        <p:spPr bwMode="auto">
          <a:xfrm>
            <a:off x="6472238" y="3411538"/>
            <a:ext cx="2563812" cy="495300"/>
          </a:xfrm>
          <a:prstGeom prst="rect">
            <a:avLst/>
          </a:prstGeom>
          <a:solidFill>
            <a:srgbClr val="FFFFFF"/>
          </a:solidFill>
          <a:ln w="11113">
            <a:solidFill>
              <a:srgbClr val="000000"/>
            </a:solidFill>
            <a:miter lim="800000"/>
          </a:ln>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54" name="Rectangle 653"/>
          <p:cNvSpPr>
            <a:spLocks noChangeArrowheads="1"/>
          </p:cNvSpPr>
          <p:nvPr/>
        </p:nvSpPr>
        <p:spPr bwMode="auto">
          <a:xfrm>
            <a:off x="6781800" y="3429000"/>
            <a:ext cx="17526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知识获取机构</a:t>
            </a:r>
            <a:endParaRPr lang="zh-CN" altLang="en-US">
              <a:solidFill>
                <a:srgbClr val="000000"/>
              </a:solidFill>
            </a:endParaRPr>
          </a:p>
        </p:txBody>
      </p:sp>
      <p:sp>
        <p:nvSpPr>
          <p:cNvPr id="435255" name="Rectangle 654"/>
          <p:cNvSpPr>
            <a:spLocks noChangeArrowheads="1"/>
          </p:cNvSpPr>
          <p:nvPr/>
        </p:nvSpPr>
        <p:spPr bwMode="auto">
          <a:xfrm>
            <a:off x="1987550" y="4397375"/>
            <a:ext cx="1924050" cy="495300"/>
          </a:xfrm>
          <a:prstGeom prst="rect">
            <a:avLst/>
          </a:prstGeom>
          <a:solidFill>
            <a:srgbClr val="FFFFFF"/>
          </a:solidFill>
          <a:ln w="11113">
            <a:solidFill>
              <a:srgbClr val="000000"/>
            </a:solidFill>
            <a:miter lim="800000"/>
          </a:ln>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56" name="Rectangle 655"/>
          <p:cNvSpPr>
            <a:spLocks noChangeArrowheads="1"/>
          </p:cNvSpPr>
          <p:nvPr/>
        </p:nvSpPr>
        <p:spPr bwMode="auto">
          <a:xfrm>
            <a:off x="2536825" y="4419600"/>
            <a:ext cx="8763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数据库</a:t>
            </a:r>
            <a:endParaRPr lang="zh-CN" altLang="en-US">
              <a:solidFill>
                <a:srgbClr val="000000"/>
              </a:solidFill>
            </a:endParaRPr>
          </a:p>
        </p:txBody>
      </p:sp>
      <p:sp>
        <p:nvSpPr>
          <p:cNvPr id="435257" name="Rectangle 656"/>
          <p:cNvSpPr>
            <a:spLocks noChangeArrowheads="1"/>
          </p:cNvSpPr>
          <p:nvPr/>
        </p:nvSpPr>
        <p:spPr bwMode="auto">
          <a:xfrm>
            <a:off x="4275138" y="4397375"/>
            <a:ext cx="2290762" cy="495300"/>
          </a:xfrm>
          <a:prstGeom prst="rect">
            <a:avLst/>
          </a:prstGeom>
          <a:solidFill>
            <a:srgbClr val="FFFFFF"/>
          </a:solidFill>
          <a:ln w="11113">
            <a:solidFill>
              <a:srgbClr val="000000"/>
            </a:solidFill>
            <a:miter lim="800000"/>
          </a:ln>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58" name="Rectangle 657"/>
          <p:cNvSpPr>
            <a:spLocks noChangeArrowheads="1"/>
          </p:cNvSpPr>
          <p:nvPr/>
        </p:nvSpPr>
        <p:spPr bwMode="auto">
          <a:xfrm>
            <a:off x="5006975" y="4419600"/>
            <a:ext cx="8763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推理机</a:t>
            </a:r>
            <a:endParaRPr lang="zh-CN" altLang="en-US">
              <a:solidFill>
                <a:srgbClr val="000000"/>
              </a:solidFill>
            </a:endParaRPr>
          </a:p>
        </p:txBody>
      </p:sp>
      <p:sp>
        <p:nvSpPr>
          <p:cNvPr id="435259" name="Rectangle 658"/>
          <p:cNvSpPr>
            <a:spLocks noChangeArrowheads="1"/>
          </p:cNvSpPr>
          <p:nvPr/>
        </p:nvSpPr>
        <p:spPr bwMode="auto">
          <a:xfrm>
            <a:off x="7021514" y="4397375"/>
            <a:ext cx="2289175" cy="495300"/>
          </a:xfrm>
          <a:prstGeom prst="rect">
            <a:avLst/>
          </a:prstGeom>
          <a:solidFill>
            <a:srgbClr val="FFFFFF"/>
          </a:solidFill>
          <a:ln w="11113">
            <a:solidFill>
              <a:srgbClr val="000000"/>
            </a:solidFill>
            <a:miter lim="800000"/>
          </a:ln>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60" name="Rectangle 659"/>
          <p:cNvSpPr>
            <a:spLocks noChangeArrowheads="1"/>
          </p:cNvSpPr>
          <p:nvPr/>
        </p:nvSpPr>
        <p:spPr bwMode="auto">
          <a:xfrm>
            <a:off x="7753350" y="4419600"/>
            <a:ext cx="8763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知识库</a:t>
            </a:r>
            <a:endParaRPr lang="zh-CN" altLang="en-US">
              <a:solidFill>
                <a:srgbClr val="000000"/>
              </a:solidFill>
            </a:endParaRPr>
          </a:p>
        </p:txBody>
      </p:sp>
      <p:grpSp>
        <p:nvGrpSpPr>
          <p:cNvPr id="435261" name="Group 660"/>
          <p:cNvGrpSpPr/>
          <p:nvPr/>
        </p:nvGrpSpPr>
        <p:grpSpPr bwMode="auto">
          <a:xfrm>
            <a:off x="3482975" y="1536700"/>
            <a:ext cx="120650" cy="592138"/>
            <a:chOff x="1234" y="968"/>
            <a:chExt cx="76" cy="373"/>
          </a:xfrm>
        </p:grpSpPr>
        <p:sp>
          <p:nvSpPr>
            <p:cNvPr id="435874" name="Line 661"/>
            <p:cNvSpPr>
              <a:spLocks noChangeShapeType="1"/>
            </p:cNvSpPr>
            <p:nvPr/>
          </p:nvSpPr>
          <p:spPr bwMode="auto">
            <a:xfrm>
              <a:off x="1272" y="1046"/>
              <a:ext cx="1" cy="218"/>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5875" name="Freeform 662"/>
            <p:cNvSpPr/>
            <p:nvPr/>
          </p:nvSpPr>
          <p:spPr bwMode="auto">
            <a:xfrm>
              <a:off x="1234" y="968"/>
              <a:ext cx="76" cy="82"/>
            </a:xfrm>
            <a:custGeom>
              <a:avLst/>
              <a:gdLst>
                <a:gd name="T0" fmla="*/ 76 w 76"/>
                <a:gd name="T1" fmla="*/ 82 h 82"/>
                <a:gd name="T2" fmla="*/ 38 w 76"/>
                <a:gd name="T3" fmla="*/ 0 h 82"/>
                <a:gd name="T4" fmla="*/ 0 w 76"/>
                <a:gd name="T5" fmla="*/ 82 h 82"/>
                <a:gd name="T6" fmla="*/ 76 w 76"/>
                <a:gd name="T7" fmla="*/ 82 h 8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2">
                  <a:moveTo>
                    <a:pt x="76" y="82"/>
                  </a:moveTo>
                  <a:lnTo>
                    <a:pt x="38" y="0"/>
                  </a:lnTo>
                  <a:lnTo>
                    <a:pt x="0" y="82"/>
                  </a:lnTo>
                  <a:lnTo>
                    <a:pt x="76" y="8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5876" name="Freeform 663"/>
            <p:cNvSpPr/>
            <p:nvPr/>
          </p:nvSpPr>
          <p:spPr bwMode="auto">
            <a:xfrm>
              <a:off x="1234" y="1261"/>
              <a:ext cx="76" cy="80"/>
            </a:xfrm>
            <a:custGeom>
              <a:avLst/>
              <a:gdLst>
                <a:gd name="T0" fmla="*/ 0 w 76"/>
                <a:gd name="T1" fmla="*/ 0 h 80"/>
                <a:gd name="T2" fmla="*/ 38 w 76"/>
                <a:gd name="T3" fmla="*/ 80 h 80"/>
                <a:gd name="T4" fmla="*/ 76 w 76"/>
                <a:gd name="T5" fmla="*/ 0 h 80"/>
                <a:gd name="T6" fmla="*/ 0 w 76"/>
                <a:gd name="T7" fmla="*/ 0 h 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0">
                  <a:moveTo>
                    <a:pt x="0" y="0"/>
                  </a:moveTo>
                  <a:lnTo>
                    <a:pt x="38" y="80"/>
                  </a:lnTo>
                  <a:lnTo>
                    <a:pt x="76"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5262" name="Group 664"/>
          <p:cNvGrpSpPr/>
          <p:nvPr/>
        </p:nvGrpSpPr>
        <p:grpSpPr bwMode="auto">
          <a:xfrm>
            <a:off x="5680075" y="1536700"/>
            <a:ext cx="120650" cy="592138"/>
            <a:chOff x="2618" y="968"/>
            <a:chExt cx="76" cy="373"/>
          </a:xfrm>
        </p:grpSpPr>
        <p:sp>
          <p:nvSpPr>
            <p:cNvPr id="435871" name="Line 665"/>
            <p:cNvSpPr>
              <a:spLocks noChangeShapeType="1"/>
            </p:cNvSpPr>
            <p:nvPr/>
          </p:nvSpPr>
          <p:spPr bwMode="auto">
            <a:xfrm>
              <a:off x="2655" y="1046"/>
              <a:ext cx="1" cy="218"/>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5872" name="Freeform 666"/>
            <p:cNvSpPr/>
            <p:nvPr/>
          </p:nvSpPr>
          <p:spPr bwMode="auto">
            <a:xfrm>
              <a:off x="2618" y="968"/>
              <a:ext cx="76" cy="82"/>
            </a:xfrm>
            <a:custGeom>
              <a:avLst/>
              <a:gdLst>
                <a:gd name="T0" fmla="*/ 76 w 76"/>
                <a:gd name="T1" fmla="*/ 82 h 82"/>
                <a:gd name="T2" fmla="*/ 37 w 76"/>
                <a:gd name="T3" fmla="*/ 0 h 82"/>
                <a:gd name="T4" fmla="*/ 0 w 76"/>
                <a:gd name="T5" fmla="*/ 82 h 82"/>
                <a:gd name="T6" fmla="*/ 76 w 76"/>
                <a:gd name="T7" fmla="*/ 82 h 8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2">
                  <a:moveTo>
                    <a:pt x="76" y="82"/>
                  </a:moveTo>
                  <a:lnTo>
                    <a:pt x="37" y="0"/>
                  </a:lnTo>
                  <a:lnTo>
                    <a:pt x="0" y="82"/>
                  </a:lnTo>
                  <a:lnTo>
                    <a:pt x="76" y="8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5873" name="Freeform 667"/>
            <p:cNvSpPr/>
            <p:nvPr/>
          </p:nvSpPr>
          <p:spPr bwMode="auto">
            <a:xfrm>
              <a:off x="2618" y="1261"/>
              <a:ext cx="76" cy="80"/>
            </a:xfrm>
            <a:custGeom>
              <a:avLst/>
              <a:gdLst>
                <a:gd name="T0" fmla="*/ 0 w 76"/>
                <a:gd name="T1" fmla="*/ 0 h 80"/>
                <a:gd name="T2" fmla="*/ 37 w 76"/>
                <a:gd name="T3" fmla="*/ 80 h 80"/>
                <a:gd name="T4" fmla="*/ 76 w 76"/>
                <a:gd name="T5" fmla="*/ 0 h 80"/>
                <a:gd name="T6" fmla="*/ 0 w 76"/>
                <a:gd name="T7" fmla="*/ 0 h 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0">
                  <a:moveTo>
                    <a:pt x="0" y="0"/>
                  </a:moveTo>
                  <a:lnTo>
                    <a:pt x="37" y="80"/>
                  </a:lnTo>
                  <a:lnTo>
                    <a:pt x="76"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5263" name="Group 668"/>
          <p:cNvGrpSpPr/>
          <p:nvPr/>
        </p:nvGrpSpPr>
        <p:grpSpPr bwMode="auto">
          <a:xfrm>
            <a:off x="7877175" y="1536700"/>
            <a:ext cx="120650" cy="592138"/>
            <a:chOff x="4002" y="968"/>
            <a:chExt cx="76" cy="373"/>
          </a:xfrm>
        </p:grpSpPr>
        <p:sp>
          <p:nvSpPr>
            <p:cNvPr id="435868" name="Line 669"/>
            <p:cNvSpPr>
              <a:spLocks noChangeShapeType="1"/>
            </p:cNvSpPr>
            <p:nvPr/>
          </p:nvSpPr>
          <p:spPr bwMode="auto">
            <a:xfrm>
              <a:off x="4039" y="1046"/>
              <a:ext cx="1" cy="218"/>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5869" name="Freeform 670"/>
            <p:cNvSpPr/>
            <p:nvPr/>
          </p:nvSpPr>
          <p:spPr bwMode="auto">
            <a:xfrm>
              <a:off x="4002" y="968"/>
              <a:ext cx="76" cy="82"/>
            </a:xfrm>
            <a:custGeom>
              <a:avLst/>
              <a:gdLst>
                <a:gd name="T0" fmla="*/ 76 w 76"/>
                <a:gd name="T1" fmla="*/ 82 h 82"/>
                <a:gd name="T2" fmla="*/ 37 w 76"/>
                <a:gd name="T3" fmla="*/ 0 h 82"/>
                <a:gd name="T4" fmla="*/ 0 w 76"/>
                <a:gd name="T5" fmla="*/ 82 h 82"/>
                <a:gd name="T6" fmla="*/ 76 w 76"/>
                <a:gd name="T7" fmla="*/ 82 h 8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2">
                  <a:moveTo>
                    <a:pt x="76" y="82"/>
                  </a:moveTo>
                  <a:lnTo>
                    <a:pt x="37" y="0"/>
                  </a:lnTo>
                  <a:lnTo>
                    <a:pt x="0" y="82"/>
                  </a:lnTo>
                  <a:lnTo>
                    <a:pt x="76" y="8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5870" name="Freeform 671"/>
            <p:cNvSpPr/>
            <p:nvPr/>
          </p:nvSpPr>
          <p:spPr bwMode="auto">
            <a:xfrm>
              <a:off x="4002" y="1261"/>
              <a:ext cx="76" cy="80"/>
            </a:xfrm>
            <a:custGeom>
              <a:avLst/>
              <a:gdLst>
                <a:gd name="T0" fmla="*/ 0 w 76"/>
                <a:gd name="T1" fmla="*/ 0 h 80"/>
                <a:gd name="T2" fmla="*/ 37 w 76"/>
                <a:gd name="T3" fmla="*/ 80 h 80"/>
                <a:gd name="T4" fmla="*/ 76 w 76"/>
                <a:gd name="T5" fmla="*/ 0 h 80"/>
                <a:gd name="T6" fmla="*/ 0 w 76"/>
                <a:gd name="T7" fmla="*/ 0 h 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0">
                  <a:moveTo>
                    <a:pt x="0" y="0"/>
                  </a:moveTo>
                  <a:lnTo>
                    <a:pt x="37" y="80"/>
                  </a:lnTo>
                  <a:lnTo>
                    <a:pt x="76"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5264" name="Group 672"/>
          <p:cNvGrpSpPr/>
          <p:nvPr/>
        </p:nvGrpSpPr>
        <p:grpSpPr bwMode="auto">
          <a:xfrm>
            <a:off x="3482975" y="2720975"/>
            <a:ext cx="120650" cy="592138"/>
            <a:chOff x="1234" y="1714"/>
            <a:chExt cx="76" cy="373"/>
          </a:xfrm>
        </p:grpSpPr>
        <p:sp>
          <p:nvSpPr>
            <p:cNvPr id="435865" name="Line 673"/>
            <p:cNvSpPr>
              <a:spLocks noChangeShapeType="1"/>
            </p:cNvSpPr>
            <p:nvPr/>
          </p:nvSpPr>
          <p:spPr bwMode="auto">
            <a:xfrm>
              <a:off x="1272" y="1792"/>
              <a:ext cx="1" cy="217"/>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5866" name="Freeform 674"/>
            <p:cNvSpPr/>
            <p:nvPr/>
          </p:nvSpPr>
          <p:spPr bwMode="auto">
            <a:xfrm>
              <a:off x="1234" y="1714"/>
              <a:ext cx="76" cy="81"/>
            </a:xfrm>
            <a:custGeom>
              <a:avLst/>
              <a:gdLst>
                <a:gd name="T0" fmla="*/ 76 w 76"/>
                <a:gd name="T1" fmla="*/ 81 h 81"/>
                <a:gd name="T2" fmla="*/ 38 w 76"/>
                <a:gd name="T3" fmla="*/ 0 h 81"/>
                <a:gd name="T4" fmla="*/ 0 w 76"/>
                <a:gd name="T5" fmla="*/ 81 h 81"/>
                <a:gd name="T6" fmla="*/ 76 w 76"/>
                <a:gd name="T7" fmla="*/ 81 h 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1">
                  <a:moveTo>
                    <a:pt x="76" y="81"/>
                  </a:moveTo>
                  <a:lnTo>
                    <a:pt x="38" y="0"/>
                  </a:lnTo>
                  <a:lnTo>
                    <a:pt x="0" y="81"/>
                  </a:lnTo>
                  <a:lnTo>
                    <a:pt x="76" y="81"/>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5867" name="Freeform 675"/>
            <p:cNvSpPr/>
            <p:nvPr/>
          </p:nvSpPr>
          <p:spPr bwMode="auto">
            <a:xfrm>
              <a:off x="1234" y="2006"/>
              <a:ext cx="76" cy="81"/>
            </a:xfrm>
            <a:custGeom>
              <a:avLst/>
              <a:gdLst>
                <a:gd name="T0" fmla="*/ 0 w 76"/>
                <a:gd name="T1" fmla="*/ 0 h 81"/>
                <a:gd name="T2" fmla="*/ 38 w 76"/>
                <a:gd name="T3" fmla="*/ 81 h 81"/>
                <a:gd name="T4" fmla="*/ 76 w 76"/>
                <a:gd name="T5" fmla="*/ 0 h 81"/>
                <a:gd name="T6" fmla="*/ 0 w 76"/>
                <a:gd name="T7" fmla="*/ 0 h 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1">
                  <a:moveTo>
                    <a:pt x="0" y="0"/>
                  </a:moveTo>
                  <a:lnTo>
                    <a:pt x="38" y="81"/>
                  </a:lnTo>
                  <a:lnTo>
                    <a:pt x="76"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5265" name="Group 676"/>
          <p:cNvGrpSpPr/>
          <p:nvPr/>
        </p:nvGrpSpPr>
        <p:grpSpPr bwMode="auto">
          <a:xfrm>
            <a:off x="7602538" y="2720975"/>
            <a:ext cx="120650" cy="592138"/>
            <a:chOff x="3829" y="1714"/>
            <a:chExt cx="76" cy="373"/>
          </a:xfrm>
        </p:grpSpPr>
        <p:sp>
          <p:nvSpPr>
            <p:cNvPr id="435862" name="Line 677"/>
            <p:cNvSpPr>
              <a:spLocks noChangeShapeType="1"/>
            </p:cNvSpPr>
            <p:nvPr/>
          </p:nvSpPr>
          <p:spPr bwMode="auto">
            <a:xfrm>
              <a:off x="3866" y="1792"/>
              <a:ext cx="1" cy="217"/>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5863" name="Freeform 678"/>
            <p:cNvSpPr/>
            <p:nvPr/>
          </p:nvSpPr>
          <p:spPr bwMode="auto">
            <a:xfrm>
              <a:off x="3829" y="1714"/>
              <a:ext cx="76" cy="81"/>
            </a:xfrm>
            <a:custGeom>
              <a:avLst/>
              <a:gdLst>
                <a:gd name="T0" fmla="*/ 76 w 76"/>
                <a:gd name="T1" fmla="*/ 81 h 81"/>
                <a:gd name="T2" fmla="*/ 37 w 76"/>
                <a:gd name="T3" fmla="*/ 0 h 81"/>
                <a:gd name="T4" fmla="*/ 0 w 76"/>
                <a:gd name="T5" fmla="*/ 81 h 81"/>
                <a:gd name="T6" fmla="*/ 76 w 76"/>
                <a:gd name="T7" fmla="*/ 81 h 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1">
                  <a:moveTo>
                    <a:pt x="76" y="81"/>
                  </a:moveTo>
                  <a:lnTo>
                    <a:pt x="37" y="0"/>
                  </a:lnTo>
                  <a:lnTo>
                    <a:pt x="0" y="81"/>
                  </a:lnTo>
                  <a:lnTo>
                    <a:pt x="76" y="81"/>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5864" name="Freeform 679"/>
            <p:cNvSpPr/>
            <p:nvPr/>
          </p:nvSpPr>
          <p:spPr bwMode="auto">
            <a:xfrm>
              <a:off x="3829" y="2006"/>
              <a:ext cx="76" cy="81"/>
            </a:xfrm>
            <a:custGeom>
              <a:avLst/>
              <a:gdLst>
                <a:gd name="T0" fmla="*/ 0 w 76"/>
                <a:gd name="T1" fmla="*/ 0 h 81"/>
                <a:gd name="T2" fmla="*/ 37 w 76"/>
                <a:gd name="T3" fmla="*/ 81 h 81"/>
                <a:gd name="T4" fmla="*/ 76 w 76"/>
                <a:gd name="T5" fmla="*/ 0 h 81"/>
                <a:gd name="T6" fmla="*/ 0 w 76"/>
                <a:gd name="T7" fmla="*/ 0 h 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1">
                  <a:moveTo>
                    <a:pt x="0" y="0"/>
                  </a:moveTo>
                  <a:lnTo>
                    <a:pt x="37" y="81"/>
                  </a:lnTo>
                  <a:lnTo>
                    <a:pt x="76"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5266" name="Group 680"/>
          <p:cNvGrpSpPr/>
          <p:nvPr/>
        </p:nvGrpSpPr>
        <p:grpSpPr bwMode="auto">
          <a:xfrm>
            <a:off x="4581525" y="3805239"/>
            <a:ext cx="120650" cy="592137"/>
            <a:chOff x="1926" y="2397"/>
            <a:chExt cx="76" cy="373"/>
          </a:xfrm>
        </p:grpSpPr>
        <p:sp>
          <p:nvSpPr>
            <p:cNvPr id="435859" name="Line 681"/>
            <p:cNvSpPr>
              <a:spLocks noChangeShapeType="1"/>
            </p:cNvSpPr>
            <p:nvPr/>
          </p:nvSpPr>
          <p:spPr bwMode="auto">
            <a:xfrm>
              <a:off x="1964" y="2475"/>
              <a:ext cx="1" cy="217"/>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5860" name="Freeform 682"/>
            <p:cNvSpPr/>
            <p:nvPr/>
          </p:nvSpPr>
          <p:spPr bwMode="auto">
            <a:xfrm>
              <a:off x="1926" y="2397"/>
              <a:ext cx="76" cy="82"/>
            </a:xfrm>
            <a:custGeom>
              <a:avLst/>
              <a:gdLst>
                <a:gd name="T0" fmla="*/ 76 w 76"/>
                <a:gd name="T1" fmla="*/ 82 h 82"/>
                <a:gd name="T2" fmla="*/ 38 w 76"/>
                <a:gd name="T3" fmla="*/ 0 h 82"/>
                <a:gd name="T4" fmla="*/ 0 w 76"/>
                <a:gd name="T5" fmla="*/ 82 h 82"/>
                <a:gd name="T6" fmla="*/ 76 w 76"/>
                <a:gd name="T7" fmla="*/ 82 h 8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2">
                  <a:moveTo>
                    <a:pt x="76" y="82"/>
                  </a:moveTo>
                  <a:lnTo>
                    <a:pt x="38" y="0"/>
                  </a:lnTo>
                  <a:lnTo>
                    <a:pt x="0" y="82"/>
                  </a:lnTo>
                  <a:lnTo>
                    <a:pt x="76" y="8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5861" name="Freeform 683"/>
            <p:cNvSpPr/>
            <p:nvPr/>
          </p:nvSpPr>
          <p:spPr bwMode="auto">
            <a:xfrm>
              <a:off x="1926" y="2690"/>
              <a:ext cx="76" cy="80"/>
            </a:xfrm>
            <a:custGeom>
              <a:avLst/>
              <a:gdLst>
                <a:gd name="T0" fmla="*/ 0 w 76"/>
                <a:gd name="T1" fmla="*/ 0 h 80"/>
                <a:gd name="T2" fmla="*/ 38 w 76"/>
                <a:gd name="T3" fmla="*/ 80 h 80"/>
                <a:gd name="T4" fmla="*/ 76 w 76"/>
                <a:gd name="T5" fmla="*/ 0 h 80"/>
                <a:gd name="T6" fmla="*/ 0 w 76"/>
                <a:gd name="T7" fmla="*/ 0 h 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0">
                  <a:moveTo>
                    <a:pt x="0" y="0"/>
                  </a:moveTo>
                  <a:lnTo>
                    <a:pt x="38" y="80"/>
                  </a:lnTo>
                  <a:lnTo>
                    <a:pt x="76"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5267" name="Group 684"/>
          <p:cNvGrpSpPr/>
          <p:nvPr/>
        </p:nvGrpSpPr>
        <p:grpSpPr bwMode="auto">
          <a:xfrm>
            <a:off x="5680075" y="2720975"/>
            <a:ext cx="120650" cy="1676400"/>
            <a:chOff x="2618" y="1714"/>
            <a:chExt cx="76" cy="1056"/>
          </a:xfrm>
        </p:grpSpPr>
        <p:sp>
          <p:nvSpPr>
            <p:cNvPr id="435856" name="Line 685"/>
            <p:cNvSpPr>
              <a:spLocks noChangeShapeType="1"/>
            </p:cNvSpPr>
            <p:nvPr/>
          </p:nvSpPr>
          <p:spPr bwMode="auto">
            <a:xfrm>
              <a:off x="2655" y="1792"/>
              <a:ext cx="1" cy="900"/>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5857" name="Freeform 686"/>
            <p:cNvSpPr/>
            <p:nvPr/>
          </p:nvSpPr>
          <p:spPr bwMode="auto">
            <a:xfrm>
              <a:off x="2618" y="1714"/>
              <a:ext cx="76" cy="81"/>
            </a:xfrm>
            <a:custGeom>
              <a:avLst/>
              <a:gdLst>
                <a:gd name="T0" fmla="*/ 76 w 76"/>
                <a:gd name="T1" fmla="*/ 81 h 81"/>
                <a:gd name="T2" fmla="*/ 37 w 76"/>
                <a:gd name="T3" fmla="*/ 0 h 81"/>
                <a:gd name="T4" fmla="*/ 0 w 76"/>
                <a:gd name="T5" fmla="*/ 81 h 81"/>
                <a:gd name="T6" fmla="*/ 76 w 76"/>
                <a:gd name="T7" fmla="*/ 81 h 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1">
                  <a:moveTo>
                    <a:pt x="76" y="81"/>
                  </a:moveTo>
                  <a:lnTo>
                    <a:pt x="37" y="0"/>
                  </a:lnTo>
                  <a:lnTo>
                    <a:pt x="0" y="81"/>
                  </a:lnTo>
                  <a:lnTo>
                    <a:pt x="76" y="81"/>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5858" name="Freeform 687"/>
            <p:cNvSpPr/>
            <p:nvPr/>
          </p:nvSpPr>
          <p:spPr bwMode="auto">
            <a:xfrm>
              <a:off x="2618" y="2690"/>
              <a:ext cx="76" cy="80"/>
            </a:xfrm>
            <a:custGeom>
              <a:avLst/>
              <a:gdLst>
                <a:gd name="T0" fmla="*/ 0 w 76"/>
                <a:gd name="T1" fmla="*/ 0 h 80"/>
                <a:gd name="T2" fmla="*/ 37 w 76"/>
                <a:gd name="T3" fmla="*/ 80 h 80"/>
                <a:gd name="T4" fmla="*/ 76 w 76"/>
                <a:gd name="T5" fmla="*/ 0 h 80"/>
                <a:gd name="T6" fmla="*/ 0 w 76"/>
                <a:gd name="T7" fmla="*/ 0 h 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0">
                  <a:moveTo>
                    <a:pt x="0" y="0"/>
                  </a:moveTo>
                  <a:lnTo>
                    <a:pt x="37" y="80"/>
                  </a:lnTo>
                  <a:lnTo>
                    <a:pt x="76"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5268" name="Group 688"/>
          <p:cNvGrpSpPr/>
          <p:nvPr/>
        </p:nvGrpSpPr>
        <p:grpSpPr bwMode="auto">
          <a:xfrm>
            <a:off x="3908426" y="4629151"/>
            <a:ext cx="366713" cy="130175"/>
            <a:chOff x="1502" y="2916"/>
            <a:chExt cx="231" cy="82"/>
          </a:xfrm>
        </p:grpSpPr>
        <p:sp>
          <p:nvSpPr>
            <p:cNvPr id="435853" name="Line 689"/>
            <p:cNvSpPr>
              <a:spLocks noChangeShapeType="1"/>
            </p:cNvSpPr>
            <p:nvPr/>
          </p:nvSpPr>
          <p:spPr bwMode="auto">
            <a:xfrm>
              <a:off x="1574" y="2956"/>
              <a:ext cx="87" cy="1"/>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5854" name="Freeform 690"/>
            <p:cNvSpPr/>
            <p:nvPr/>
          </p:nvSpPr>
          <p:spPr bwMode="auto">
            <a:xfrm>
              <a:off x="1502" y="2916"/>
              <a:ext cx="76" cy="82"/>
            </a:xfrm>
            <a:custGeom>
              <a:avLst/>
              <a:gdLst>
                <a:gd name="T0" fmla="*/ 76 w 76"/>
                <a:gd name="T1" fmla="*/ 0 h 82"/>
                <a:gd name="T2" fmla="*/ 0 w 76"/>
                <a:gd name="T3" fmla="*/ 40 h 82"/>
                <a:gd name="T4" fmla="*/ 76 w 76"/>
                <a:gd name="T5" fmla="*/ 82 h 82"/>
                <a:gd name="T6" fmla="*/ 76 w 76"/>
                <a:gd name="T7" fmla="*/ 0 h 8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2">
                  <a:moveTo>
                    <a:pt x="76" y="0"/>
                  </a:moveTo>
                  <a:lnTo>
                    <a:pt x="0" y="40"/>
                  </a:lnTo>
                  <a:lnTo>
                    <a:pt x="76" y="82"/>
                  </a:lnTo>
                  <a:lnTo>
                    <a:pt x="76"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5855" name="Freeform 691"/>
            <p:cNvSpPr/>
            <p:nvPr/>
          </p:nvSpPr>
          <p:spPr bwMode="auto">
            <a:xfrm>
              <a:off x="1658" y="2916"/>
              <a:ext cx="75" cy="82"/>
            </a:xfrm>
            <a:custGeom>
              <a:avLst/>
              <a:gdLst>
                <a:gd name="T0" fmla="*/ 0 w 75"/>
                <a:gd name="T1" fmla="*/ 82 h 82"/>
                <a:gd name="T2" fmla="*/ 75 w 75"/>
                <a:gd name="T3" fmla="*/ 40 h 82"/>
                <a:gd name="T4" fmla="*/ 0 w 75"/>
                <a:gd name="T5" fmla="*/ 0 h 82"/>
                <a:gd name="T6" fmla="*/ 0 w 75"/>
                <a:gd name="T7" fmla="*/ 82 h 8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 h="82">
                  <a:moveTo>
                    <a:pt x="0" y="82"/>
                  </a:moveTo>
                  <a:lnTo>
                    <a:pt x="75" y="40"/>
                  </a:lnTo>
                  <a:lnTo>
                    <a:pt x="0" y="0"/>
                  </a:lnTo>
                  <a:lnTo>
                    <a:pt x="0" y="8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5269" name="Group 692"/>
          <p:cNvGrpSpPr/>
          <p:nvPr/>
        </p:nvGrpSpPr>
        <p:grpSpPr bwMode="auto">
          <a:xfrm>
            <a:off x="6562725" y="4530726"/>
            <a:ext cx="458788" cy="130175"/>
            <a:chOff x="3174" y="2854"/>
            <a:chExt cx="289" cy="82"/>
          </a:xfrm>
        </p:grpSpPr>
        <p:sp>
          <p:nvSpPr>
            <p:cNvPr id="435851" name="Line 693"/>
            <p:cNvSpPr>
              <a:spLocks noChangeShapeType="1"/>
            </p:cNvSpPr>
            <p:nvPr/>
          </p:nvSpPr>
          <p:spPr bwMode="auto">
            <a:xfrm flipH="1">
              <a:off x="3246" y="2894"/>
              <a:ext cx="217" cy="1"/>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5852" name="Freeform 694"/>
            <p:cNvSpPr/>
            <p:nvPr/>
          </p:nvSpPr>
          <p:spPr bwMode="auto">
            <a:xfrm>
              <a:off x="3174" y="2854"/>
              <a:ext cx="76" cy="82"/>
            </a:xfrm>
            <a:custGeom>
              <a:avLst/>
              <a:gdLst>
                <a:gd name="T0" fmla="*/ 76 w 76"/>
                <a:gd name="T1" fmla="*/ 0 h 82"/>
                <a:gd name="T2" fmla="*/ 0 w 76"/>
                <a:gd name="T3" fmla="*/ 40 h 82"/>
                <a:gd name="T4" fmla="*/ 76 w 76"/>
                <a:gd name="T5" fmla="*/ 82 h 82"/>
                <a:gd name="T6" fmla="*/ 76 w 76"/>
                <a:gd name="T7" fmla="*/ 0 h 8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2">
                  <a:moveTo>
                    <a:pt x="76" y="0"/>
                  </a:moveTo>
                  <a:lnTo>
                    <a:pt x="0" y="40"/>
                  </a:lnTo>
                  <a:lnTo>
                    <a:pt x="76" y="82"/>
                  </a:lnTo>
                  <a:lnTo>
                    <a:pt x="76"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5270" name="Group 695"/>
          <p:cNvGrpSpPr/>
          <p:nvPr/>
        </p:nvGrpSpPr>
        <p:grpSpPr bwMode="auto">
          <a:xfrm>
            <a:off x="7602538" y="3903663"/>
            <a:ext cx="120650" cy="493712"/>
            <a:chOff x="3829" y="2459"/>
            <a:chExt cx="76" cy="311"/>
          </a:xfrm>
        </p:grpSpPr>
        <p:sp>
          <p:nvSpPr>
            <p:cNvPr id="435849" name="Line 696"/>
            <p:cNvSpPr>
              <a:spLocks noChangeShapeType="1"/>
            </p:cNvSpPr>
            <p:nvPr/>
          </p:nvSpPr>
          <p:spPr bwMode="auto">
            <a:xfrm>
              <a:off x="3866" y="2459"/>
              <a:ext cx="1" cy="233"/>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5850" name="Freeform 697"/>
            <p:cNvSpPr/>
            <p:nvPr/>
          </p:nvSpPr>
          <p:spPr bwMode="auto">
            <a:xfrm>
              <a:off x="3829" y="2690"/>
              <a:ext cx="76" cy="80"/>
            </a:xfrm>
            <a:custGeom>
              <a:avLst/>
              <a:gdLst>
                <a:gd name="T0" fmla="*/ 0 w 76"/>
                <a:gd name="T1" fmla="*/ 0 h 80"/>
                <a:gd name="T2" fmla="*/ 37 w 76"/>
                <a:gd name="T3" fmla="*/ 80 h 80"/>
                <a:gd name="T4" fmla="*/ 76 w 76"/>
                <a:gd name="T5" fmla="*/ 0 h 80"/>
                <a:gd name="T6" fmla="*/ 0 w 76"/>
                <a:gd name="T7" fmla="*/ 0 h 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0">
                  <a:moveTo>
                    <a:pt x="0" y="0"/>
                  </a:moveTo>
                  <a:lnTo>
                    <a:pt x="37" y="80"/>
                  </a:lnTo>
                  <a:lnTo>
                    <a:pt x="76"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5271" name="Group 698"/>
          <p:cNvGrpSpPr/>
          <p:nvPr/>
        </p:nvGrpSpPr>
        <p:grpSpPr bwMode="auto">
          <a:xfrm>
            <a:off x="3117850" y="3805238"/>
            <a:ext cx="120650" cy="493712"/>
            <a:chOff x="1004" y="2397"/>
            <a:chExt cx="76" cy="311"/>
          </a:xfrm>
        </p:grpSpPr>
        <p:sp>
          <p:nvSpPr>
            <p:cNvPr id="435847" name="Line 699"/>
            <p:cNvSpPr>
              <a:spLocks noChangeShapeType="1"/>
            </p:cNvSpPr>
            <p:nvPr/>
          </p:nvSpPr>
          <p:spPr bwMode="auto">
            <a:xfrm flipV="1">
              <a:off x="1041" y="2475"/>
              <a:ext cx="1" cy="233"/>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5848" name="Freeform 700"/>
            <p:cNvSpPr/>
            <p:nvPr/>
          </p:nvSpPr>
          <p:spPr bwMode="auto">
            <a:xfrm>
              <a:off x="1004" y="2397"/>
              <a:ext cx="76" cy="82"/>
            </a:xfrm>
            <a:custGeom>
              <a:avLst/>
              <a:gdLst>
                <a:gd name="T0" fmla="*/ 76 w 76"/>
                <a:gd name="T1" fmla="*/ 82 h 82"/>
                <a:gd name="T2" fmla="*/ 37 w 76"/>
                <a:gd name="T3" fmla="*/ 0 h 82"/>
                <a:gd name="T4" fmla="*/ 0 w 76"/>
                <a:gd name="T5" fmla="*/ 82 h 82"/>
                <a:gd name="T6" fmla="*/ 76 w 76"/>
                <a:gd name="T7" fmla="*/ 82 h 8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 h="82">
                  <a:moveTo>
                    <a:pt x="76" y="82"/>
                  </a:moveTo>
                  <a:lnTo>
                    <a:pt x="37" y="0"/>
                  </a:lnTo>
                  <a:lnTo>
                    <a:pt x="0" y="82"/>
                  </a:lnTo>
                  <a:lnTo>
                    <a:pt x="76" y="8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sp>
        <p:nvSpPr>
          <p:cNvPr id="435272" name="Rectangle 701"/>
          <p:cNvSpPr>
            <a:spLocks noChangeArrowheads="1"/>
          </p:cNvSpPr>
          <p:nvPr/>
        </p:nvSpPr>
        <p:spPr bwMode="auto">
          <a:xfrm>
            <a:off x="9491664" y="2798763"/>
            <a:ext cx="554037" cy="189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73" name="Rectangle 702"/>
          <p:cNvSpPr>
            <a:spLocks noChangeArrowheads="1"/>
          </p:cNvSpPr>
          <p:nvPr/>
        </p:nvSpPr>
        <p:spPr bwMode="auto">
          <a:xfrm rot="5400000">
            <a:off x="8854282" y="3561557"/>
            <a:ext cx="17526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专家系统核心</a:t>
            </a:r>
            <a:endParaRPr lang="zh-CN" altLang="en-US">
              <a:solidFill>
                <a:srgbClr val="000000"/>
              </a:solidFill>
            </a:endParaRPr>
          </a:p>
        </p:txBody>
      </p:sp>
      <p:grpSp>
        <p:nvGrpSpPr>
          <p:cNvPr id="435274" name="Group 703"/>
          <p:cNvGrpSpPr/>
          <p:nvPr/>
        </p:nvGrpSpPr>
        <p:grpSpPr bwMode="auto">
          <a:xfrm>
            <a:off x="4086225" y="4095750"/>
            <a:ext cx="5411788" cy="1195388"/>
            <a:chOff x="1614" y="2580"/>
            <a:chExt cx="3409" cy="753"/>
          </a:xfrm>
        </p:grpSpPr>
        <p:grpSp>
          <p:nvGrpSpPr>
            <p:cNvPr id="435277" name="Group 704"/>
            <p:cNvGrpSpPr/>
            <p:nvPr/>
          </p:nvGrpSpPr>
          <p:grpSpPr bwMode="auto">
            <a:xfrm>
              <a:off x="1614" y="2584"/>
              <a:ext cx="2187" cy="749"/>
              <a:chOff x="1614" y="2584"/>
              <a:chExt cx="2187" cy="749"/>
            </a:xfrm>
          </p:grpSpPr>
          <p:sp>
            <p:nvSpPr>
              <p:cNvPr id="435647" name="Rectangle 705"/>
              <p:cNvSpPr>
                <a:spLocks noChangeArrowheads="1"/>
              </p:cNvSpPr>
              <p:nvPr/>
            </p:nvSpPr>
            <p:spPr bwMode="auto">
              <a:xfrm>
                <a:off x="1614" y="2584"/>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48" name="Rectangle 706"/>
              <p:cNvSpPr>
                <a:spLocks noChangeArrowheads="1"/>
              </p:cNvSpPr>
              <p:nvPr/>
            </p:nvSpPr>
            <p:spPr bwMode="auto">
              <a:xfrm>
                <a:off x="1614" y="2599"/>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49" name="Rectangle 707"/>
              <p:cNvSpPr>
                <a:spLocks noChangeArrowheads="1"/>
              </p:cNvSpPr>
              <p:nvPr/>
            </p:nvSpPr>
            <p:spPr bwMode="auto">
              <a:xfrm>
                <a:off x="1614" y="2615"/>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50" name="Rectangle 708"/>
              <p:cNvSpPr>
                <a:spLocks noChangeArrowheads="1"/>
              </p:cNvSpPr>
              <p:nvPr/>
            </p:nvSpPr>
            <p:spPr bwMode="auto">
              <a:xfrm>
                <a:off x="1614" y="263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51" name="Rectangle 709"/>
              <p:cNvSpPr>
                <a:spLocks noChangeArrowheads="1"/>
              </p:cNvSpPr>
              <p:nvPr/>
            </p:nvSpPr>
            <p:spPr bwMode="auto">
              <a:xfrm>
                <a:off x="1614" y="264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52" name="Rectangle 710"/>
              <p:cNvSpPr>
                <a:spLocks noChangeArrowheads="1"/>
              </p:cNvSpPr>
              <p:nvPr/>
            </p:nvSpPr>
            <p:spPr bwMode="auto">
              <a:xfrm>
                <a:off x="1614" y="2661"/>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53" name="Rectangle 711"/>
              <p:cNvSpPr>
                <a:spLocks noChangeArrowheads="1"/>
              </p:cNvSpPr>
              <p:nvPr/>
            </p:nvSpPr>
            <p:spPr bwMode="auto">
              <a:xfrm>
                <a:off x="1614" y="2677"/>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54" name="Rectangle 712"/>
              <p:cNvSpPr>
                <a:spLocks noChangeArrowheads="1"/>
              </p:cNvSpPr>
              <p:nvPr/>
            </p:nvSpPr>
            <p:spPr bwMode="auto">
              <a:xfrm>
                <a:off x="1614" y="2692"/>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55" name="Rectangle 713"/>
              <p:cNvSpPr>
                <a:spLocks noChangeArrowheads="1"/>
              </p:cNvSpPr>
              <p:nvPr/>
            </p:nvSpPr>
            <p:spPr bwMode="auto">
              <a:xfrm>
                <a:off x="1614" y="2708"/>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56" name="Rectangle 714"/>
              <p:cNvSpPr>
                <a:spLocks noChangeArrowheads="1"/>
              </p:cNvSpPr>
              <p:nvPr/>
            </p:nvSpPr>
            <p:spPr bwMode="auto">
              <a:xfrm>
                <a:off x="1614" y="2723"/>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57" name="Rectangle 715"/>
              <p:cNvSpPr>
                <a:spLocks noChangeArrowheads="1"/>
              </p:cNvSpPr>
              <p:nvPr/>
            </p:nvSpPr>
            <p:spPr bwMode="auto">
              <a:xfrm>
                <a:off x="1614" y="2739"/>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58" name="Rectangle 716"/>
              <p:cNvSpPr>
                <a:spLocks noChangeArrowheads="1"/>
              </p:cNvSpPr>
              <p:nvPr/>
            </p:nvSpPr>
            <p:spPr bwMode="auto">
              <a:xfrm>
                <a:off x="1614" y="2754"/>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59" name="Rectangle 717"/>
              <p:cNvSpPr>
                <a:spLocks noChangeArrowheads="1"/>
              </p:cNvSpPr>
              <p:nvPr/>
            </p:nvSpPr>
            <p:spPr bwMode="auto">
              <a:xfrm>
                <a:off x="1614" y="277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60" name="Rectangle 718"/>
              <p:cNvSpPr>
                <a:spLocks noChangeArrowheads="1"/>
              </p:cNvSpPr>
              <p:nvPr/>
            </p:nvSpPr>
            <p:spPr bwMode="auto">
              <a:xfrm>
                <a:off x="1614" y="2786"/>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61" name="Rectangle 719"/>
              <p:cNvSpPr>
                <a:spLocks noChangeArrowheads="1"/>
              </p:cNvSpPr>
              <p:nvPr/>
            </p:nvSpPr>
            <p:spPr bwMode="auto">
              <a:xfrm>
                <a:off x="1614" y="2801"/>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62" name="Rectangle 720"/>
              <p:cNvSpPr>
                <a:spLocks noChangeArrowheads="1"/>
              </p:cNvSpPr>
              <p:nvPr/>
            </p:nvSpPr>
            <p:spPr bwMode="auto">
              <a:xfrm>
                <a:off x="1614" y="2817"/>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63" name="Rectangle 721"/>
              <p:cNvSpPr>
                <a:spLocks noChangeArrowheads="1"/>
              </p:cNvSpPr>
              <p:nvPr/>
            </p:nvSpPr>
            <p:spPr bwMode="auto">
              <a:xfrm>
                <a:off x="1614" y="2832"/>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64" name="Rectangle 722"/>
              <p:cNvSpPr>
                <a:spLocks noChangeArrowheads="1"/>
              </p:cNvSpPr>
              <p:nvPr/>
            </p:nvSpPr>
            <p:spPr bwMode="auto">
              <a:xfrm>
                <a:off x="1614" y="2848"/>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65" name="Rectangle 723"/>
              <p:cNvSpPr>
                <a:spLocks noChangeArrowheads="1"/>
              </p:cNvSpPr>
              <p:nvPr/>
            </p:nvSpPr>
            <p:spPr bwMode="auto">
              <a:xfrm>
                <a:off x="1614" y="2863"/>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66" name="Rectangle 724"/>
              <p:cNvSpPr>
                <a:spLocks noChangeArrowheads="1"/>
              </p:cNvSpPr>
              <p:nvPr/>
            </p:nvSpPr>
            <p:spPr bwMode="auto">
              <a:xfrm>
                <a:off x="1614" y="2879"/>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67" name="Rectangle 725"/>
              <p:cNvSpPr>
                <a:spLocks noChangeArrowheads="1"/>
              </p:cNvSpPr>
              <p:nvPr/>
            </p:nvSpPr>
            <p:spPr bwMode="auto">
              <a:xfrm>
                <a:off x="1614" y="2894"/>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68" name="Rectangle 726"/>
              <p:cNvSpPr>
                <a:spLocks noChangeArrowheads="1"/>
              </p:cNvSpPr>
              <p:nvPr/>
            </p:nvSpPr>
            <p:spPr bwMode="auto">
              <a:xfrm>
                <a:off x="1614" y="291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69" name="Rectangle 727"/>
              <p:cNvSpPr>
                <a:spLocks noChangeArrowheads="1"/>
              </p:cNvSpPr>
              <p:nvPr/>
            </p:nvSpPr>
            <p:spPr bwMode="auto">
              <a:xfrm>
                <a:off x="1614" y="29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70" name="Rectangle 728"/>
              <p:cNvSpPr>
                <a:spLocks noChangeArrowheads="1"/>
              </p:cNvSpPr>
              <p:nvPr/>
            </p:nvSpPr>
            <p:spPr bwMode="auto">
              <a:xfrm>
                <a:off x="1614" y="2941"/>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71" name="Rectangle 729"/>
              <p:cNvSpPr>
                <a:spLocks noChangeArrowheads="1"/>
              </p:cNvSpPr>
              <p:nvPr/>
            </p:nvSpPr>
            <p:spPr bwMode="auto">
              <a:xfrm>
                <a:off x="1614" y="295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72" name="Rectangle 730"/>
              <p:cNvSpPr>
                <a:spLocks noChangeArrowheads="1"/>
              </p:cNvSpPr>
              <p:nvPr/>
            </p:nvSpPr>
            <p:spPr bwMode="auto">
              <a:xfrm>
                <a:off x="1614" y="2972"/>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73" name="Rectangle 731"/>
              <p:cNvSpPr>
                <a:spLocks noChangeArrowheads="1"/>
              </p:cNvSpPr>
              <p:nvPr/>
            </p:nvSpPr>
            <p:spPr bwMode="auto">
              <a:xfrm>
                <a:off x="1614" y="2987"/>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74" name="Rectangle 732"/>
              <p:cNvSpPr>
                <a:spLocks noChangeArrowheads="1"/>
              </p:cNvSpPr>
              <p:nvPr/>
            </p:nvSpPr>
            <p:spPr bwMode="auto">
              <a:xfrm>
                <a:off x="1614" y="3003"/>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75" name="Rectangle 733"/>
              <p:cNvSpPr>
                <a:spLocks noChangeArrowheads="1"/>
              </p:cNvSpPr>
              <p:nvPr/>
            </p:nvSpPr>
            <p:spPr bwMode="auto">
              <a:xfrm>
                <a:off x="1614" y="3018"/>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76" name="Rectangle 734"/>
              <p:cNvSpPr>
                <a:spLocks noChangeArrowheads="1"/>
              </p:cNvSpPr>
              <p:nvPr/>
            </p:nvSpPr>
            <p:spPr bwMode="auto">
              <a:xfrm>
                <a:off x="1614" y="3034"/>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77" name="Rectangle 735"/>
              <p:cNvSpPr>
                <a:spLocks noChangeArrowheads="1"/>
              </p:cNvSpPr>
              <p:nvPr/>
            </p:nvSpPr>
            <p:spPr bwMode="auto">
              <a:xfrm>
                <a:off x="1614" y="3050"/>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78" name="Rectangle 736"/>
              <p:cNvSpPr>
                <a:spLocks noChangeArrowheads="1"/>
              </p:cNvSpPr>
              <p:nvPr/>
            </p:nvSpPr>
            <p:spPr bwMode="auto">
              <a:xfrm>
                <a:off x="1614" y="306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79" name="Rectangle 737"/>
              <p:cNvSpPr>
                <a:spLocks noChangeArrowheads="1"/>
              </p:cNvSpPr>
              <p:nvPr/>
            </p:nvSpPr>
            <p:spPr bwMode="auto">
              <a:xfrm>
                <a:off x="1614" y="3081"/>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80" name="Rectangle 738"/>
              <p:cNvSpPr>
                <a:spLocks noChangeArrowheads="1"/>
              </p:cNvSpPr>
              <p:nvPr/>
            </p:nvSpPr>
            <p:spPr bwMode="auto">
              <a:xfrm>
                <a:off x="1614" y="309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81" name="Rectangle 739"/>
              <p:cNvSpPr>
                <a:spLocks noChangeArrowheads="1"/>
              </p:cNvSpPr>
              <p:nvPr/>
            </p:nvSpPr>
            <p:spPr bwMode="auto">
              <a:xfrm>
                <a:off x="1614" y="3112"/>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82" name="Rectangle 740"/>
              <p:cNvSpPr>
                <a:spLocks noChangeArrowheads="1"/>
              </p:cNvSpPr>
              <p:nvPr/>
            </p:nvSpPr>
            <p:spPr bwMode="auto">
              <a:xfrm>
                <a:off x="1614" y="3127"/>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83" name="Rectangle 741"/>
              <p:cNvSpPr>
                <a:spLocks noChangeArrowheads="1"/>
              </p:cNvSpPr>
              <p:nvPr/>
            </p:nvSpPr>
            <p:spPr bwMode="auto">
              <a:xfrm>
                <a:off x="1614" y="3143"/>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84" name="Rectangle 742"/>
              <p:cNvSpPr>
                <a:spLocks noChangeArrowheads="1"/>
              </p:cNvSpPr>
              <p:nvPr/>
            </p:nvSpPr>
            <p:spPr bwMode="auto">
              <a:xfrm>
                <a:off x="1614" y="3158"/>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85" name="Rectangle 743"/>
              <p:cNvSpPr>
                <a:spLocks noChangeArrowheads="1"/>
              </p:cNvSpPr>
              <p:nvPr/>
            </p:nvSpPr>
            <p:spPr bwMode="auto">
              <a:xfrm>
                <a:off x="1614" y="3174"/>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86" name="Rectangle 744"/>
              <p:cNvSpPr>
                <a:spLocks noChangeArrowheads="1"/>
              </p:cNvSpPr>
              <p:nvPr/>
            </p:nvSpPr>
            <p:spPr bwMode="auto">
              <a:xfrm>
                <a:off x="1614" y="3189"/>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87" name="Rectangle 745"/>
              <p:cNvSpPr>
                <a:spLocks noChangeArrowheads="1"/>
              </p:cNvSpPr>
              <p:nvPr/>
            </p:nvSpPr>
            <p:spPr bwMode="auto">
              <a:xfrm>
                <a:off x="1614" y="320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88" name="Rectangle 746"/>
              <p:cNvSpPr>
                <a:spLocks noChangeArrowheads="1"/>
              </p:cNvSpPr>
              <p:nvPr/>
            </p:nvSpPr>
            <p:spPr bwMode="auto">
              <a:xfrm>
                <a:off x="1614" y="322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89" name="Rectangle 747"/>
              <p:cNvSpPr>
                <a:spLocks noChangeArrowheads="1"/>
              </p:cNvSpPr>
              <p:nvPr/>
            </p:nvSpPr>
            <p:spPr bwMode="auto">
              <a:xfrm>
                <a:off x="1614" y="323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90" name="Rectangle 748"/>
              <p:cNvSpPr>
                <a:spLocks noChangeArrowheads="1"/>
              </p:cNvSpPr>
              <p:nvPr/>
            </p:nvSpPr>
            <p:spPr bwMode="auto">
              <a:xfrm>
                <a:off x="1614" y="3251"/>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91" name="Rectangle 749"/>
              <p:cNvSpPr>
                <a:spLocks noChangeArrowheads="1"/>
              </p:cNvSpPr>
              <p:nvPr/>
            </p:nvSpPr>
            <p:spPr bwMode="auto">
              <a:xfrm>
                <a:off x="1614" y="3267"/>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92" name="Rectangle 750"/>
              <p:cNvSpPr>
                <a:spLocks noChangeArrowheads="1"/>
              </p:cNvSpPr>
              <p:nvPr/>
            </p:nvSpPr>
            <p:spPr bwMode="auto">
              <a:xfrm>
                <a:off x="1614" y="3282"/>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93" name="Rectangle 751"/>
              <p:cNvSpPr>
                <a:spLocks noChangeArrowheads="1"/>
              </p:cNvSpPr>
              <p:nvPr/>
            </p:nvSpPr>
            <p:spPr bwMode="auto">
              <a:xfrm>
                <a:off x="1614" y="3298"/>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94" name="Rectangle 752"/>
              <p:cNvSpPr>
                <a:spLocks noChangeArrowheads="1"/>
              </p:cNvSpPr>
              <p:nvPr/>
            </p:nvSpPr>
            <p:spPr bwMode="auto">
              <a:xfrm>
                <a:off x="1614" y="3314"/>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95" name="Rectangle 753"/>
              <p:cNvSpPr>
                <a:spLocks noChangeArrowheads="1"/>
              </p:cNvSpPr>
              <p:nvPr/>
            </p:nvSpPr>
            <p:spPr bwMode="auto">
              <a:xfrm>
                <a:off x="161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96" name="Rectangle 754"/>
              <p:cNvSpPr>
                <a:spLocks noChangeArrowheads="1"/>
              </p:cNvSpPr>
              <p:nvPr/>
            </p:nvSpPr>
            <p:spPr bwMode="auto">
              <a:xfrm>
                <a:off x="163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97" name="Rectangle 755"/>
              <p:cNvSpPr>
                <a:spLocks noChangeArrowheads="1"/>
              </p:cNvSpPr>
              <p:nvPr/>
            </p:nvSpPr>
            <p:spPr bwMode="auto">
              <a:xfrm>
                <a:off x="1646"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98" name="Rectangle 756"/>
              <p:cNvSpPr>
                <a:spLocks noChangeArrowheads="1"/>
              </p:cNvSpPr>
              <p:nvPr/>
            </p:nvSpPr>
            <p:spPr bwMode="auto">
              <a:xfrm>
                <a:off x="166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99" name="Rectangle 757"/>
              <p:cNvSpPr>
                <a:spLocks noChangeArrowheads="1"/>
              </p:cNvSpPr>
              <p:nvPr/>
            </p:nvSpPr>
            <p:spPr bwMode="auto">
              <a:xfrm>
                <a:off x="1675"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00" name="Rectangle 758"/>
              <p:cNvSpPr>
                <a:spLocks noChangeArrowheads="1"/>
              </p:cNvSpPr>
              <p:nvPr/>
            </p:nvSpPr>
            <p:spPr bwMode="auto">
              <a:xfrm>
                <a:off x="169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01" name="Rectangle 759"/>
              <p:cNvSpPr>
                <a:spLocks noChangeArrowheads="1"/>
              </p:cNvSpPr>
              <p:nvPr/>
            </p:nvSpPr>
            <p:spPr bwMode="auto">
              <a:xfrm>
                <a:off x="170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02" name="Rectangle 760"/>
              <p:cNvSpPr>
                <a:spLocks noChangeArrowheads="1"/>
              </p:cNvSpPr>
              <p:nvPr/>
            </p:nvSpPr>
            <p:spPr bwMode="auto">
              <a:xfrm>
                <a:off x="171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03" name="Rectangle 761"/>
              <p:cNvSpPr>
                <a:spLocks noChangeArrowheads="1"/>
              </p:cNvSpPr>
              <p:nvPr/>
            </p:nvSpPr>
            <p:spPr bwMode="auto">
              <a:xfrm>
                <a:off x="173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04" name="Rectangle 762"/>
              <p:cNvSpPr>
                <a:spLocks noChangeArrowheads="1"/>
              </p:cNvSpPr>
              <p:nvPr/>
            </p:nvSpPr>
            <p:spPr bwMode="auto">
              <a:xfrm>
                <a:off x="1747"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05" name="Rectangle 763"/>
              <p:cNvSpPr>
                <a:spLocks noChangeArrowheads="1"/>
              </p:cNvSpPr>
              <p:nvPr/>
            </p:nvSpPr>
            <p:spPr bwMode="auto">
              <a:xfrm>
                <a:off x="176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06" name="Rectangle 764"/>
              <p:cNvSpPr>
                <a:spLocks noChangeArrowheads="1"/>
              </p:cNvSpPr>
              <p:nvPr/>
            </p:nvSpPr>
            <p:spPr bwMode="auto">
              <a:xfrm>
                <a:off x="177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07" name="Rectangle 765"/>
              <p:cNvSpPr>
                <a:spLocks noChangeArrowheads="1"/>
              </p:cNvSpPr>
              <p:nvPr/>
            </p:nvSpPr>
            <p:spPr bwMode="auto">
              <a:xfrm>
                <a:off x="179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08" name="Rectangle 766"/>
              <p:cNvSpPr>
                <a:spLocks noChangeArrowheads="1"/>
              </p:cNvSpPr>
              <p:nvPr/>
            </p:nvSpPr>
            <p:spPr bwMode="auto">
              <a:xfrm>
                <a:off x="180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09" name="Rectangle 767"/>
              <p:cNvSpPr>
                <a:spLocks noChangeArrowheads="1"/>
              </p:cNvSpPr>
              <p:nvPr/>
            </p:nvSpPr>
            <p:spPr bwMode="auto">
              <a:xfrm>
                <a:off x="1819"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10" name="Rectangle 768"/>
              <p:cNvSpPr>
                <a:spLocks noChangeArrowheads="1"/>
              </p:cNvSpPr>
              <p:nvPr/>
            </p:nvSpPr>
            <p:spPr bwMode="auto">
              <a:xfrm>
                <a:off x="183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11" name="Rectangle 769"/>
              <p:cNvSpPr>
                <a:spLocks noChangeArrowheads="1"/>
              </p:cNvSpPr>
              <p:nvPr/>
            </p:nvSpPr>
            <p:spPr bwMode="auto">
              <a:xfrm>
                <a:off x="184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12" name="Rectangle 770"/>
              <p:cNvSpPr>
                <a:spLocks noChangeArrowheads="1"/>
              </p:cNvSpPr>
              <p:nvPr/>
            </p:nvSpPr>
            <p:spPr bwMode="auto">
              <a:xfrm>
                <a:off x="186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13" name="Rectangle 771"/>
              <p:cNvSpPr>
                <a:spLocks noChangeArrowheads="1"/>
              </p:cNvSpPr>
              <p:nvPr/>
            </p:nvSpPr>
            <p:spPr bwMode="auto">
              <a:xfrm>
                <a:off x="187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14" name="Rectangle 772"/>
              <p:cNvSpPr>
                <a:spLocks noChangeArrowheads="1"/>
              </p:cNvSpPr>
              <p:nvPr/>
            </p:nvSpPr>
            <p:spPr bwMode="auto">
              <a:xfrm>
                <a:off x="189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15" name="Rectangle 773"/>
              <p:cNvSpPr>
                <a:spLocks noChangeArrowheads="1"/>
              </p:cNvSpPr>
              <p:nvPr/>
            </p:nvSpPr>
            <p:spPr bwMode="auto">
              <a:xfrm>
                <a:off x="190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16" name="Rectangle 774"/>
              <p:cNvSpPr>
                <a:spLocks noChangeArrowheads="1"/>
              </p:cNvSpPr>
              <p:nvPr/>
            </p:nvSpPr>
            <p:spPr bwMode="auto">
              <a:xfrm>
                <a:off x="1920"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17" name="Rectangle 775"/>
              <p:cNvSpPr>
                <a:spLocks noChangeArrowheads="1"/>
              </p:cNvSpPr>
              <p:nvPr/>
            </p:nvSpPr>
            <p:spPr bwMode="auto">
              <a:xfrm>
                <a:off x="193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18" name="Rectangle 776"/>
              <p:cNvSpPr>
                <a:spLocks noChangeArrowheads="1"/>
              </p:cNvSpPr>
              <p:nvPr/>
            </p:nvSpPr>
            <p:spPr bwMode="auto">
              <a:xfrm>
                <a:off x="194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19" name="Rectangle 777"/>
              <p:cNvSpPr>
                <a:spLocks noChangeArrowheads="1"/>
              </p:cNvSpPr>
              <p:nvPr/>
            </p:nvSpPr>
            <p:spPr bwMode="auto">
              <a:xfrm>
                <a:off x="196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20" name="Rectangle 778"/>
              <p:cNvSpPr>
                <a:spLocks noChangeArrowheads="1"/>
              </p:cNvSpPr>
              <p:nvPr/>
            </p:nvSpPr>
            <p:spPr bwMode="auto">
              <a:xfrm>
                <a:off x="197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21" name="Rectangle 779"/>
              <p:cNvSpPr>
                <a:spLocks noChangeArrowheads="1"/>
              </p:cNvSpPr>
              <p:nvPr/>
            </p:nvSpPr>
            <p:spPr bwMode="auto">
              <a:xfrm>
                <a:off x="1992"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22" name="Rectangle 780"/>
              <p:cNvSpPr>
                <a:spLocks noChangeArrowheads="1"/>
              </p:cNvSpPr>
              <p:nvPr/>
            </p:nvSpPr>
            <p:spPr bwMode="auto">
              <a:xfrm>
                <a:off x="200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23" name="Rectangle 781"/>
              <p:cNvSpPr>
                <a:spLocks noChangeArrowheads="1"/>
              </p:cNvSpPr>
              <p:nvPr/>
            </p:nvSpPr>
            <p:spPr bwMode="auto">
              <a:xfrm>
                <a:off x="202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24" name="Rectangle 782"/>
              <p:cNvSpPr>
                <a:spLocks noChangeArrowheads="1"/>
              </p:cNvSpPr>
              <p:nvPr/>
            </p:nvSpPr>
            <p:spPr bwMode="auto">
              <a:xfrm>
                <a:off x="203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25" name="Rectangle 783"/>
              <p:cNvSpPr>
                <a:spLocks noChangeArrowheads="1"/>
              </p:cNvSpPr>
              <p:nvPr/>
            </p:nvSpPr>
            <p:spPr bwMode="auto">
              <a:xfrm>
                <a:off x="205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26" name="Rectangle 784"/>
              <p:cNvSpPr>
                <a:spLocks noChangeArrowheads="1"/>
              </p:cNvSpPr>
              <p:nvPr/>
            </p:nvSpPr>
            <p:spPr bwMode="auto">
              <a:xfrm>
                <a:off x="2064"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27" name="Rectangle 785"/>
              <p:cNvSpPr>
                <a:spLocks noChangeArrowheads="1"/>
              </p:cNvSpPr>
              <p:nvPr/>
            </p:nvSpPr>
            <p:spPr bwMode="auto">
              <a:xfrm>
                <a:off x="207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28" name="Rectangle 786"/>
              <p:cNvSpPr>
                <a:spLocks noChangeArrowheads="1"/>
              </p:cNvSpPr>
              <p:nvPr/>
            </p:nvSpPr>
            <p:spPr bwMode="auto">
              <a:xfrm>
                <a:off x="2093"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29" name="Rectangle 787"/>
              <p:cNvSpPr>
                <a:spLocks noChangeArrowheads="1"/>
              </p:cNvSpPr>
              <p:nvPr/>
            </p:nvSpPr>
            <p:spPr bwMode="auto">
              <a:xfrm>
                <a:off x="210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30" name="Rectangle 788"/>
              <p:cNvSpPr>
                <a:spLocks noChangeArrowheads="1"/>
              </p:cNvSpPr>
              <p:nvPr/>
            </p:nvSpPr>
            <p:spPr bwMode="auto">
              <a:xfrm>
                <a:off x="212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31" name="Rectangle 789"/>
              <p:cNvSpPr>
                <a:spLocks noChangeArrowheads="1"/>
              </p:cNvSpPr>
              <p:nvPr/>
            </p:nvSpPr>
            <p:spPr bwMode="auto">
              <a:xfrm>
                <a:off x="213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32" name="Rectangle 790"/>
              <p:cNvSpPr>
                <a:spLocks noChangeArrowheads="1"/>
              </p:cNvSpPr>
              <p:nvPr/>
            </p:nvSpPr>
            <p:spPr bwMode="auto">
              <a:xfrm>
                <a:off x="215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33" name="Rectangle 791"/>
              <p:cNvSpPr>
                <a:spLocks noChangeArrowheads="1"/>
              </p:cNvSpPr>
              <p:nvPr/>
            </p:nvSpPr>
            <p:spPr bwMode="auto">
              <a:xfrm>
                <a:off x="2165"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34" name="Rectangle 792"/>
              <p:cNvSpPr>
                <a:spLocks noChangeArrowheads="1"/>
              </p:cNvSpPr>
              <p:nvPr/>
            </p:nvSpPr>
            <p:spPr bwMode="auto">
              <a:xfrm>
                <a:off x="218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35" name="Rectangle 793"/>
              <p:cNvSpPr>
                <a:spLocks noChangeArrowheads="1"/>
              </p:cNvSpPr>
              <p:nvPr/>
            </p:nvSpPr>
            <p:spPr bwMode="auto">
              <a:xfrm>
                <a:off x="219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36" name="Rectangle 794"/>
              <p:cNvSpPr>
                <a:spLocks noChangeArrowheads="1"/>
              </p:cNvSpPr>
              <p:nvPr/>
            </p:nvSpPr>
            <p:spPr bwMode="auto">
              <a:xfrm>
                <a:off x="220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37" name="Rectangle 795"/>
              <p:cNvSpPr>
                <a:spLocks noChangeArrowheads="1"/>
              </p:cNvSpPr>
              <p:nvPr/>
            </p:nvSpPr>
            <p:spPr bwMode="auto">
              <a:xfrm>
                <a:off x="222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38" name="Rectangle 796"/>
              <p:cNvSpPr>
                <a:spLocks noChangeArrowheads="1"/>
              </p:cNvSpPr>
              <p:nvPr/>
            </p:nvSpPr>
            <p:spPr bwMode="auto">
              <a:xfrm>
                <a:off x="2237"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39" name="Rectangle 797"/>
              <p:cNvSpPr>
                <a:spLocks noChangeArrowheads="1"/>
              </p:cNvSpPr>
              <p:nvPr/>
            </p:nvSpPr>
            <p:spPr bwMode="auto">
              <a:xfrm>
                <a:off x="225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40" name="Rectangle 798"/>
              <p:cNvSpPr>
                <a:spLocks noChangeArrowheads="1"/>
              </p:cNvSpPr>
              <p:nvPr/>
            </p:nvSpPr>
            <p:spPr bwMode="auto">
              <a:xfrm>
                <a:off x="226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41" name="Rectangle 799"/>
              <p:cNvSpPr>
                <a:spLocks noChangeArrowheads="1"/>
              </p:cNvSpPr>
              <p:nvPr/>
            </p:nvSpPr>
            <p:spPr bwMode="auto">
              <a:xfrm>
                <a:off x="228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42" name="Rectangle 800"/>
              <p:cNvSpPr>
                <a:spLocks noChangeArrowheads="1"/>
              </p:cNvSpPr>
              <p:nvPr/>
            </p:nvSpPr>
            <p:spPr bwMode="auto">
              <a:xfrm>
                <a:off x="229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43" name="Rectangle 801"/>
              <p:cNvSpPr>
                <a:spLocks noChangeArrowheads="1"/>
              </p:cNvSpPr>
              <p:nvPr/>
            </p:nvSpPr>
            <p:spPr bwMode="auto">
              <a:xfrm>
                <a:off x="231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44" name="Rectangle 802"/>
              <p:cNvSpPr>
                <a:spLocks noChangeArrowheads="1"/>
              </p:cNvSpPr>
              <p:nvPr/>
            </p:nvSpPr>
            <p:spPr bwMode="auto">
              <a:xfrm>
                <a:off x="232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45" name="Rectangle 803"/>
              <p:cNvSpPr>
                <a:spLocks noChangeArrowheads="1"/>
              </p:cNvSpPr>
              <p:nvPr/>
            </p:nvSpPr>
            <p:spPr bwMode="auto">
              <a:xfrm>
                <a:off x="2338"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46" name="Rectangle 804"/>
              <p:cNvSpPr>
                <a:spLocks noChangeArrowheads="1"/>
              </p:cNvSpPr>
              <p:nvPr/>
            </p:nvSpPr>
            <p:spPr bwMode="auto">
              <a:xfrm>
                <a:off x="235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47" name="Rectangle 805"/>
              <p:cNvSpPr>
                <a:spLocks noChangeArrowheads="1"/>
              </p:cNvSpPr>
              <p:nvPr/>
            </p:nvSpPr>
            <p:spPr bwMode="auto">
              <a:xfrm>
                <a:off x="236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48" name="Rectangle 806"/>
              <p:cNvSpPr>
                <a:spLocks noChangeArrowheads="1"/>
              </p:cNvSpPr>
              <p:nvPr/>
            </p:nvSpPr>
            <p:spPr bwMode="auto">
              <a:xfrm>
                <a:off x="238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49" name="Rectangle 807"/>
              <p:cNvSpPr>
                <a:spLocks noChangeArrowheads="1"/>
              </p:cNvSpPr>
              <p:nvPr/>
            </p:nvSpPr>
            <p:spPr bwMode="auto">
              <a:xfrm>
                <a:off x="239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50" name="Rectangle 808"/>
              <p:cNvSpPr>
                <a:spLocks noChangeArrowheads="1"/>
              </p:cNvSpPr>
              <p:nvPr/>
            </p:nvSpPr>
            <p:spPr bwMode="auto">
              <a:xfrm>
                <a:off x="2410"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51" name="Rectangle 809"/>
              <p:cNvSpPr>
                <a:spLocks noChangeArrowheads="1"/>
              </p:cNvSpPr>
              <p:nvPr/>
            </p:nvSpPr>
            <p:spPr bwMode="auto">
              <a:xfrm>
                <a:off x="242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52" name="Rectangle 810"/>
              <p:cNvSpPr>
                <a:spLocks noChangeArrowheads="1"/>
              </p:cNvSpPr>
              <p:nvPr/>
            </p:nvSpPr>
            <p:spPr bwMode="auto">
              <a:xfrm>
                <a:off x="243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53" name="Rectangle 811"/>
              <p:cNvSpPr>
                <a:spLocks noChangeArrowheads="1"/>
              </p:cNvSpPr>
              <p:nvPr/>
            </p:nvSpPr>
            <p:spPr bwMode="auto">
              <a:xfrm>
                <a:off x="245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54" name="Rectangle 812"/>
              <p:cNvSpPr>
                <a:spLocks noChangeArrowheads="1"/>
              </p:cNvSpPr>
              <p:nvPr/>
            </p:nvSpPr>
            <p:spPr bwMode="auto">
              <a:xfrm>
                <a:off x="246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55" name="Rectangle 813"/>
              <p:cNvSpPr>
                <a:spLocks noChangeArrowheads="1"/>
              </p:cNvSpPr>
              <p:nvPr/>
            </p:nvSpPr>
            <p:spPr bwMode="auto">
              <a:xfrm>
                <a:off x="2482"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56" name="Rectangle 814"/>
              <p:cNvSpPr>
                <a:spLocks noChangeArrowheads="1"/>
              </p:cNvSpPr>
              <p:nvPr/>
            </p:nvSpPr>
            <p:spPr bwMode="auto">
              <a:xfrm>
                <a:off x="249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57" name="Rectangle 815"/>
              <p:cNvSpPr>
                <a:spLocks noChangeArrowheads="1"/>
              </p:cNvSpPr>
              <p:nvPr/>
            </p:nvSpPr>
            <p:spPr bwMode="auto">
              <a:xfrm>
                <a:off x="2511"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58" name="Rectangle 816"/>
              <p:cNvSpPr>
                <a:spLocks noChangeArrowheads="1"/>
              </p:cNvSpPr>
              <p:nvPr/>
            </p:nvSpPr>
            <p:spPr bwMode="auto">
              <a:xfrm>
                <a:off x="252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59" name="Rectangle 817"/>
              <p:cNvSpPr>
                <a:spLocks noChangeArrowheads="1"/>
              </p:cNvSpPr>
              <p:nvPr/>
            </p:nvSpPr>
            <p:spPr bwMode="auto">
              <a:xfrm>
                <a:off x="254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60" name="Rectangle 818"/>
              <p:cNvSpPr>
                <a:spLocks noChangeArrowheads="1"/>
              </p:cNvSpPr>
              <p:nvPr/>
            </p:nvSpPr>
            <p:spPr bwMode="auto">
              <a:xfrm>
                <a:off x="255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61" name="Rectangle 819"/>
              <p:cNvSpPr>
                <a:spLocks noChangeArrowheads="1"/>
              </p:cNvSpPr>
              <p:nvPr/>
            </p:nvSpPr>
            <p:spPr bwMode="auto">
              <a:xfrm>
                <a:off x="256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62" name="Rectangle 820"/>
              <p:cNvSpPr>
                <a:spLocks noChangeArrowheads="1"/>
              </p:cNvSpPr>
              <p:nvPr/>
            </p:nvSpPr>
            <p:spPr bwMode="auto">
              <a:xfrm>
                <a:off x="2583"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63" name="Rectangle 821"/>
              <p:cNvSpPr>
                <a:spLocks noChangeArrowheads="1"/>
              </p:cNvSpPr>
              <p:nvPr/>
            </p:nvSpPr>
            <p:spPr bwMode="auto">
              <a:xfrm>
                <a:off x="259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64" name="Rectangle 822"/>
              <p:cNvSpPr>
                <a:spLocks noChangeArrowheads="1"/>
              </p:cNvSpPr>
              <p:nvPr/>
            </p:nvSpPr>
            <p:spPr bwMode="auto">
              <a:xfrm>
                <a:off x="261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65" name="Rectangle 823"/>
              <p:cNvSpPr>
                <a:spLocks noChangeArrowheads="1"/>
              </p:cNvSpPr>
              <p:nvPr/>
            </p:nvSpPr>
            <p:spPr bwMode="auto">
              <a:xfrm>
                <a:off x="262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66" name="Rectangle 824"/>
              <p:cNvSpPr>
                <a:spLocks noChangeArrowheads="1"/>
              </p:cNvSpPr>
              <p:nvPr/>
            </p:nvSpPr>
            <p:spPr bwMode="auto">
              <a:xfrm>
                <a:off x="264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67" name="Rectangle 825"/>
              <p:cNvSpPr>
                <a:spLocks noChangeArrowheads="1"/>
              </p:cNvSpPr>
              <p:nvPr/>
            </p:nvSpPr>
            <p:spPr bwMode="auto">
              <a:xfrm>
                <a:off x="2655"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68" name="Rectangle 826"/>
              <p:cNvSpPr>
                <a:spLocks noChangeArrowheads="1"/>
              </p:cNvSpPr>
              <p:nvPr/>
            </p:nvSpPr>
            <p:spPr bwMode="auto">
              <a:xfrm>
                <a:off x="267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69" name="Rectangle 827"/>
              <p:cNvSpPr>
                <a:spLocks noChangeArrowheads="1"/>
              </p:cNvSpPr>
              <p:nvPr/>
            </p:nvSpPr>
            <p:spPr bwMode="auto">
              <a:xfrm>
                <a:off x="268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70" name="Rectangle 828"/>
              <p:cNvSpPr>
                <a:spLocks noChangeArrowheads="1"/>
              </p:cNvSpPr>
              <p:nvPr/>
            </p:nvSpPr>
            <p:spPr bwMode="auto">
              <a:xfrm>
                <a:off x="269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71" name="Rectangle 829"/>
              <p:cNvSpPr>
                <a:spLocks noChangeArrowheads="1"/>
              </p:cNvSpPr>
              <p:nvPr/>
            </p:nvSpPr>
            <p:spPr bwMode="auto">
              <a:xfrm>
                <a:off x="271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72" name="Rectangle 830"/>
              <p:cNvSpPr>
                <a:spLocks noChangeArrowheads="1"/>
              </p:cNvSpPr>
              <p:nvPr/>
            </p:nvSpPr>
            <p:spPr bwMode="auto">
              <a:xfrm>
                <a:off x="272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73" name="Rectangle 831"/>
              <p:cNvSpPr>
                <a:spLocks noChangeArrowheads="1"/>
              </p:cNvSpPr>
              <p:nvPr/>
            </p:nvSpPr>
            <p:spPr bwMode="auto">
              <a:xfrm>
                <a:off x="274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74" name="Rectangle 832"/>
              <p:cNvSpPr>
                <a:spLocks noChangeArrowheads="1"/>
              </p:cNvSpPr>
              <p:nvPr/>
            </p:nvSpPr>
            <p:spPr bwMode="auto">
              <a:xfrm>
                <a:off x="2756"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75" name="Rectangle 833"/>
              <p:cNvSpPr>
                <a:spLocks noChangeArrowheads="1"/>
              </p:cNvSpPr>
              <p:nvPr/>
            </p:nvSpPr>
            <p:spPr bwMode="auto">
              <a:xfrm>
                <a:off x="277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76" name="Rectangle 834"/>
              <p:cNvSpPr>
                <a:spLocks noChangeArrowheads="1"/>
              </p:cNvSpPr>
              <p:nvPr/>
            </p:nvSpPr>
            <p:spPr bwMode="auto">
              <a:xfrm>
                <a:off x="278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77" name="Rectangle 835"/>
              <p:cNvSpPr>
                <a:spLocks noChangeArrowheads="1"/>
              </p:cNvSpPr>
              <p:nvPr/>
            </p:nvSpPr>
            <p:spPr bwMode="auto">
              <a:xfrm>
                <a:off x="280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78" name="Rectangle 836"/>
              <p:cNvSpPr>
                <a:spLocks noChangeArrowheads="1"/>
              </p:cNvSpPr>
              <p:nvPr/>
            </p:nvSpPr>
            <p:spPr bwMode="auto">
              <a:xfrm>
                <a:off x="281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79" name="Rectangle 837"/>
              <p:cNvSpPr>
                <a:spLocks noChangeArrowheads="1"/>
              </p:cNvSpPr>
              <p:nvPr/>
            </p:nvSpPr>
            <p:spPr bwMode="auto">
              <a:xfrm>
                <a:off x="2828"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80" name="Rectangle 838"/>
              <p:cNvSpPr>
                <a:spLocks noChangeArrowheads="1"/>
              </p:cNvSpPr>
              <p:nvPr/>
            </p:nvSpPr>
            <p:spPr bwMode="auto">
              <a:xfrm>
                <a:off x="284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81" name="Rectangle 839"/>
              <p:cNvSpPr>
                <a:spLocks noChangeArrowheads="1"/>
              </p:cNvSpPr>
              <p:nvPr/>
            </p:nvSpPr>
            <p:spPr bwMode="auto">
              <a:xfrm>
                <a:off x="285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82" name="Rectangle 840"/>
              <p:cNvSpPr>
                <a:spLocks noChangeArrowheads="1"/>
              </p:cNvSpPr>
              <p:nvPr/>
            </p:nvSpPr>
            <p:spPr bwMode="auto">
              <a:xfrm>
                <a:off x="287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83" name="Rectangle 841"/>
              <p:cNvSpPr>
                <a:spLocks noChangeArrowheads="1"/>
              </p:cNvSpPr>
              <p:nvPr/>
            </p:nvSpPr>
            <p:spPr bwMode="auto">
              <a:xfrm>
                <a:off x="288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84" name="Rectangle 842"/>
              <p:cNvSpPr>
                <a:spLocks noChangeArrowheads="1"/>
              </p:cNvSpPr>
              <p:nvPr/>
            </p:nvSpPr>
            <p:spPr bwMode="auto">
              <a:xfrm>
                <a:off x="2900"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85" name="Rectangle 843"/>
              <p:cNvSpPr>
                <a:spLocks noChangeArrowheads="1"/>
              </p:cNvSpPr>
              <p:nvPr/>
            </p:nvSpPr>
            <p:spPr bwMode="auto">
              <a:xfrm>
                <a:off x="291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86" name="Rectangle 844"/>
              <p:cNvSpPr>
                <a:spLocks noChangeArrowheads="1"/>
              </p:cNvSpPr>
              <p:nvPr/>
            </p:nvSpPr>
            <p:spPr bwMode="auto">
              <a:xfrm>
                <a:off x="292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87" name="Rectangle 845"/>
              <p:cNvSpPr>
                <a:spLocks noChangeArrowheads="1"/>
              </p:cNvSpPr>
              <p:nvPr/>
            </p:nvSpPr>
            <p:spPr bwMode="auto">
              <a:xfrm>
                <a:off x="294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88" name="Rectangle 846"/>
              <p:cNvSpPr>
                <a:spLocks noChangeArrowheads="1"/>
              </p:cNvSpPr>
              <p:nvPr/>
            </p:nvSpPr>
            <p:spPr bwMode="auto">
              <a:xfrm>
                <a:off x="295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89" name="Rectangle 847"/>
              <p:cNvSpPr>
                <a:spLocks noChangeArrowheads="1"/>
              </p:cNvSpPr>
              <p:nvPr/>
            </p:nvSpPr>
            <p:spPr bwMode="auto">
              <a:xfrm>
                <a:off x="297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90" name="Rectangle 848"/>
              <p:cNvSpPr>
                <a:spLocks noChangeArrowheads="1"/>
              </p:cNvSpPr>
              <p:nvPr/>
            </p:nvSpPr>
            <p:spPr bwMode="auto">
              <a:xfrm>
                <a:off x="298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91" name="Rectangle 849"/>
              <p:cNvSpPr>
                <a:spLocks noChangeArrowheads="1"/>
              </p:cNvSpPr>
              <p:nvPr/>
            </p:nvSpPr>
            <p:spPr bwMode="auto">
              <a:xfrm>
                <a:off x="3001"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92" name="Rectangle 850"/>
              <p:cNvSpPr>
                <a:spLocks noChangeArrowheads="1"/>
              </p:cNvSpPr>
              <p:nvPr/>
            </p:nvSpPr>
            <p:spPr bwMode="auto">
              <a:xfrm>
                <a:off x="301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93" name="Rectangle 851"/>
              <p:cNvSpPr>
                <a:spLocks noChangeArrowheads="1"/>
              </p:cNvSpPr>
              <p:nvPr/>
            </p:nvSpPr>
            <p:spPr bwMode="auto">
              <a:xfrm>
                <a:off x="303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94" name="Rectangle 852"/>
              <p:cNvSpPr>
                <a:spLocks noChangeArrowheads="1"/>
              </p:cNvSpPr>
              <p:nvPr/>
            </p:nvSpPr>
            <p:spPr bwMode="auto">
              <a:xfrm>
                <a:off x="304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95" name="Rectangle 853"/>
              <p:cNvSpPr>
                <a:spLocks noChangeArrowheads="1"/>
              </p:cNvSpPr>
              <p:nvPr/>
            </p:nvSpPr>
            <p:spPr bwMode="auto">
              <a:xfrm>
                <a:off x="305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96" name="Rectangle 854"/>
              <p:cNvSpPr>
                <a:spLocks noChangeArrowheads="1"/>
              </p:cNvSpPr>
              <p:nvPr/>
            </p:nvSpPr>
            <p:spPr bwMode="auto">
              <a:xfrm>
                <a:off x="3073"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97" name="Rectangle 855"/>
              <p:cNvSpPr>
                <a:spLocks noChangeArrowheads="1"/>
              </p:cNvSpPr>
              <p:nvPr/>
            </p:nvSpPr>
            <p:spPr bwMode="auto">
              <a:xfrm>
                <a:off x="308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98" name="Rectangle 856"/>
              <p:cNvSpPr>
                <a:spLocks noChangeArrowheads="1"/>
              </p:cNvSpPr>
              <p:nvPr/>
            </p:nvSpPr>
            <p:spPr bwMode="auto">
              <a:xfrm>
                <a:off x="310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799" name="Rectangle 857"/>
              <p:cNvSpPr>
                <a:spLocks noChangeArrowheads="1"/>
              </p:cNvSpPr>
              <p:nvPr/>
            </p:nvSpPr>
            <p:spPr bwMode="auto">
              <a:xfrm>
                <a:off x="311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00" name="Rectangle 858"/>
              <p:cNvSpPr>
                <a:spLocks noChangeArrowheads="1"/>
              </p:cNvSpPr>
              <p:nvPr/>
            </p:nvSpPr>
            <p:spPr bwMode="auto">
              <a:xfrm>
                <a:off x="313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01" name="Rectangle 859"/>
              <p:cNvSpPr>
                <a:spLocks noChangeArrowheads="1"/>
              </p:cNvSpPr>
              <p:nvPr/>
            </p:nvSpPr>
            <p:spPr bwMode="auto">
              <a:xfrm>
                <a:off x="3145"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02" name="Rectangle 860"/>
              <p:cNvSpPr>
                <a:spLocks noChangeArrowheads="1"/>
              </p:cNvSpPr>
              <p:nvPr/>
            </p:nvSpPr>
            <p:spPr bwMode="auto">
              <a:xfrm>
                <a:off x="316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03" name="Rectangle 861"/>
              <p:cNvSpPr>
                <a:spLocks noChangeArrowheads="1"/>
              </p:cNvSpPr>
              <p:nvPr/>
            </p:nvSpPr>
            <p:spPr bwMode="auto">
              <a:xfrm>
                <a:off x="3174"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04" name="Rectangle 862"/>
              <p:cNvSpPr>
                <a:spLocks noChangeArrowheads="1"/>
              </p:cNvSpPr>
              <p:nvPr/>
            </p:nvSpPr>
            <p:spPr bwMode="auto">
              <a:xfrm>
                <a:off x="318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05" name="Rectangle 863"/>
              <p:cNvSpPr>
                <a:spLocks noChangeArrowheads="1"/>
              </p:cNvSpPr>
              <p:nvPr/>
            </p:nvSpPr>
            <p:spPr bwMode="auto">
              <a:xfrm>
                <a:off x="320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06" name="Rectangle 864"/>
              <p:cNvSpPr>
                <a:spLocks noChangeArrowheads="1"/>
              </p:cNvSpPr>
              <p:nvPr/>
            </p:nvSpPr>
            <p:spPr bwMode="auto">
              <a:xfrm>
                <a:off x="321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07" name="Rectangle 865"/>
              <p:cNvSpPr>
                <a:spLocks noChangeArrowheads="1"/>
              </p:cNvSpPr>
              <p:nvPr/>
            </p:nvSpPr>
            <p:spPr bwMode="auto">
              <a:xfrm>
                <a:off x="323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08" name="Rectangle 866"/>
              <p:cNvSpPr>
                <a:spLocks noChangeArrowheads="1"/>
              </p:cNvSpPr>
              <p:nvPr/>
            </p:nvSpPr>
            <p:spPr bwMode="auto">
              <a:xfrm>
                <a:off x="3246"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09" name="Rectangle 867"/>
              <p:cNvSpPr>
                <a:spLocks noChangeArrowheads="1"/>
              </p:cNvSpPr>
              <p:nvPr/>
            </p:nvSpPr>
            <p:spPr bwMode="auto">
              <a:xfrm>
                <a:off x="326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10" name="Rectangle 868"/>
              <p:cNvSpPr>
                <a:spLocks noChangeArrowheads="1"/>
              </p:cNvSpPr>
              <p:nvPr/>
            </p:nvSpPr>
            <p:spPr bwMode="auto">
              <a:xfrm>
                <a:off x="327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11" name="Rectangle 869"/>
              <p:cNvSpPr>
                <a:spLocks noChangeArrowheads="1"/>
              </p:cNvSpPr>
              <p:nvPr/>
            </p:nvSpPr>
            <p:spPr bwMode="auto">
              <a:xfrm>
                <a:off x="329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12" name="Rectangle 870"/>
              <p:cNvSpPr>
                <a:spLocks noChangeArrowheads="1"/>
              </p:cNvSpPr>
              <p:nvPr/>
            </p:nvSpPr>
            <p:spPr bwMode="auto">
              <a:xfrm>
                <a:off x="330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13" name="Rectangle 871"/>
              <p:cNvSpPr>
                <a:spLocks noChangeArrowheads="1"/>
              </p:cNvSpPr>
              <p:nvPr/>
            </p:nvSpPr>
            <p:spPr bwMode="auto">
              <a:xfrm>
                <a:off x="3318"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14" name="Rectangle 872"/>
              <p:cNvSpPr>
                <a:spLocks noChangeArrowheads="1"/>
              </p:cNvSpPr>
              <p:nvPr/>
            </p:nvSpPr>
            <p:spPr bwMode="auto">
              <a:xfrm>
                <a:off x="333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15" name="Rectangle 873"/>
              <p:cNvSpPr>
                <a:spLocks noChangeArrowheads="1"/>
              </p:cNvSpPr>
              <p:nvPr/>
            </p:nvSpPr>
            <p:spPr bwMode="auto">
              <a:xfrm>
                <a:off x="334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16" name="Rectangle 874"/>
              <p:cNvSpPr>
                <a:spLocks noChangeArrowheads="1"/>
              </p:cNvSpPr>
              <p:nvPr/>
            </p:nvSpPr>
            <p:spPr bwMode="auto">
              <a:xfrm>
                <a:off x="336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17" name="Rectangle 875"/>
              <p:cNvSpPr>
                <a:spLocks noChangeArrowheads="1"/>
              </p:cNvSpPr>
              <p:nvPr/>
            </p:nvSpPr>
            <p:spPr bwMode="auto">
              <a:xfrm>
                <a:off x="337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18" name="Rectangle 876"/>
              <p:cNvSpPr>
                <a:spLocks noChangeArrowheads="1"/>
              </p:cNvSpPr>
              <p:nvPr/>
            </p:nvSpPr>
            <p:spPr bwMode="auto">
              <a:xfrm>
                <a:off x="339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19" name="Rectangle 877"/>
              <p:cNvSpPr>
                <a:spLocks noChangeArrowheads="1"/>
              </p:cNvSpPr>
              <p:nvPr/>
            </p:nvSpPr>
            <p:spPr bwMode="auto">
              <a:xfrm>
                <a:off x="340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20" name="Rectangle 878"/>
              <p:cNvSpPr>
                <a:spLocks noChangeArrowheads="1"/>
              </p:cNvSpPr>
              <p:nvPr/>
            </p:nvSpPr>
            <p:spPr bwMode="auto">
              <a:xfrm>
                <a:off x="3419"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21" name="Rectangle 879"/>
              <p:cNvSpPr>
                <a:spLocks noChangeArrowheads="1"/>
              </p:cNvSpPr>
              <p:nvPr/>
            </p:nvSpPr>
            <p:spPr bwMode="auto">
              <a:xfrm>
                <a:off x="343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22" name="Rectangle 880"/>
              <p:cNvSpPr>
                <a:spLocks noChangeArrowheads="1"/>
              </p:cNvSpPr>
              <p:nvPr/>
            </p:nvSpPr>
            <p:spPr bwMode="auto">
              <a:xfrm>
                <a:off x="344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23" name="Rectangle 881"/>
              <p:cNvSpPr>
                <a:spLocks noChangeArrowheads="1"/>
              </p:cNvSpPr>
              <p:nvPr/>
            </p:nvSpPr>
            <p:spPr bwMode="auto">
              <a:xfrm>
                <a:off x="346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24" name="Rectangle 882"/>
              <p:cNvSpPr>
                <a:spLocks noChangeArrowheads="1"/>
              </p:cNvSpPr>
              <p:nvPr/>
            </p:nvSpPr>
            <p:spPr bwMode="auto">
              <a:xfrm>
                <a:off x="347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25" name="Rectangle 883"/>
              <p:cNvSpPr>
                <a:spLocks noChangeArrowheads="1"/>
              </p:cNvSpPr>
              <p:nvPr/>
            </p:nvSpPr>
            <p:spPr bwMode="auto">
              <a:xfrm>
                <a:off x="3491"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26" name="Rectangle 884"/>
              <p:cNvSpPr>
                <a:spLocks noChangeArrowheads="1"/>
              </p:cNvSpPr>
              <p:nvPr/>
            </p:nvSpPr>
            <p:spPr bwMode="auto">
              <a:xfrm>
                <a:off x="350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27" name="Rectangle 885"/>
              <p:cNvSpPr>
                <a:spLocks noChangeArrowheads="1"/>
              </p:cNvSpPr>
              <p:nvPr/>
            </p:nvSpPr>
            <p:spPr bwMode="auto">
              <a:xfrm>
                <a:off x="352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28" name="Rectangle 886"/>
              <p:cNvSpPr>
                <a:spLocks noChangeArrowheads="1"/>
              </p:cNvSpPr>
              <p:nvPr/>
            </p:nvSpPr>
            <p:spPr bwMode="auto">
              <a:xfrm>
                <a:off x="353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29" name="Rectangle 887"/>
              <p:cNvSpPr>
                <a:spLocks noChangeArrowheads="1"/>
              </p:cNvSpPr>
              <p:nvPr/>
            </p:nvSpPr>
            <p:spPr bwMode="auto">
              <a:xfrm>
                <a:off x="354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30" name="Rectangle 888"/>
              <p:cNvSpPr>
                <a:spLocks noChangeArrowheads="1"/>
              </p:cNvSpPr>
              <p:nvPr/>
            </p:nvSpPr>
            <p:spPr bwMode="auto">
              <a:xfrm>
                <a:off x="3563"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31" name="Rectangle 889"/>
              <p:cNvSpPr>
                <a:spLocks noChangeArrowheads="1"/>
              </p:cNvSpPr>
              <p:nvPr/>
            </p:nvSpPr>
            <p:spPr bwMode="auto">
              <a:xfrm>
                <a:off x="357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32" name="Rectangle 890"/>
              <p:cNvSpPr>
                <a:spLocks noChangeArrowheads="1"/>
              </p:cNvSpPr>
              <p:nvPr/>
            </p:nvSpPr>
            <p:spPr bwMode="auto">
              <a:xfrm>
                <a:off x="3592"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33" name="Rectangle 891"/>
              <p:cNvSpPr>
                <a:spLocks noChangeArrowheads="1"/>
              </p:cNvSpPr>
              <p:nvPr/>
            </p:nvSpPr>
            <p:spPr bwMode="auto">
              <a:xfrm>
                <a:off x="360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34" name="Rectangle 892"/>
              <p:cNvSpPr>
                <a:spLocks noChangeArrowheads="1"/>
              </p:cNvSpPr>
              <p:nvPr/>
            </p:nvSpPr>
            <p:spPr bwMode="auto">
              <a:xfrm>
                <a:off x="362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35" name="Rectangle 893"/>
              <p:cNvSpPr>
                <a:spLocks noChangeArrowheads="1"/>
              </p:cNvSpPr>
              <p:nvPr/>
            </p:nvSpPr>
            <p:spPr bwMode="auto">
              <a:xfrm>
                <a:off x="363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36" name="Rectangle 894"/>
              <p:cNvSpPr>
                <a:spLocks noChangeArrowheads="1"/>
              </p:cNvSpPr>
              <p:nvPr/>
            </p:nvSpPr>
            <p:spPr bwMode="auto">
              <a:xfrm>
                <a:off x="365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37" name="Rectangle 895"/>
              <p:cNvSpPr>
                <a:spLocks noChangeArrowheads="1"/>
              </p:cNvSpPr>
              <p:nvPr/>
            </p:nvSpPr>
            <p:spPr bwMode="auto">
              <a:xfrm>
                <a:off x="3664"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38" name="Rectangle 896"/>
              <p:cNvSpPr>
                <a:spLocks noChangeArrowheads="1"/>
              </p:cNvSpPr>
              <p:nvPr/>
            </p:nvSpPr>
            <p:spPr bwMode="auto">
              <a:xfrm>
                <a:off x="367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39" name="Rectangle 897"/>
              <p:cNvSpPr>
                <a:spLocks noChangeArrowheads="1"/>
              </p:cNvSpPr>
              <p:nvPr/>
            </p:nvSpPr>
            <p:spPr bwMode="auto">
              <a:xfrm>
                <a:off x="369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40" name="Rectangle 898"/>
              <p:cNvSpPr>
                <a:spLocks noChangeArrowheads="1"/>
              </p:cNvSpPr>
              <p:nvPr/>
            </p:nvSpPr>
            <p:spPr bwMode="auto">
              <a:xfrm>
                <a:off x="370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41" name="Rectangle 899"/>
              <p:cNvSpPr>
                <a:spLocks noChangeArrowheads="1"/>
              </p:cNvSpPr>
              <p:nvPr/>
            </p:nvSpPr>
            <p:spPr bwMode="auto">
              <a:xfrm>
                <a:off x="372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42" name="Rectangle 900"/>
              <p:cNvSpPr>
                <a:spLocks noChangeArrowheads="1"/>
              </p:cNvSpPr>
              <p:nvPr/>
            </p:nvSpPr>
            <p:spPr bwMode="auto">
              <a:xfrm>
                <a:off x="3736"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43" name="Rectangle 901"/>
              <p:cNvSpPr>
                <a:spLocks noChangeArrowheads="1"/>
              </p:cNvSpPr>
              <p:nvPr/>
            </p:nvSpPr>
            <p:spPr bwMode="auto">
              <a:xfrm>
                <a:off x="375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44" name="Rectangle 902"/>
              <p:cNvSpPr>
                <a:spLocks noChangeArrowheads="1"/>
              </p:cNvSpPr>
              <p:nvPr/>
            </p:nvSpPr>
            <p:spPr bwMode="auto">
              <a:xfrm>
                <a:off x="376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45" name="Rectangle 903"/>
              <p:cNvSpPr>
                <a:spLocks noChangeArrowheads="1"/>
              </p:cNvSpPr>
              <p:nvPr/>
            </p:nvSpPr>
            <p:spPr bwMode="auto">
              <a:xfrm>
                <a:off x="378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846" name="Rectangle 904"/>
              <p:cNvSpPr>
                <a:spLocks noChangeArrowheads="1"/>
              </p:cNvSpPr>
              <p:nvPr/>
            </p:nvSpPr>
            <p:spPr bwMode="auto">
              <a:xfrm>
                <a:off x="379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grpSp>
        <p:grpSp>
          <p:nvGrpSpPr>
            <p:cNvPr id="435278" name="Group 905"/>
            <p:cNvGrpSpPr/>
            <p:nvPr/>
          </p:nvGrpSpPr>
          <p:grpSpPr bwMode="auto">
            <a:xfrm>
              <a:off x="3809" y="2580"/>
              <a:ext cx="1214" cy="753"/>
              <a:chOff x="3809" y="2580"/>
              <a:chExt cx="1214" cy="753"/>
            </a:xfrm>
          </p:grpSpPr>
          <p:sp>
            <p:nvSpPr>
              <p:cNvPr id="435447" name="Rectangle 906"/>
              <p:cNvSpPr>
                <a:spLocks noChangeArrowheads="1"/>
              </p:cNvSpPr>
              <p:nvPr/>
            </p:nvSpPr>
            <p:spPr bwMode="auto">
              <a:xfrm>
                <a:off x="380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48" name="Rectangle 907"/>
              <p:cNvSpPr>
                <a:spLocks noChangeArrowheads="1"/>
              </p:cNvSpPr>
              <p:nvPr/>
            </p:nvSpPr>
            <p:spPr bwMode="auto">
              <a:xfrm>
                <a:off x="382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49" name="Rectangle 908"/>
              <p:cNvSpPr>
                <a:spLocks noChangeArrowheads="1"/>
              </p:cNvSpPr>
              <p:nvPr/>
            </p:nvSpPr>
            <p:spPr bwMode="auto">
              <a:xfrm>
                <a:off x="3837"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50" name="Rectangle 909"/>
              <p:cNvSpPr>
                <a:spLocks noChangeArrowheads="1"/>
              </p:cNvSpPr>
              <p:nvPr/>
            </p:nvSpPr>
            <p:spPr bwMode="auto">
              <a:xfrm>
                <a:off x="385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51" name="Rectangle 910"/>
              <p:cNvSpPr>
                <a:spLocks noChangeArrowheads="1"/>
              </p:cNvSpPr>
              <p:nvPr/>
            </p:nvSpPr>
            <p:spPr bwMode="auto">
              <a:xfrm>
                <a:off x="386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52" name="Rectangle 911"/>
              <p:cNvSpPr>
                <a:spLocks noChangeArrowheads="1"/>
              </p:cNvSpPr>
              <p:nvPr/>
            </p:nvSpPr>
            <p:spPr bwMode="auto">
              <a:xfrm>
                <a:off x="388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53" name="Rectangle 912"/>
              <p:cNvSpPr>
                <a:spLocks noChangeArrowheads="1"/>
              </p:cNvSpPr>
              <p:nvPr/>
            </p:nvSpPr>
            <p:spPr bwMode="auto">
              <a:xfrm>
                <a:off x="389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54" name="Rectangle 913"/>
              <p:cNvSpPr>
                <a:spLocks noChangeArrowheads="1"/>
              </p:cNvSpPr>
              <p:nvPr/>
            </p:nvSpPr>
            <p:spPr bwMode="auto">
              <a:xfrm>
                <a:off x="3909"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55" name="Rectangle 914"/>
              <p:cNvSpPr>
                <a:spLocks noChangeArrowheads="1"/>
              </p:cNvSpPr>
              <p:nvPr/>
            </p:nvSpPr>
            <p:spPr bwMode="auto">
              <a:xfrm>
                <a:off x="392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56" name="Rectangle 915"/>
              <p:cNvSpPr>
                <a:spLocks noChangeArrowheads="1"/>
              </p:cNvSpPr>
              <p:nvPr/>
            </p:nvSpPr>
            <p:spPr bwMode="auto">
              <a:xfrm>
                <a:off x="393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57" name="Rectangle 916"/>
              <p:cNvSpPr>
                <a:spLocks noChangeArrowheads="1"/>
              </p:cNvSpPr>
              <p:nvPr/>
            </p:nvSpPr>
            <p:spPr bwMode="auto">
              <a:xfrm>
                <a:off x="395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58" name="Rectangle 917"/>
              <p:cNvSpPr>
                <a:spLocks noChangeArrowheads="1"/>
              </p:cNvSpPr>
              <p:nvPr/>
            </p:nvSpPr>
            <p:spPr bwMode="auto">
              <a:xfrm>
                <a:off x="396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59" name="Rectangle 918"/>
              <p:cNvSpPr>
                <a:spLocks noChangeArrowheads="1"/>
              </p:cNvSpPr>
              <p:nvPr/>
            </p:nvSpPr>
            <p:spPr bwMode="auto">
              <a:xfrm>
                <a:off x="3981"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60" name="Rectangle 919"/>
              <p:cNvSpPr>
                <a:spLocks noChangeArrowheads="1"/>
              </p:cNvSpPr>
              <p:nvPr/>
            </p:nvSpPr>
            <p:spPr bwMode="auto">
              <a:xfrm>
                <a:off x="399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61" name="Rectangle 920"/>
              <p:cNvSpPr>
                <a:spLocks noChangeArrowheads="1"/>
              </p:cNvSpPr>
              <p:nvPr/>
            </p:nvSpPr>
            <p:spPr bwMode="auto">
              <a:xfrm>
                <a:off x="4010"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62" name="Rectangle 921"/>
              <p:cNvSpPr>
                <a:spLocks noChangeArrowheads="1"/>
              </p:cNvSpPr>
              <p:nvPr/>
            </p:nvSpPr>
            <p:spPr bwMode="auto">
              <a:xfrm>
                <a:off x="402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63" name="Rectangle 922"/>
              <p:cNvSpPr>
                <a:spLocks noChangeArrowheads="1"/>
              </p:cNvSpPr>
              <p:nvPr/>
            </p:nvSpPr>
            <p:spPr bwMode="auto">
              <a:xfrm>
                <a:off x="403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64" name="Rectangle 923"/>
              <p:cNvSpPr>
                <a:spLocks noChangeArrowheads="1"/>
              </p:cNvSpPr>
              <p:nvPr/>
            </p:nvSpPr>
            <p:spPr bwMode="auto">
              <a:xfrm>
                <a:off x="405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65" name="Rectangle 924"/>
              <p:cNvSpPr>
                <a:spLocks noChangeArrowheads="1"/>
              </p:cNvSpPr>
              <p:nvPr/>
            </p:nvSpPr>
            <p:spPr bwMode="auto">
              <a:xfrm>
                <a:off x="406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66" name="Rectangle 925"/>
              <p:cNvSpPr>
                <a:spLocks noChangeArrowheads="1"/>
              </p:cNvSpPr>
              <p:nvPr/>
            </p:nvSpPr>
            <p:spPr bwMode="auto">
              <a:xfrm>
                <a:off x="4082"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67" name="Rectangle 926"/>
              <p:cNvSpPr>
                <a:spLocks noChangeArrowheads="1"/>
              </p:cNvSpPr>
              <p:nvPr/>
            </p:nvSpPr>
            <p:spPr bwMode="auto">
              <a:xfrm>
                <a:off x="409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68" name="Rectangle 927"/>
              <p:cNvSpPr>
                <a:spLocks noChangeArrowheads="1"/>
              </p:cNvSpPr>
              <p:nvPr/>
            </p:nvSpPr>
            <p:spPr bwMode="auto">
              <a:xfrm>
                <a:off x="411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69" name="Rectangle 928"/>
              <p:cNvSpPr>
                <a:spLocks noChangeArrowheads="1"/>
              </p:cNvSpPr>
              <p:nvPr/>
            </p:nvSpPr>
            <p:spPr bwMode="auto">
              <a:xfrm>
                <a:off x="412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70" name="Rectangle 929"/>
              <p:cNvSpPr>
                <a:spLocks noChangeArrowheads="1"/>
              </p:cNvSpPr>
              <p:nvPr/>
            </p:nvSpPr>
            <p:spPr bwMode="auto">
              <a:xfrm>
                <a:off x="414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71" name="Rectangle 930"/>
              <p:cNvSpPr>
                <a:spLocks noChangeArrowheads="1"/>
              </p:cNvSpPr>
              <p:nvPr/>
            </p:nvSpPr>
            <p:spPr bwMode="auto">
              <a:xfrm>
                <a:off x="4154"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72" name="Rectangle 931"/>
              <p:cNvSpPr>
                <a:spLocks noChangeArrowheads="1"/>
              </p:cNvSpPr>
              <p:nvPr/>
            </p:nvSpPr>
            <p:spPr bwMode="auto">
              <a:xfrm>
                <a:off x="416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73" name="Rectangle 932"/>
              <p:cNvSpPr>
                <a:spLocks noChangeArrowheads="1"/>
              </p:cNvSpPr>
              <p:nvPr/>
            </p:nvSpPr>
            <p:spPr bwMode="auto">
              <a:xfrm>
                <a:off x="418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74" name="Rectangle 933"/>
              <p:cNvSpPr>
                <a:spLocks noChangeArrowheads="1"/>
              </p:cNvSpPr>
              <p:nvPr/>
            </p:nvSpPr>
            <p:spPr bwMode="auto">
              <a:xfrm>
                <a:off x="419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75" name="Rectangle 934"/>
              <p:cNvSpPr>
                <a:spLocks noChangeArrowheads="1"/>
              </p:cNvSpPr>
              <p:nvPr/>
            </p:nvSpPr>
            <p:spPr bwMode="auto">
              <a:xfrm>
                <a:off x="421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76" name="Rectangle 935"/>
              <p:cNvSpPr>
                <a:spLocks noChangeArrowheads="1"/>
              </p:cNvSpPr>
              <p:nvPr/>
            </p:nvSpPr>
            <p:spPr bwMode="auto">
              <a:xfrm>
                <a:off x="422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77" name="Rectangle 936"/>
              <p:cNvSpPr>
                <a:spLocks noChangeArrowheads="1"/>
              </p:cNvSpPr>
              <p:nvPr/>
            </p:nvSpPr>
            <p:spPr bwMode="auto">
              <a:xfrm>
                <a:off x="424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78" name="Rectangle 937"/>
              <p:cNvSpPr>
                <a:spLocks noChangeArrowheads="1"/>
              </p:cNvSpPr>
              <p:nvPr/>
            </p:nvSpPr>
            <p:spPr bwMode="auto">
              <a:xfrm>
                <a:off x="4255"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79" name="Rectangle 938"/>
              <p:cNvSpPr>
                <a:spLocks noChangeArrowheads="1"/>
              </p:cNvSpPr>
              <p:nvPr/>
            </p:nvSpPr>
            <p:spPr bwMode="auto">
              <a:xfrm>
                <a:off x="427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80" name="Rectangle 939"/>
              <p:cNvSpPr>
                <a:spLocks noChangeArrowheads="1"/>
              </p:cNvSpPr>
              <p:nvPr/>
            </p:nvSpPr>
            <p:spPr bwMode="auto">
              <a:xfrm>
                <a:off x="428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81" name="Rectangle 940"/>
              <p:cNvSpPr>
                <a:spLocks noChangeArrowheads="1"/>
              </p:cNvSpPr>
              <p:nvPr/>
            </p:nvSpPr>
            <p:spPr bwMode="auto">
              <a:xfrm>
                <a:off x="429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82" name="Rectangle 941"/>
              <p:cNvSpPr>
                <a:spLocks noChangeArrowheads="1"/>
              </p:cNvSpPr>
              <p:nvPr/>
            </p:nvSpPr>
            <p:spPr bwMode="auto">
              <a:xfrm>
                <a:off x="431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83" name="Rectangle 942"/>
              <p:cNvSpPr>
                <a:spLocks noChangeArrowheads="1"/>
              </p:cNvSpPr>
              <p:nvPr/>
            </p:nvSpPr>
            <p:spPr bwMode="auto">
              <a:xfrm>
                <a:off x="4327"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84" name="Rectangle 943"/>
              <p:cNvSpPr>
                <a:spLocks noChangeArrowheads="1"/>
              </p:cNvSpPr>
              <p:nvPr/>
            </p:nvSpPr>
            <p:spPr bwMode="auto">
              <a:xfrm>
                <a:off x="434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85" name="Rectangle 944"/>
              <p:cNvSpPr>
                <a:spLocks noChangeArrowheads="1"/>
              </p:cNvSpPr>
              <p:nvPr/>
            </p:nvSpPr>
            <p:spPr bwMode="auto">
              <a:xfrm>
                <a:off x="435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86" name="Rectangle 945"/>
              <p:cNvSpPr>
                <a:spLocks noChangeArrowheads="1"/>
              </p:cNvSpPr>
              <p:nvPr/>
            </p:nvSpPr>
            <p:spPr bwMode="auto">
              <a:xfrm>
                <a:off x="437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87" name="Rectangle 946"/>
              <p:cNvSpPr>
                <a:spLocks noChangeArrowheads="1"/>
              </p:cNvSpPr>
              <p:nvPr/>
            </p:nvSpPr>
            <p:spPr bwMode="auto">
              <a:xfrm>
                <a:off x="438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88" name="Rectangle 947"/>
              <p:cNvSpPr>
                <a:spLocks noChangeArrowheads="1"/>
              </p:cNvSpPr>
              <p:nvPr/>
            </p:nvSpPr>
            <p:spPr bwMode="auto">
              <a:xfrm>
                <a:off x="4399"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89" name="Rectangle 948"/>
              <p:cNvSpPr>
                <a:spLocks noChangeArrowheads="1"/>
              </p:cNvSpPr>
              <p:nvPr/>
            </p:nvSpPr>
            <p:spPr bwMode="auto">
              <a:xfrm>
                <a:off x="441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90" name="Rectangle 949"/>
              <p:cNvSpPr>
                <a:spLocks noChangeArrowheads="1"/>
              </p:cNvSpPr>
              <p:nvPr/>
            </p:nvSpPr>
            <p:spPr bwMode="auto">
              <a:xfrm>
                <a:off x="4428"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91" name="Rectangle 950"/>
              <p:cNvSpPr>
                <a:spLocks noChangeArrowheads="1"/>
              </p:cNvSpPr>
              <p:nvPr/>
            </p:nvSpPr>
            <p:spPr bwMode="auto">
              <a:xfrm>
                <a:off x="444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92" name="Rectangle 951"/>
              <p:cNvSpPr>
                <a:spLocks noChangeArrowheads="1"/>
              </p:cNvSpPr>
              <p:nvPr/>
            </p:nvSpPr>
            <p:spPr bwMode="auto">
              <a:xfrm>
                <a:off x="445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93" name="Rectangle 952"/>
              <p:cNvSpPr>
                <a:spLocks noChangeArrowheads="1"/>
              </p:cNvSpPr>
              <p:nvPr/>
            </p:nvSpPr>
            <p:spPr bwMode="auto">
              <a:xfrm>
                <a:off x="447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94" name="Rectangle 953"/>
              <p:cNvSpPr>
                <a:spLocks noChangeArrowheads="1"/>
              </p:cNvSpPr>
              <p:nvPr/>
            </p:nvSpPr>
            <p:spPr bwMode="auto">
              <a:xfrm>
                <a:off x="448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95" name="Rectangle 954"/>
              <p:cNvSpPr>
                <a:spLocks noChangeArrowheads="1"/>
              </p:cNvSpPr>
              <p:nvPr/>
            </p:nvSpPr>
            <p:spPr bwMode="auto">
              <a:xfrm>
                <a:off x="4500"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96" name="Rectangle 955"/>
              <p:cNvSpPr>
                <a:spLocks noChangeArrowheads="1"/>
              </p:cNvSpPr>
              <p:nvPr/>
            </p:nvSpPr>
            <p:spPr bwMode="auto">
              <a:xfrm>
                <a:off x="451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97" name="Rectangle 956"/>
              <p:cNvSpPr>
                <a:spLocks noChangeArrowheads="1"/>
              </p:cNvSpPr>
              <p:nvPr/>
            </p:nvSpPr>
            <p:spPr bwMode="auto">
              <a:xfrm>
                <a:off x="452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98" name="Rectangle 957"/>
              <p:cNvSpPr>
                <a:spLocks noChangeArrowheads="1"/>
              </p:cNvSpPr>
              <p:nvPr/>
            </p:nvSpPr>
            <p:spPr bwMode="auto">
              <a:xfrm>
                <a:off x="454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99" name="Rectangle 958"/>
              <p:cNvSpPr>
                <a:spLocks noChangeArrowheads="1"/>
              </p:cNvSpPr>
              <p:nvPr/>
            </p:nvSpPr>
            <p:spPr bwMode="auto">
              <a:xfrm>
                <a:off x="455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00" name="Rectangle 959"/>
              <p:cNvSpPr>
                <a:spLocks noChangeArrowheads="1"/>
              </p:cNvSpPr>
              <p:nvPr/>
            </p:nvSpPr>
            <p:spPr bwMode="auto">
              <a:xfrm>
                <a:off x="4572"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01" name="Rectangle 960"/>
              <p:cNvSpPr>
                <a:spLocks noChangeArrowheads="1"/>
              </p:cNvSpPr>
              <p:nvPr/>
            </p:nvSpPr>
            <p:spPr bwMode="auto">
              <a:xfrm>
                <a:off x="458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02" name="Rectangle 961"/>
              <p:cNvSpPr>
                <a:spLocks noChangeArrowheads="1"/>
              </p:cNvSpPr>
              <p:nvPr/>
            </p:nvSpPr>
            <p:spPr bwMode="auto">
              <a:xfrm>
                <a:off x="460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03" name="Rectangle 962"/>
              <p:cNvSpPr>
                <a:spLocks noChangeArrowheads="1"/>
              </p:cNvSpPr>
              <p:nvPr/>
            </p:nvSpPr>
            <p:spPr bwMode="auto">
              <a:xfrm>
                <a:off x="461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04" name="Rectangle 963"/>
              <p:cNvSpPr>
                <a:spLocks noChangeArrowheads="1"/>
              </p:cNvSpPr>
              <p:nvPr/>
            </p:nvSpPr>
            <p:spPr bwMode="auto">
              <a:xfrm>
                <a:off x="463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05" name="Rectangle 964"/>
              <p:cNvSpPr>
                <a:spLocks noChangeArrowheads="1"/>
              </p:cNvSpPr>
              <p:nvPr/>
            </p:nvSpPr>
            <p:spPr bwMode="auto">
              <a:xfrm>
                <a:off x="464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06" name="Rectangle 965"/>
              <p:cNvSpPr>
                <a:spLocks noChangeArrowheads="1"/>
              </p:cNvSpPr>
              <p:nvPr/>
            </p:nvSpPr>
            <p:spPr bwMode="auto">
              <a:xfrm>
                <a:off x="465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07" name="Rectangle 966"/>
              <p:cNvSpPr>
                <a:spLocks noChangeArrowheads="1"/>
              </p:cNvSpPr>
              <p:nvPr/>
            </p:nvSpPr>
            <p:spPr bwMode="auto">
              <a:xfrm>
                <a:off x="4673"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08" name="Rectangle 967"/>
              <p:cNvSpPr>
                <a:spLocks noChangeArrowheads="1"/>
              </p:cNvSpPr>
              <p:nvPr/>
            </p:nvSpPr>
            <p:spPr bwMode="auto">
              <a:xfrm>
                <a:off x="4688"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09" name="Rectangle 968"/>
              <p:cNvSpPr>
                <a:spLocks noChangeArrowheads="1"/>
              </p:cNvSpPr>
              <p:nvPr/>
            </p:nvSpPr>
            <p:spPr bwMode="auto">
              <a:xfrm>
                <a:off x="470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10" name="Rectangle 969"/>
              <p:cNvSpPr>
                <a:spLocks noChangeArrowheads="1"/>
              </p:cNvSpPr>
              <p:nvPr/>
            </p:nvSpPr>
            <p:spPr bwMode="auto">
              <a:xfrm>
                <a:off x="471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11" name="Rectangle 970"/>
              <p:cNvSpPr>
                <a:spLocks noChangeArrowheads="1"/>
              </p:cNvSpPr>
              <p:nvPr/>
            </p:nvSpPr>
            <p:spPr bwMode="auto">
              <a:xfrm>
                <a:off x="473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12" name="Rectangle 971"/>
              <p:cNvSpPr>
                <a:spLocks noChangeArrowheads="1"/>
              </p:cNvSpPr>
              <p:nvPr/>
            </p:nvSpPr>
            <p:spPr bwMode="auto">
              <a:xfrm>
                <a:off x="4745"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13" name="Rectangle 972"/>
              <p:cNvSpPr>
                <a:spLocks noChangeArrowheads="1"/>
              </p:cNvSpPr>
              <p:nvPr/>
            </p:nvSpPr>
            <p:spPr bwMode="auto">
              <a:xfrm>
                <a:off x="476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14" name="Rectangle 973"/>
              <p:cNvSpPr>
                <a:spLocks noChangeArrowheads="1"/>
              </p:cNvSpPr>
              <p:nvPr/>
            </p:nvSpPr>
            <p:spPr bwMode="auto">
              <a:xfrm>
                <a:off x="477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15" name="Rectangle 974"/>
              <p:cNvSpPr>
                <a:spLocks noChangeArrowheads="1"/>
              </p:cNvSpPr>
              <p:nvPr/>
            </p:nvSpPr>
            <p:spPr bwMode="auto">
              <a:xfrm>
                <a:off x="4789"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16" name="Rectangle 975"/>
              <p:cNvSpPr>
                <a:spLocks noChangeArrowheads="1"/>
              </p:cNvSpPr>
              <p:nvPr/>
            </p:nvSpPr>
            <p:spPr bwMode="auto">
              <a:xfrm>
                <a:off x="480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17" name="Rectangle 976"/>
              <p:cNvSpPr>
                <a:spLocks noChangeArrowheads="1"/>
              </p:cNvSpPr>
              <p:nvPr/>
            </p:nvSpPr>
            <p:spPr bwMode="auto">
              <a:xfrm>
                <a:off x="4817"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18" name="Rectangle 977"/>
              <p:cNvSpPr>
                <a:spLocks noChangeArrowheads="1"/>
              </p:cNvSpPr>
              <p:nvPr/>
            </p:nvSpPr>
            <p:spPr bwMode="auto">
              <a:xfrm>
                <a:off x="483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19" name="Rectangle 978"/>
              <p:cNvSpPr>
                <a:spLocks noChangeArrowheads="1"/>
              </p:cNvSpPr>
              <p:nvPr/>
            </p:nvSpPr>
            <p:spPr bwMode="auto">
              <a:xfrm>
                <a:off x="4846"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20" name="Rectangle 979"/>
              <p:cNvSpPr>
                <a:spLocks noChangeArrowheads="1"/>
              </p:cNvSpPr>
              <p:nvPr/>
            </p:nvSpPr>
            <p:spPr bwMode="auto">
              <a:xfrm>
                <a:off x="4861"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21" name="Rectangle 980"/>
              <p:cNvSpPr>
                <a:spLocks noChangeArrowheads="1"/>
              </p:cNvSpPr>
              <p:nvPr/>
            </p:nvSpPr>
            <p:spPr bwMode="auto">
              <a:xfrm>
                <a:off x="487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22" name="Rectangle 981"/>
              <p:cNvSpPr>
                <a:spLocks noChangeArrowheads="1"/>
              </p:cNvSpPr>
              <p:nvPr/>
            </p:nvSpPr>
            <p:spPr bwMode="auto">
              <a:xfrm>
                <a:off x="4890"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23" name="Rectangle 982"/>
              <p:cNvSpPr>
                <a:spLocks noChangeArrowheads="1"/>
              </p:cNvSpPr>
              <p:nvPr/>
            </p:nvSpPr>
            <p:spPr bwMode="auto">
              <a:xfrm>
                <a:off x="4904"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24" name="Rectangle 983"/>
              <p:cNvSpPr>
                <a:spLocks noChangeArrowheads="1"/>
              </p:cNvSpPr>
              <p:nvPr/>
            </p:nvSpPr>
            <p:spPr bwMode="auto">
              <a:xfrm>
                <a:off x="4918"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25" name="Rectangle 984"/>
              <p:cNvSpPr>
                <a:spLocks noChangeArrowheads="1"/>
              </p:cNvSpPr>
              <p:nvPr/>
            </p:nvSpPr>
            <p:spPr bwMode="auto">
              <a:xfrm>
                <a:off x="4933"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26" name="Rectangle 985"/>
              <p:cNvSpPr>
                <a:spLocks noChangeArrowheads="1"/>
              </p:cNvSpPr>
              <p:nvPr/>
            </p:nvSpPr>
            <p:spPr bwMode="auto">
              <a:xfrm>
                <a:off x="4947"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27" name="Rectangle 986"/>
              <p:cNvSpPr>
                <a:spLocks noChangeArrowheads="1"/>
              </p:cNvSpPr>
              <p:nvPr/>
            </p:nvSpPr>
            <p:spPr bwMode="auto">
              <a:xfrm>
                <a:off x="4962"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28" name="Rectangle 987"/>
              <p:cNvSpPr>
                <a:spLocks noChangeArrowheads="1"/>
              </p:cNvSpPr>
              <p:nvPr/>
            </p:nvSpPr>
            <p:spPr bwMode="auto">
              <a:xfrm>
                <a:off x="4976"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29" name="Rectangle 988"/>
              <p:cNvSpPr>
                <a:spLocks noChangeArrowheads="1"/>
              </p:cNvSpPr>
              <p:nvPr/>
            </p:nvSpPr>
            <p:spPr bwMode="auto">
              <a:xfrm>
                <a:off x="4990" y="3325"/>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30" name="Rectangle 989"/>
              <p:cNvSpPr>
                <a:spLocks noChangeArrowheads="1"/>
              </p:cNvSpPr>
              <p:nvPr/>
            </p:nvSpPr>
            <p:spPr bwMode="auto">
              <a:xfrm>
                <a:off x="5005" y="332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31" name="Rectangle 990"/>
              <p:cNvSpPr>
                <a:spLocks noChangeArrowheads="1"/>
              </p:cNvSpPr>
              <p:nvPr/>
            </p:nvSpPr>
            <p:spPr bwMode="auto">
              <a:xfrm>
                <a:off x="5016" y="3321"/>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32" name="Rectangle 991"/>
              <p:cNvSpPr>
                <a:spLocks noChangeArrowheads="1"/>
              </p:cNvSpPr>
              <p:nvPr/>
            </p:nvSpPr>
            <p:spPr bwMode="auto">
              <a:xfrm>
                <a:off x="5016" y="330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33" name="Rectangle 992"/>
              <p:cNvSpPr>
                <a:spLocks noChangeArrowheads="1"/>
              </p:cNvSpPr>
              <p:nvPr/>
            </p:nvSpPr>
            <p:spPr bwMode="auto">
              <a:xfrm>
                <a:off x="5016" y="329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34" name="Rectangle 993"/>
              <p:cNvSpPr>
                <a:spLocks noChangeArrowheads="1"/>
              </p:cNvSpPr>
              <p:nvPr/>
            </p:nvSpPr>
            <p:spPr bwMode="auto">
              <a:xfrm>
                <a:off x="5016" y="3275"/>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35" name="Rectangle 994"/>
              <p:cNvSpPr>
                <a:spLocks noChangeArrowheads="1"/>
              </p:cNvSpPr>
              <p:nvPr/>
            </p:nvSpPr>
            <p:spPr bwMode="auto">
              <a:xfrm>
                <a:off x="5016" y="3259"/>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36" name="Rectangle 995"/>
              <p:cNvSpPr>
                <a:spLocks noChangeArrowheads="1"/>
              </p:cNvSpPr>
              <p:nvPr/>
            </p:nvSpPr>
            <p:spPr bwMode="auto">
              <a:xfrm>
                <a:off x="5016" y="3244"/>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37" name="Rectangle 996"/>
              <p:cNvSpPr>
                <a:spLocks noChangeArrowheads="1"/>
              </p:cNvSpPr>
              <p:nvPr/>
            </p:nvSpPr>
            <p:spPr bwMode="auto">
              <a:xfrm>
                <a:off x="5016" y="3228"/>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38" name="Rectangle 997"/>
              <p:cNvSpPr>
                <a:spLocks noChangeArrowheads="1"/>
              </p:cNvSpPr>
              <p:nvPr/>
            </p:nvSpPr>
            <p:spPr bwMode="auto">
              <a:xfrm>
                <a:off x="5016" y="3213"/>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39" name="Rectangle 998"/>
              <p:cNvSpPr>
                <a:spLocks noChangeArrowheads="1"/>
              </p:cNvSpPr>
              <p:nvPr/>
            </p:nvSpPr>
            <p:spPr bwMode="auto">
              <a:xfrm>
                <a:off x="5016" y="3197"/>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40" name="Rectangle 999"/>
              <p:cNvSpPr>
                <a:spLocks noChangeArrowheads="1"/>
              </p:cNvSpPr>
              <p:nvPr/>
            </p:nvSpPr>
            <p:spPr bwMode="auto">
              <a:xfrm>
                <a:off x="5016" y="3182"/>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41" name="Rectangle 1000"/>
              <p:cNvSpPr>
                <a:spLocks noChangeArrowheads="1"/>
              </p:cNvSpPr>
              <p:nvPr/>
            </p:nvSpPr>
            <p:spPr bwMode="auto">
              <a:xfrm>
                <a:off x="5016" y="316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42" name="Rectangle 1001"/>
              <p:cNvSpPr>
                <a:spLocks noChangeArrowheads="1"/>
              </p:cNvSpPr>
              <p:nvPr/>
            </p:nvSpPr>
            <p:spPr bwMode="auto">
              <a:xfrm>
                <a:off x="5016" y="315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43" name="Rectangle 1002"/>
              <p:cNvSpPr>
                <a:spLocks noChangeArrowheads="1"/>
              </p:cNvSpPr>
              <p:nvPr/>
            </p:nvSpPr>
            <p:spPr bwMode="auto">
              <a:xfrm>
                <a:off x="5016" y="313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44" name="Rectangle 1003"/>
              <p:cNvSpPr>
                <a:spLocks noChangeArrowheads="1"/>
              </p:cNvSpPr>
              <p:nvPr/>
            </p:nvSpPr>
            <p:spPr bwMode="auto">
              <a:xfrm>
                <a:off x="5016" y="3119"/>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45" name="Rectangle 1004"/>
              <p:cNvSpPr>
                <a:spLocks noChangeArrowheads="1"/>
              </p:cNvSpPr>
              <p:nvPr/>
            </p:nvSpPr>
            <p:spPr bwMode="auto">
              <a:xfrm>
                <a:off x="5016" y="3104"/>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46" name="Rectangle 1005"/>
              <p:cNvSpPr>
                <a:spLocks noChangeArrowheads="1"/>
              </p:cNvSpPr>
              <p:nvPr/>
            </p:nvSpPr>
            <p:spPr bwMode="auto">
              <a:xfrm>
                <a:off x="5016" y="3088"/>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47" name="Rectangle 1006"/>
              <p:cNvSpPr>
                <a:spLocks noChangeArrowheads="1"/>
              </p:cNvSpPr>
              <p:nvPr/>
            </p:nvSpPr>
            <p:spPr bwMode="auto">
              <a:xfrm>
                <a:off x="5016" y="3073"/>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48" name="Rectangle 1007"/>
              <p:cNvSpPr>
                <a:spLocks noChangeArrowheads="1"/>
              </p:cNvSpPr>
              <p:nvPr/>
            </p:nvSpPr>
            <p:spPr bwMode="auto">
              <a:xfrm>
                <a:off x="5016" y="3057"/>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49" name="Rectangle 1008"/>
              <p:cNvSpPr>
                <a:spLocks noChangeArrowheads="1"/>
              </p:cNvSpPr>
              <p:nvPr/>
            </p:nvSpPr>
            <p:spPr bwMode="auto">
              <a:xfrm>
                <a:off x="5016" y="3042"/>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50" name="Rectangle 1009"/>
              <p:cNvSpPr>
                <a:spLocks noChangeArrowheads="1"/>
              </p:cNvSpPr>
              <p:nvPr/>
            </p:nvSpPr>
            <p:spPr bwMode="auto">
              <a:xfrm>
                <a:off x="5016" y="302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51" name="Rectangle 1010"/>
              <p:cNvSpPr>
                <a:spLocks noChangeArrowheads="1"/>
              </p:cNvSpPr>
              <p:nvPr/>
            </p:nvSpPr>
            <p:spPr bwMode="auto">
              <a:xfrm>
                <a:off x="5016" y="3011"/>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52" name="Rectangle 1011"/>
              <p:cNvSpPr>
                <a:spLocks noChangeArrowheads="1"/>
              </p:cNvSpPr>
              <p:nvPr/>
            </p:nvSpPr>
            <p:spPr bwMode="auto">
              <a:xfrm>
                <a:off x="5016" y="299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53" name="Rectangle 1012"/>
              <p:cNvSpPr>
                <a:spLocks noChangeArrowheads="1"/>
              </p:cNvSpPr>
              <p:nvPr/>
            </p:nvSpPr>
            <p:spPr bwMode="auto">
              <a:xfrm>
                <a:off x="5016" y="2980"/>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54" name="Rectangle 1013"/>
              <p:cNvSpPr>
                <a:spLocks noChangeArrowheads="1"/>
              </p:cNvSpPr>
              <p:nvPr/>
            </p:nvSpPr>
            <p:spPr bwMode="auto">
              <a:xfrm>
                <a:off x="5016" y="2964"/>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55" name="Rectangle 1014"/>
              <p:cNvSpPr>
                <a:spLocks noChangeArrowheads="1"/>
              </p:cNvSpPr>
              <p:nvPr/>
            </p:nvSpPr>
            <p:spPr bwMode="auto">
              <a:xfrm>
                <a:off x="5016" y="2949"/>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56" name="Rectangle 1015"/>
              <p:cNvSpPr>
                <a:spLocks noChangeArrowheads="1"/>
              </p:cNvSpPr>
              <p:nvPr/>
            </p:nvSpPr>
            <p:spPr bwMode="auto">
              <a:xfrm>
                <a:off x="5016" y="2933"/>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57" name="Rectangle 1016"/>
              <p:cNvSpPr>
                <a:spLocks noChangeArrowheads="1"/>
              </p:cNvSpPr>
              <p:nvPr/>
            </p:nvSpPr>
            <p:spPr bwMode="auto">
              <a:xfrm>
                <a:off x="5016" y="2918"/>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58" name="Rectangle 1017"/>
              <p:cNvSpPr>
                <a:spLocks noChangeArrowheads="1"/>
              </p:cNvSpPr>
              <p:nvPr/>
            </p:nvSpPr>
            <p:spPr bwMode="auto">
              <a:xfrm>
                <a:off x="5016" y="2902"/>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59" name="Rectangle 1018"/>
              <p:cNvSpPr>
                <a:spLocks noChangeArrowheads="1"/>
              </p:cNvSpPr>
              <p:nvPr/>
            </p:nvSpPr>
            <p:spPr bwMode="auto">
              <a:xfrm>
                <a:off x="5016" y="2886"/>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60" name="Rectangle 1019"/>
              <p:cNvSpPr>
                <a:spLocks noChangeArrowheads="1"/>
              </p:cNvSpPr>
              <p:nvPr/>
            </p:nvSpPr>
            <p:spPr bwMode="auto">
              <a:xfrm>
                <a:off x="5016" y="2871"/>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61" name="Rectangle 1020"/>
              <p:cNvSpPr>
                <a:spLocks noChangeArrowheads="1"/>
              </p:cNvSpPr>
              <p:nvPr/>
            </p:nvSpPr>
            <p:spPr bwMode="auto">
              <a:xfrm>
                <a:off x="5016" y="2855"/>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62" name="Rectangle 1021"/>
              <p:cNvSpPr>
                <a:spLocks noChangeArrowheads="1"/>
              </p:cNvSpPr>
              <p:nvPr/>
            </p:nvSpPr>
            <p:spPr bwMode="auto">
              <a:xfrm>
                <a:off x="5016" y="284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63" name="Rectangle 1022"/>
              <p:cNvSpPr>
                <a:spLocks noChangeArrowheads="1"/>
              </p:cNvSpPr>
              <p:nvPr/>
            </p:nvSpPr>
            <p:spPr bwMode="auto">
              <a:xfrm>
                <a:off x="5016" y="2824"/>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64" name="Rectangle 1023"/>
              <p:cNvSpPr>
                <a:spLocks noChangeArrowheads="1"/>
              </p:cNvSpPr>
              <p:nvPr/>
            </p:nvSpPr>
            <p:spPr bwMode="auto">
              <a:xfrm>
                <a:off x="5016" y="2809"/>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65" name="Rectangle 1024"/>
              <p:cNvSpPr>
                <a:spLocks noChangeArrowheads="1"/>
              </p:cNvSpPr>
              <p:nvPr/>
            </p:nvSpPr>
            <p:spPr bwMode="auto">
              <a:xfrm>
                <a:off x="5016" y="2793"/>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66" name="Rectangle 1025"/>
              <p:cNvSpPr>
                <a:spLocks noChangeArrowheads="1"/>
              </p:cNvSpPr>
              <p:nvPr/>
            </p:nvSpPr>
            <p:spPr bwMode="auto">
              <a:xfrm>
                <a:off x="5016" y="2778"/>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67" name="Rectangle 1026"/>
              <p:cNvSpPr>
                <a:spLocks noChangeArrowheads="1"/>
              </p:cNvSpPr>
              <p:nvPr/>
            </p:nvSpPr>
            <p:spPr bwMode="auto">
              <a:xfrm>
                <a:off x="5016" y="2762"/>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68" name="Rectangle 1027"/>
              <p:cNvSpPr>
                <a:spLocks noChangeArrowheads="1"/>
              </p:cNvSpPr>
              <p:nvPr/>
            </p:nvSpPr>
            <p:spPr bwMode="auto">
              <a:xfrm>
                <a:off x="5016" y="2747"/>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69" name="Rectangle 1028"/>
              <p:cNvSpPr>
                <a:spLocks noChangeArrowheads="1"/>
              </p:cNvSpPr>
              <p:nvPr/>
            </p:nvSpPr>
            <p:spPr bwMode="auto">
              <a:xfrm>
                <a:off x="5016" y="2731"/>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70" name="Rectangle 1029"/>
              <p:cNvSpPr>
                <a:spLocks noChangeArrowheads="1"/>
              </p:cNvSpPr>
              <p:nvPr/>
            </p:nvSpPr>
            <p:spPr bwMode="auto">
              <a:xfrm>
                <a:off x="5016" y="2716"/>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71" name="Rectangle 1030"/>
              <p:cNvSpPr>
                <a:spLocks noChangeArrowheads="1"/>
              </p:cNvSpPr>
              <p:nvPr/>
            </p:nvSpPr>
            <p:spPr bwMode="auto">
              <a:xfrm>
                <a:off x="5016" y="270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72" name="Rectangle 1031"/>
              <p:cNvSpPr>
                <a:spLocks noChangeArrowheads="1"/>
              </p:cNvSpPr>
              <p:nvPr/>
            </p:nvSpPr>
            <p:spPr bwMode="auto">
              <a:xfrm>
                <a:off x="5016" y="2685"/>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73" name="Rectangle 1032"/>
              <p:cNvSpPr>
                <a:spLocks noChangeArrowheads="1"/>
              </p:cNvSpPr>
              <p:nvPr/>
            </p:nvSpPr>
            <p:spPr bwMode="auto">
              <a:xfrm>
                <a:off x="5016" y="2669"/>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74" name="Rectangle 1033"/>
              <p:cNvSpPr>
                <a:spLocks noChangeArrowheads="1"/>
              </p:cNvSpPr>
              <p:nvPr/>
            </p:nvSpPr>
            <p:spPr bwMode="auto">
              <a:xfrm>
                <a:off x="5016" y="2654"/>
                <a:ext cx="7"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75" name="Rectangle 1034"/>
              <p:cNvSpPr>
                <a:spLocks noChangeArrowheads="1"/>
              </p:cNvSpPr>
              <p:nvPr/>
            </p:nvSpPr>
            <p:spPr bwMode="auto">
              <a:xfrm>
                <a:off x="5016" y="2638"/>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76" name="Rectangle 1035"/>
              <p:cNvSpPr>
                <a:spLocks noChangeArrowheads="1"/>
              </p:cNvSpPr>
              <p:nvPr/>
            </p:nvSpPr>
            <p:spPr bwMode="auto">
              <a:xfrm>
                <a:off x="5016" y="2622"/>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77" name="Rectangle 1036"/>
              <p:cNvSpPr>
                <a:spLocks noChangeArrowheads="1"/>
              </p:cNvSpPr>
              <p:nvPr/>
            </p:nvSpPr>
            <p:spPr bwMode="auto">
              <a:xfrm>
                <a:off x="5016" y="2607"/>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78" name="Rectangle 1037"/>
              <p:cNvSpPr>
                <a:spLocks noChangeArrowheads="1"/>
              </p:cNvSpPr>
              <p:nvPr/>
            </p:nvSpPr>
            <p:spPr bwMode="auto">
              <a:xfrm>
                <a:off x="5016" y="2591"/>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79" name="Rectangle 1038"/>
              <p:cNvSpPr>
                <a:spLocks noChangeArrowheads="1"/>
              </p:cNvSpPr>
              <p:nvPr/>
            </p:nvSpPr>
            <p:spPr bwMode="auto">
              <a:xfrm>
                <a:off x="501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80" name="Rectangle 1039"/>
              <p:cNvSpPr>
                <a:spLocks noChangeArrowheads="1"/>
              </p:cNvSpPr>
              <p:nvPr/>
            </p:nvSpPr>
            <p:spPr bwMode="auto">
              <a:xfrm>
                <a:off x="499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81" name="Rectangle 1040"/>
              <p:cNvSpPr>
                <a:spLocks noChangeArrowheads="1"/>
              </p:cNvSpPr>
              <p:nvPr/>
            </p:nvSpPr>
            <p:spPr bwMode="auto">
              <a:xfrm>
                <a:off x="498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82" name="Rectangle 1041"/>
              <p:cNvSpPr>
                <a:spLocks noChangeArrowheads="1"/>
              </p:cNvSpPr>
              <p:nvPr/>
            </p:nvSpPr>
            <p:spPr bwMode="auto">
              <a:xfrm>
                <a:off x="496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83" name="Rectangle 1042"/>
              <p:cNvSpPr>
                <a:spLocks noChangeArrowheads="1"/>
              </p:cNvSpPr>
              <p:nvPr/>
            </p:nvSpPr>
            <p:spPr bwMode="auto">
              <a:xfrm>
                <a:off x="4954"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84" name="Rectangle 1043"/>
              <p:cNvSpPr>
                <a:spLocks noChangeArrowheads="1"/>
              </p:cNvSpPr>
              <p:nvPr/>
            </p:nvSpPr>
            <p:spPr bwMode="auto">
              <a:xfrm>
                <a:off x="494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85" name="Rectangle 1044"/>
              <p:cNvSpPr>
                <a:spLocks noChangeArrowheads="1"/>
              </p:cNvSpPr>
              <p:nvPr/>
            </p:nvSpPr>
            <p:spPr bwMode="auto">
              <a:xfrm>
                <a:off x="492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86" name="Rectangle 1045"/>
              <p:cNvSpPr>
                <a:spLocks noChangeArrowheads="1"/>
              </p:cNvSpPr>
              <p:nvPr/>
            </p:nvSpPr>
            <p:spPr bwMode="auto">
              <a:xfrm>
                <a:off x="491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87" name="Rectangle 1046"/>
              <p:cNvSpPr>
                <a:spLocks noChangeArrowheads="1"/>
              </p:cNvSpPr>
              <p:nvPr/>
            </p:nvSpPr>
            <p:spPr bwMode="auto">
              <a:xfrm>
                <a:off x="489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88" name="Rectangle 1047"/>
              <p:cNvSpPr>
                <a:spLocks noChangeArrowheads="1"/>
              </p:cNvSpPr>
              <p:nvPr/>
            </p:nvSpPr>
            <p:spPr bwMode="auto">
              <a:xfrm>
                <a:off x="4882"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89" name="Rectangle 1048"/>
              <p:cNvSpPr>
                <a:spLocks noChangeArrowheads="1"/>
              </p:cNvSpPr>
              <p:nvPr/>
            </p:nvSpPr>
            <p:spPr bwMode="auto">
              <a:xfrm>
                <a:off x="486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90" name="Rectangle 1049"/>
              <p:cNvSpPr>
                <a:spLocks noChangeArrowheads="1"/>
              </p:cNvSpPr>
              <p:nvPr/>
            </p:nvSpPr>
            <p:spPr bwMode="auto">
              <a:xfrm>
                <a:off x="485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91" name="Rectangle 1050"/>
              <p:cNvSpPr>
                <a:spLocks noChangeArrowheads="1"/>
              </p:cNvSpPr>
              <p:nvPr/>
            </p:nvSpPr>
            <p:spPr bwMode="auto">
              <a:xfrm>
                <a:off x="483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92" name="Rectangle 1051"/>
              <p:cNvSpPr>
                <a:spLocks noChangeArrowheads="1"/>
              </p:cNvSpPr>
              <p:nvPr/>
            </p:nvSpPr>
            <p:spPr bwMode="auto">
              <a:xfrm>
                <a:off x="482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93" name="Rectangle 1052"/>
              <p:cNvSpPr>
                <a:spLocks noChangeArrowheads="1"/>
              </p:cNvSpPr>
              <p:nvPr/>
            </p:nvSpPr>
            <p:spPr bwMode="auto">
              <a:xfrm>
                <a:off x="481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94" name="Rectangle 1053"/>
              <p:cNvSpPr>
                <a:spLocks noChangeArrowheads="1"/>
              </p:cNvSpPr>
              <p:nvPr/>
            </p:nvSpPr>
            <p:spPr bwMode="auto">
              <a:xfrm>
                <a:off x="479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95" name="Rectangle 1054"/>
              <p:cNvSpPr>
                <a:spLocks noChangeArrowheads="1"/>
              </p:cNvSpPr>
              <p:nvPr/>
            </p:nvSpPr>
            <p:spPr bwMode="auto">
              <a:xfrm>
                <a:off x="4781"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96" name="Rectangle 1055"/>
              <p:cNvSpPr>
                <a:spLocks noChangeArrowheads="1"/>
              </p:cNvSpPr>
              <p:nvPr/>
            </p:nvSpPr>
            <p:spPr bwMode="auto">
              <a:xfrm>
                <a:off x="476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97" name="Rectangle 1056"/>
              <p:cNvSpPr>
                <a:spLocks noChangeArrowheads="1"/>
              </p:cNvSpPr>
              <p:nvPr/>
            </p:nvSpPr>
            <p:spPr bwMode="auto">
              <a:xfrm>
                <a:off x="475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98" name="Rectangle 1057"/>
              <p:cNvSpPr>
                <a:spLocks noChangeArrowheads="1"/>
              </p:cNvSpPr>
              <p:nvPr/>
            </p:nvSpPr>
            <p:spPr bwMode="auto">
              <a:xfrm>
                <a:off x="473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599" name="Rectangle 1058"/>
              <p:cNvSpPr>
                <a:spLocks noChangeArrowheads="1"/>
              </p:cNvSpPr>
              <p:nvPr/>
            </p:nvSpPr>
            <p:spPr bwMode="auto">
              <a:xfrm>
                <a:off x="472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00" name="Rectangle 1059"/>
              <p:cNvSpPr>
                <a:spLocks noChangeArrowheads="1"/>
              </p:cNvSpPr>
              <p:nvPr/>
            </p:nvSpPr>
            <p:spPr bwMode="auto">
              <a:xfrm>
                <a:off x="4709"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01" name="Rectangle 1060"/>
              <p:cNvSpPr>
                <a:spLocks noChangeArrowheads="1"/>
              </p:cNvSpPr>
              <p:nvPr/>
            </p:nvSpPr>
            <p:spPr bwMode="auto">
              <a:xfrm>
                <a:off x="469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02" name="Rectangle 1061"/>
              <p:cNvSpPr>
                <a:spLocks noChangeArrowheads="1"/>
              </p:cNvSpPr>
              <p:nvPr/>
            </p:nvSpPr>
            <p:spPr bwMode="auto">
              <a:xfrm>
                <a:off x="468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03" name="Rectangle 1062"/>
              <p:cNvSpPr>
                <a:spLocks noChangeArrowheads="1"/>
              </p:cNvSpPr>
              <p:nvPr/>
            </p:nvSpPr>
            <p:spPr bwMode="auto">
              <a:xfrm>
                <a:off x="466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04" name="Rectangle 1063"/>
              <p:cNvSpPr>
                <a:spLocks noChangeArrowheads="1"/>
              </p:cNvSpPr>
              <p:nvPr/>
            </p:nvSpPr>
            <p:spPr bwMode="auto">
              <a:xfrm>
                <a:off x="465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05" name="Rectangle 1064"/>
              <p:cNvSpPr>
                <a:spLocks noChangeArrowheads="1"/>
              </p:cNvSpPr>
              <p:nvPr/>
            </p:nvSpPr>
            <p:spPr bwMode="auto">
              <a:xfrm>
                <a:off x="4637"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06" name="Rectangle 1065"/>
              <p:cNvSpPr>
                <a:spLocks noChangeArrowheads="1"/>
              </p:cNvSpPr>
              <p:nvPr/>
            </p:nvSpPr>
            <p:spPr bwMode="auto">
              <a:xfrm>
                <a:off x="462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07" name="Rectangle 1066"/>
              <p:cNvSpPr>
                <a:spLocks noChangeArrowheads="1"/>
              </p:cNvSpPr>
              <p:nvPr/>
            </p:nvSpPr>
            <p:spPr bwMode="auto">
              <a:xfrm>
                <a:off x="4608"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08" name="Rectangle 1067"/>
              <p:cNvSpPr>
                <a:spLocks noChangeArrowheads="1"/>
              </p:cNvSpPr>
              <p:nvPr/>
            </p:nvSpPr>
            <p:spPr bwMode="auto">
              <a:xfrm>
                <a:off x="459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09" name="Rectangle 1068"/>
              <p:cNvSpPr>
                <a:spLocks noChangeArrowheads="1"/>
              </p:cNvSpPr>
              <p:nvPr/>
            </p:nvSpPr>
            <p:spPr bwMode="auto">
              <a:xfrm>
                <a:off x="458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10" name="Rectangle 1069"/>
              <p:cNvSpPr>
                <a:spLocks noChangeArrowheads="1"/>
              </p:cNvSpPr>
              <p:nvPr/>
            </p:nvSpPr>
            <p:spPr bwMode="auto">
              <a:xfrm>
                <a:off x="456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11" name="Rectangle 1070"/>
              <p:cNvSpPr>
                <a:spLocks noChangeArrowheads="1"/>
              </p:cNvSpPr>
              <p:nvPr/>
            </p:nvSpPr>
            <p:spPr bwMode="auto">
              <a:xfrm>
                <a:off x="455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12" name="Rectangle 1071"/>
              <p:cNvSpPr>
                <a:spLocks noChangeArrowheads="1"/>
              </p:cNvSpPr>
              <p:nvPr/>
            </p:nvSpPr>
            <p:spPr bwMode="auto">
              <a:xfrm>
                <a:off x="4536"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13" name="Rectangle 1072"/>
              <p:cNvSpPr>
                <a:spLocks noChangeArrowheads="1"/>
              </p:cNvSpPr>
              <p:nvPr/>
            </p:nvSpPr>
            <p:spPr bwMode="auto">
              <a:xfrm>
                <a:off x="452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14" name="Rectangle 1073"/>
              <p:cNvSpPr>
                <a:spLocks noChangeArrowheads="1"/>
              </p:cNvSpPr>
              <p:nvPr/>
            </p:nvSpPr>
            <p:spPr bwMode="auto">
              <a:xfrm>
                <a:off x="450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15" name="Rectangle 1074"/>
              <p:cNvSpPr>
                <a:spLocks noChangeArrowheads="1"/>
              </p:cNvSpPr>
              <p:nvPr/>
            </p:nvSpPr>
            <p:spPr bwMode="auto">
              <a:xfrm>
                <a:off x="449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16" name="Rectangle 1075"/>
              <p:cNvSpPr>
                <a:spLocks noChangeArrowheads="1"/>
              </p:cNvSpPr>
              <p:nvPr/>
            </p:nvSpPr>
            <p:spPr bwMode="auto">
              <a:xfrm>
                <a:off x="447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17" name="Rectangle 1076"/>
              <p:cNvSpPr>
                <a:spLocks noChangeArrowheads="1"/>
              </p:cNvSpPr>
              <p:nvPr/>
            </p:nvSpPr>
            <p:spPr bwMode="auto">
              <a:xfrm>
                <a:off x="4464"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18" name="Rectangle 1077"/>
              <p:cNvSpPr>
                <a:spLocks noChangeArrowheads="1"/>
              </p:cNvSpPr>
              <p:nvPr/>
            </p:nvSpPr>
            <p:spPr bwMode="auto">
              <a:xfrm>
                <a:off x="445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19" name="Rectangle 1078"/>
              <p:cNvSpPr>
                <a:spLocks noChangeArrowheads="1"/>
              </p:cNvSpPr>
              <p:nvPr/>
            </p:nvSpPr>
            <p:spPr bwMode="auto">
              <a:xfrm>
                <a:off x="443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20" name="Rectangle 1079"/>
              <p:cNvSpPr>
                <a:spLocks noChangeArrowheads="1"/>
              </p:cNvSpPr>
              <p:nvPr/>
            </p:nvSpPr>
            <p:spPr bwMode="auto">
              <a:xfrm>
                <a:off x="442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21" name="Rectangle 1080"/>
              <p:cNvSpPr>
                <a:spLocks noChangeArrowheads="1"/>
              </p:cNvSpPr>
              <p:nvPr/>
            </p:nvSpPr>
            <p:spPr bwMode="auto">
              <a:xfrm>
                <a:off x="440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22" name="Rectangle 1081"/>
              <p:cNvSpPr>
                <a:spLocks noChangeArrowheads="1"/>
              </p:cNvSpPr>
              <p:nvPr/>
            </p:nvSpPr>
            <p:spPr bwMode="auto">
              <a:xfrm>
                <a:off x="439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23" name="Rectangle 1082"/>
              <p:cNvSpPr>
                <a:spLocks noChangeArrowheads="1"/>
              </p:cNvSpPr>
              <p:nvPr/>
            </p:nvSpPr>
            <p:spPr bwMode="auto">
              <a:xfrm>
                <a:off x="437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24" name="Rectangle 1083"/>
              <p:cNvSpPr>
                <a:spLocks noChangeArrowheads="1"/>
              </p:cNvSpPr>
              <p:nvPr/>
            </p:nvSpPr>
            <p:spPr bwMode="auto">
              <a:xfrm>
                <a:off x="4363"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25" name="Rectangle 1084"/>
              <p:cNvSpPr>
                <a:spLocks noChangeArrowheads="1"/>
              </p:cNvSpPr>
              <p:nvPr/>
            </p:nvSpPr>
            <p:spPr bwMode="auto">
              <a:xfrm>
                <a:off x="434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26" name="Rectangle 1085"/>
              <p:cNvSpPr>
                <a:spLocks noChangeArrowheads="1"/>
              </p:cNvSpPr>
              <p:nvPr/>
            </p:nvSpPr>
            <p:spPr bwMode="auto">
              <a:xfrm>
                <a:off x="433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27" name="Rectangle 1086"/>
              <p:cNvSpPr>
                <a:spLocks noChangeArrowheads="1"/>
              </p:cNvSpPr>
              <p:nvPr/>
            </p:nvSpPr>
            <p:spPr bwMode="auto">
              <a:xfrm>
                <a:off x="432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28" name="Rectangle 1087"/>
              <p:cNvSpPr>
                <a:spLocks noChangeArrowheads="1"/>
              </p:cNvSpPr>
              <p:nvPr/>
            </p:nvSpPr>
            <p:spPr bwMode="auto">
              <a:xfrm>
                <a:off x="430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29" name="Rectangle 1088"/>
              <p:cNvSpPr>
                <a:spLocks noChangeArrowheads="1"/>
              </p:cNvSpPr>
              <p:nvPr/>
            </p:nvSpPr>
            <p:spPr bwMode="auto">
              <a:xfrm>
                <a:off x="4291"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30" name="Rectangle 1089"/>
              <p:cNvSpPr>
                <a:spLocks noChangeArrowheads="1"/>
              </p:cNvSpPr>
              <p:nvPr/>
            </p:nvSpPr>
            <p:spPr bwMode="auto">
              <a:xfrm>
                <a:off x="427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31" name="Rectangle 1090"/>
              <p:cNvSpPr>
                <a:spLocks noChangeArrowheads="1"/>
              </p:cNvSpPr>
              <p:nvPr/>
            </p:nvSpPr>
            <p:spPr bwMode="auto">
              <a:xfrm>
                <a:off x="426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32" name="Rectangle 1091"/>
              <p:cNvSpPr>
                <a:spLocks noChangeArrowheads="1"/>
              </p:cNvSpPr>
              <p:nvPr/>
            </p:nvSpPr>
            <p:spPr bwMode="auto">
              <a:xfrm>
                <a:off x="424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33" name="Rectangle 1092"/>
              <p:cNvSpPr>
                <a:spLocks noChangeArrowheads="1"/>
              </p:cNvSpPr>
              <p:nvPr/>
            </p:nvSpPr>
            <p:spPr bwMode="auto">
              <a:xfrm>
                <a:off x="423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34" name="Rectangle 1093"/>
              <p:cNvSpPr>
                <a:spLocks noChangeArrowheads="1"/>
              </p:cNvSpPr>
              <p:nvPr/>
            </p:nvSpPr>
            <p:spPr bwMode="auto">
              <a:xfrm>
                <a:off x="4219"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35" name="Rectangle 1094"/>
              <p:cNvSpPr>
                <a:spLocks noChangeArrowheads="1"/>
              </p:cNvSpPr>
              <p:nvPr/>
            </p:nvSpPr>
            <p:spPr bwMode="auto">
              <a:xfrm>
                <a:off x="420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36" name="Rectangle 1095"/>
              <p:cNvSpPr>
                <a:spLocks noChangeArrowheads="1"/>
              </p:cNvSpPr>
              <p:nvPr/>
            </p:nvSpPr>
            <p:spPr bwMode="auto">
              <a:xfrm>
                <a:off x="4190"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37" name="Rectangle 1096"/>
              <p:cNvSpPr>
                <a:spLocks noChangeArrowheads="1"/>
              </p:cNvSpPr>
              <p:nvPr/>
            </p:nvSpPr>
            <p:spPr bwMode="auto">
              <a:xfrm>
                <a:off x="417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38" name="Rectangle 1097"/>
              <p:cNvSpPr>
                <a:spLocks noChangeArrowheads="1"/>
              </p:cNvSpPr>
              <p:nvPr/>
            </p:nvSpPr>
            <p:spPr bwMode="auto">
              <a:xfrm>
                <a:off x="416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39" name="Rectangle 1098"/>
              <p:cNvSpPr>
                <a:spLocks noChangeArrowheads="1"/>
              </p:cNvSpPr>
              <p:nvPr/>
            </p:nvSpPr>
            <p:spPr bwMode="auto">
              <a:xfrm>
                <a:off x="414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40" name="Rectangle 1099"/>
              <p:cNvSpPr>
                <a:spLocks noChangeArrowheads="1"/>
              </p:cNvSpPr>
              <p:nvPr/>
            </p:nvSpPr>
            <p:spPr bwMode="auto">
              <a:xfrm>
                <a:off x="413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41" name="Rectangle 1100"/>
              <p:cNvSpPr>
                <a:spLocks noChangeArrowheads="1"/>
              </p:cNvSpPr>
              <p:nvPr/>
            </p:nvSpPr>
            <p:spPr bwMode="auto">
              <a:xfrm>
                <a:off x="4118"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42" name="Rectangle 1101"/>
              <p:cNvSpPr>
                <a:spLocks noChangeArrowheads="1"/>
              </p:cNvSpPr>
              <p:nvPr/>
            </p:nvSpPr>
            <p:spPr bwMode="auto">
              <a:xfrm>
                <a:off x="410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43" name="Rectangle 1102"/>
              <p:cNvSpPr>
                <a:spLocks noChangeArrowheads="1"/>
              </p:cNvSpPr>
              <p:nvPr/>
            </p:nvSpPr>
            <p:spPr bwMode="auto">
              <a:xfrm>
                <a:off x="409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44" name="Rectangle 1103"/>
              <p:cNvSpPr>
                <a:spLocks noChangeArrowheads="1"/>
              </p:cNvSpPr>
              <p:nvPr/>
            </p:nvSpPr>
            <p:spPr bwMode="auto">
              <a:xfrm>
                <a:off x="407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45" name="Rectangle 1104"/>
              <p:cNvSpPr>
                <a:spLocks noChangeArrowheads="1"/>
              </p:cNvSpPr>
              <p:nvPr/>
            </p:nvSpPr>
            <p:spPr bwMode="auto">
              <a:xfrm>
                <a:off x="406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646" name="Rectangle 1105"/>
              <p:cNvSpPr>
                <a:spLocks noChangeArrowheads="1"/>
              </p:cNvSpPr>
              <p:nvPr/>
            </p:nvSpPr>
            <p:spPr bwMode="auto">
              <a:xfrm>
                <a:off x="4046"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grpSp>
        <p:sp>
          <p:nvSpPr>
            <p:cNvPr id="435279" name="Rectangle 1106"/>
            <p:cNvSpPr>
              <a:spLocks noChangeArrowheads="1"/>
            </p:cNvSpPr>
            <p:nvPr/>
          </p:nvSpPr>
          <p:spPr bwMode="auto">
            <a:xfrm>
              <a:off x="403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80" name="Rectangle 1107"/>
            <p:cNvSpPr>
              <a:spLocks noChangeArrowheads="1"/>
            </p:cNvSpPr>
            <p:nvPr/>
          </p:nvSpPr>
          <p:spPr bwMode="auto">
            <a:xfrm>
              <a:off x="401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81" name="Rectangle 1108"/>
            <p:cNvSpPr>
              <a:spLocks noChangeArrowheads="1"/>
            </p:cNvSpPr>
            <p:nvPr/>
          </p:nvSpPr>
          <p:spPr bwMode="auto">
            <a:xfrm>
              <a:off x="400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82" name="Rectangle 1109"/>
            <p:cNvSpPr>
              <a:spLocks noChangeArrowheads="1"/>
            </p:cNvSpPr>
            <p:nvPr/>
          </p:nvSpPr>
          <p:spPr bwMode="auto">
            <a:xfrm>
              <a:off x="398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83" name="Rectangle 1110"/>
            <p:cNvSpPr>
              <a:spLocks noChangeArrowheads="1"/>
            </p:cNvSpPr>
            <p:nvPr/>
          </p:nvSpPr>
          <p:spPr bwMode="auto">
            <a:xfrm>
              <a:off x="397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84" name="Rectangle 1111"/>
            <p:cNvSpPr>
              <a:spLocks noChangeArrowheads="1"/>
            </p:cNvSpPr>
            <p:nvPr/>
          </p:nvSpPr>
          <p:spPr bwMode="auto">
            <a:xfrm>
              <a:off x="396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85" name="Rectangle 1112"/>
            <p:cNvSpPr>
              <a:spLocks noChangeArrowheads="1"/>
            </p:cNvSpPr>
            <p:nvPr/>
          </p:nvSpPr>
          <p:spPr bwMode="auto">
            <a:xfrm>
              <a:off x="3945"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86" name="Rectangle 1113"/>
            <p:cNvSpPr>
              <a:spLocks noChangeArrowheads="1"/>
            </p:cNvSpPr>
            <p:nvPr/>
          </p:nvSpPr>
          <p:spPr bwMode="auto">
            <a:xfrm>
              <a:off x="393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87" name="Rectangle 1114"/>
            <p:cNvSpPr>
              <a:spLocks noChangeArrowheads="1"/>
            </p:cNvSpPr>
            <p:nvPr/>
          </p:nvSpPr>
          <p:spPr bwMode="auto">
            <a:xfrm>
              <a:off x="391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88" name="Rectangle 1115"/>
            <p:cNvSpPr>
              <a:spLocks noChangeArrowheads="1"/>
            </p:cNvSpPr>
            <p:nvPr/>
          </p:nvSpPr>
          <p:spPr bwMode="auto">
            <a:xfrm>
              <a:off x="390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89" name="Rectangle 1116"/>
            <p:cNvSpPr>
              <a:spLocks noChangeArrowheads="1"/>
            </p:cNvSpPr>
            <p:nvPr/>
          </p:nvSpPr>
          <p:spPr bwMode="auto">
            <a:xfrm>
              <a:off x="388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90" name="Rectangle 1117"/>
            <p:cNvSpPr>
              <a:spLocks noChangeArrowheads="1"/>
            </p:cNvSpPr>
            <p:nvPr/>
          </p:nvSpPr>
          <p:spPr bwMode="auto">
            <a:xfrm>
              <a:off x="3873"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91" name="Rectangle 1118"/>
            <p:cNvSpPr>
              <a:spLocks noChangeArrowheads="1"/>
            </p:cNvSpPr>
            <p:nvPr/>
          </p:nvSpPr>
          <p:spPr bwMode="auto">
            <a:xfrm>
              <a:off x="385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92" name="Rectangle 1119"/>
            <p:cNvSpPr>
              <a:spLocks noChangeArrowheads="1"/>
            </p:cNvSpPr>
            <p:nvPr/>
          </p:nvSpPr>
          <p:spPr bwMode="auto">
            <a:xfrm>
              <a:off x="384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93" name="Rectangle 1120"/>
            <p:cNvSpPr>
              <a:spLocks noChangeArrowheads="1"/>
            </p:cNvSpPr>
            <p:nvPr/>
          </p:nvSpPr>
          <p:spPr bwMode="auto">
            <a:xfrm>
              <a:off x="383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94" name="Rectangle 1121"/>
            <p:cNvSpPr>
              <a:spLocks noChangeArrowheads="1"/>
            </p:cNvSpPr>
            <p:nvPr/>
          </p:nvSpPr>
          <p:spPr bwMode="auto">
            <a:xfrm>
              <a:off x="381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95" name="Rectangle 1122"/>
            <p:cNvSpPr>
              <a:spLocks noChangeArrowheads="1"/>
            </p:cNvSpPr>
            <p:nvPr/>
          </p:nvSpPr>
          <p:spPr bwMode="auto">
            <a:xfrm>
              <a:off x="3801"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96" name="Rectangle 1123"/>
            <p:cNvSpPr>
              <a:spLocks noChangeArrowheads="1"/>
            </p:cNvSpPr>
            <p:nvPr/>
          </p:nvSpPr>
          <p:spPr bwMode="auto">
            <a:xfrm>
              <a:off x="378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97" name="Rectangle 1124"/>
            <p:cNvSpPr>
              <a:spLocks noChangeArrowheads="1"/>
            </p:cNvSpPr>
            <p:nvPr/>
          </p:nvSpPr>
          <p:spPr bwMode="auto">
            <a:xfrm>
              <a:off x="3772"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98" name="Rectangle 1125"/>
            <p:cNvSpPr>
              <a:spLocks noChangeArrowheads="1"/>
            </p:cNvSpPr>
            <p:nvPr/>
          </p:nvSpPr>
          <p:spPr bwMode="auto">
            <a:xfrm>
              <a:off x="375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99" name="Rectangle 1126"/>
            <p:cNvSpPr>
              <a:spLocks noChangeArrowheads="1"/>
            </p:cNvSpPr>
            <p:nvPr/>
          </p:nvSpPr>
          <p:spPr bwMode="auto">
            <a:xfrm>
              <a:off x="374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00" name="Rectangle 1127"/>
            <p:cNvSpPr>
              <a:spLocks noChangeArrowheads="1"/>
            </p:cNvSpPr>
            <p:nvPr/>
          </p:nvSpPr>
          <p:spPr bwMode="auto">
            <a:xfrm>
              <a:off x="372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01" name="Rectangle 1128"/>
            <p:cNvSpPr>
              <a:spLocks noChangeArrowheads="1"/>
            </p:cNvSpPr>
            <p:nvPr/>
          </p:nvSpPr>
          <p:spPr bwMode="auto">
            <a:xfrm>
              <a:off x="371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02" name="Rectangle 1129"/>
            <p:cNvSpPr>
              <a:spLocks noChangeArrowheads="1"/>
            </p:cNvSpPr>
            <p:nvPr/>
          </p:nvSpPr>
          <p:spPr bwMode="auto">
            <a:xfrm>
              <a:off x="3700"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03" name="Rectangle 1130"/>
            <p:cNvSpPr>
              <a:spLocks noChangeArrowheads="1"/>
            </p:cNvSpPr>
            <p:nvPr/>
          </p:nvSpPr>
          <p:spPr bwMode="auto">
            <a:xfrm>
              <a:off x="368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04" name="Rectangle 1131"/>
            <p:cNvSpPr>
              <a:spLocks noChangeArrowheads="1"/>
            </p:cNvSpPr>
            <p:nvPr/>
          </p:nvSpPr>
          <p:spPr bwMode="auto">
            <a:xfrm>
              <a:off x="367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05" name="Rectangle 1132"/>
            <p:cNvSpPr>
              <a:spLocks noChangeArrowheads="1"/>
            </p:cNvSpPr>
            <p:nvPr/>
          </p:nvSpPr>
          <p:spPr bwMode="auto">
            <a:xfrm>
              <a:off x="365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06" name="Rectangle 1133"/>
            <p:cNvSpPr>
              <a:spLocks noChangeArrowheads="1"/>
            </p:cNvSpPr>
            <p:nvPr/>
          </p:nvSpPr>
          <p:spPr bwMode="auto">
            <a:xfrm>
              <a:off x="364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07" name="Rectangle 1134"/>
            <p:cNvSpPr>
              <a:spLocks noChangeArrowheads="1"/>
            </p:cNvSpPr>
            <p:nvPr/>
          </p:nvSpPr>
          <p:spPr bwMode="auto">
            <a:xfrm>
              <a:off x="3628"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08" name="Rectangle 1135"/>
            <p:cNvSpPr>
              <a:spLocks noChangeArrowheads="1"/>
            </p:cNvSpPr>
            <p:nvPr/>
          </p:nvSpPr>
          <p:spPr bwMode="auto">
            <a:xfrm>
              <a:off x="361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09" name="Rectangle 1136"/>
            <p:cNvSpPr>
              <a:spLocks noChangeArrowheads="1"/>
            </p:cNvSpPr>
            <p:nvPr/>
          </p:nvSpPr>
          <p:spPr bwMode="auto">
            <a:xfrm>
              <a:off x="360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10" name="Rectangle 1137"/>
            <p:cNvSpPr>
              <a:spLocks noChangeArrowheads="1"/>
            </p:cNvSpPr>
            <p:nvPr/>
          </p:nvSpPr>
          <p:spPr bwMode="auto">
            <a:xfrm>
              <a:off x="358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11" name="Rectangle 1138"/>
            <p:cNvSpPr>
              <a:spLocks noChangeArrowheads="1"/>
            </p:cNvSpPr>
            <p:nvPr/>
          </p:nvSpPr>
          <p:spPr bwMode="auto">
            <a:xfrm>
              <a:off x="357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12" name="Rectangle 1139"/>
            <p:cNvSpPr>
              <a:spLocks noChangeArrowheads="1"/>
            </p:cNvSpPr>
            <p:nvPr/>
          </p:nvSpPr>
          <p:spPr bwMode="auto">
            <a:xfrm>
              <a:off x="355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13" name="Rectangle 1140"/>
            <p:cNvSpPr>
              <a:spLocks noChangeArrowheads="1"/>
            </p:cNvSpPr>
            <p:nvPr/>
          </p:nvSpPr>
          <p:spPr bwMode="auto">
            <a:xfrm>
              <a:off x="354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14" name="Rectangle 1141"/>
            <p:cNvSpPr>
              <a:spLocks noChangeArrowheads="1"/>
            </p:cNvSpPr>
            <p:nvPr/>
          </p:nvSpPr>
          <p:spPr bwMode="auto">
            <a:xfrm>
              <a:off x="3527"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15" name="Rectangle 1142"/>
            <p:cNvSpPr>
              <a:spLocks noChangeArrowheads="1"/>
            </p:cNvSpPr>
            <p:nvPr/>
          </p:nvSpPr>
          <p:spPr bwMode="auto">
            <a:xfrm>
              <a:off x="351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16" name="Rectangle 1143"/>
            <p:cNvSpPr>
              <a:spLocks noChangeArrowheads="1"/>
            </p:cNvSpPr>
            <p:nvPr/>
          </p:nvSpPr>
          <p:spPr bwMode="auto">
            <a:xfrm>
              <a:off x="349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17" name="Rectangle 1144"/>
            <p:cNvSpPr>
              <a:spLocks noChangeArrowheads="1"/>
            </p:cNvSpPr>
            <p:nvPr/>
          </p:nvSpPr>
          <p:spPr bwMode="auto">
            <a:xfrm>
              <a:off x="348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18" name="Rectangle 1145"/>
            <p:cNvSpPr>
              <a:spLocks noChangeArrowheads="1"/>
            </p:cNvSpPr>
            <p:nvPr/>
          </p:nvSpPr>
          <p:spPr bwMode="auto">
            <a:xfrm>
              <a:off x="347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19" name="Rectangle 1146"/>
            <p:cNvSpPr>
              <a:spLocks noChangeArrowheads="1"/>
            </p:cNvSpPr>
            <p:nvPr/>
          </p:nvSpPr>
          <p:spPr bwMode="auto">
            <a:xfrm>
              <a:off x="3455"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20" name="Rectangle 1147"/>
            <p:cNvSpPr>
              <a:spLocks noChangeArrowheads="1"/>
            </p:cNvSpPr>
            <p:nvPr/>
          </p:nvSpPr>
          <p:spPr bwMode="auto">
            <a:xfrm>
              <a:off x="344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21" name="Rectangle 1148"/>
            <p:cNvSpPr>
              <a:spLocks noChangeArrowheads="1"/>
            </p:cNvSpPr>
            <p:nvPr/>
          </p:nvSpPr>
          <p:spPr bwMode="auto">
            <a:xfrm>
              <a:off x="342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22" name="Rectangle 1149"/>
            <p:cNvSpPr>
              <a:spLocks noChangeArrowheads="1"/>
            </p:cNvSpPr>
            <p:nvPr/>
          </p:nvSpPr>
          <p:spPr bwMode="auto">
            <a:xfrm>
              <a:off x="341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23" name="Rectangle 1150"/>
            <p:cNvSpPr>
              <a:spLocks noChangeArrowheads="1"/>
            </p:cNvSpPr>
            <p:nvPr/>
          </p:nvSpPr>
          <p:spPr bwMode="auto">
            <a:xfrm>
              <a:off x="339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24" name="Rectangle 1151"/>
            <p:cNvSpPr>
              <a:spLocks noChangeArrowheads="1"/>
            </p:cNvSpPr>
            <p:nvPr/>
          </p:nvSpPr>
          <p:spPr bwMode="auto">
            <a:xfrm>
              <a:off x="3383"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25" name="Rectangle 1152"/>
            <p:cNvSpPr>
              <a:spLocks noChangeArrowheads="1"/>
            </p:cNvSpPr>
            <p:nvPr/>
          </p:nvSpPr>
          <p:spPr bwMode="auto">
            <a:xfrm>
              <a:off x="336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26" name="Rectangle 1153"/>
            <p:cNvSpPr>
              <a:spLocks noChangeArrowheads="1"/>
            </p:cNvSpPr>
            <p:nvPr/>
          </p:nvSpPr>
          <p:spPr bwMode="auto">
            <a:xfrm>
              <a:off x="3354"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27" name="Rectangle 1154"/>
            <p:cNvSpPr>
              <a:spLocks noChangeArrowheads="1"/>
            </p:cNvSpPr>
            <p:nvPr/>
          </p:nvSpPr>
          <p:spPr bwMode="auto">
            <a:xfrm>
              <a:off x="334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28" name="Rectangle 1155"/>
            <p:cNvSpPr>
              <a:spLocks noChangeArrowheads="1"/>
            </p:cNvSpPr>
            <p:nvPr/>
          </p:nvSpPr>
          <p:spPr bwMode="auto">
            <a:xfrm>
              <a:off x="332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29" name="Rectangle 1156"/>
            <p:cNvSpPr>
              <a:spLocks noChangeArrowheads="1"/>
            </p:cNvSpPr>
            <p:nvPr/>
          </p:nvSpPr>
          <p:spPr bwMode="auto">
            <a:xfrm>
              <a:off x="331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30" name="Rectangle 1157"/>
            <p:cNvSpPr>
              <a:spLocks noChangeArrowheads="1"/>
            </p:cNvSpPr>
            <p:nvPr/>
          </p:nvSpPr>
          <p:spPr bwMode="auto">
            <a:xfrm>
              <a:off x="329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31" name="Rectangle 1158"/>
            <p:cNvSpPr>
              <a:spLocks noChangeArrowheads="1"/>
            </p:cNvSpPr>
            <p:nvPr/>
          </p:nvSpPr>
          <p:spPr bwMode="auto">
            <a:xfrm>
              <a:off x="3282"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32" name="Rectangle 1159"/>
            <p:cNvSpPr>
              <a:spLocks noChangeArrowheads="1"/>
            </p:cNvSpPr>
            <p:nvPr/>
          </p:nvSpPr>
          <p:spPr bwMode="auto">
            <a:xfrm>
              <a:off x="326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33" name="Rectangle 1160"/>
            <p:cNvSpPr>
              <a:spLocks noChangeArrowheads="1"/>
            </p:cNvSpPr>
            <p:nvPr/>
          </p:nvSpPr>
          <p:spPr bwMode="auto">
            <a:xfrm>
              <a:off x="325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34" name="Rectangle 1161"/>
            <p:cNvSpPr>
              <a:spLocks noChangeArrowheads="1"/>
            </p:cNvSpPr>
            <p:nvPr/>
          </p:nvSpPr>
          <p:spPr bwMode="auto">
            <a:xfrm>
              <a:off x="323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35" name="Rectangle 1162"/>
            <p:cNvSpPr>
              <a:spLocks noChangeArrowheads="1"/>
            </p:cNvSpPr>
            <p:nvPr/>
          </p:nvSpPr>
          <p:spPr bwMode="auto">
            <a:xfrm>
              <a:off x="322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36" name="Rectangle 1163"/>
            <p:cNvSpPr>
              <a:spLocks noChangeArrowheads="1"/>
            </p:cNvSpPr>
            <p:nvPr/>
          </p:nvSpPr>
          <p:spPr bwMode="auto">
            <a:xfrm>
              <a:off x="3210"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37" name="Rectangle 1164"/>
            <p:cNvSpPr>
              <a:spLocks noChangeArrowheads="1"/>
            </p:cNvSpPr>
            <p:nvPr/>
          </p:nvSpPr>
          <p:spPr bwMode="auto">
            <a:xfrm>
              <a:off x="319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38" name="Rectangle 1165"/>
            <p:cNvSpPr>
              <a:spLocks noChangeArrowheads="1"/>
            </p:cNvSpPr>
            <p:nvPr/>
          </p:nvSpPr>
          <p:spPr bwMode="auto">
            <a:xfrm>
              <a:off x="318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39" name="Rectangle 1166"/>
            <p:cNvSpPr>
              <a:spLocks noChangeArrowheads="1"/>
            </p:cNvSpPr>
            <p:nvPr/>
          </p:nvSpPr>
          <p:spPr bwMode="auto">
            <a:xfrm>
              <a:off x="316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40" name="Rectangle 1167"/>
            <p:cNvSpPr>
              <a:spLocks noChangeArrowheads="1"/>
            </p:cNvSpPr>
            <p:nvPr/>
          </p:nvSpPr>
          <p:spPr bwMode="auto">
            <a:xfrm>
              <a:off x="315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41" name="Rectangle 1168"/>
            <p:cNvSpPr>
              <a:spLocks noChangeArrowheads="1"/>
            </p:cNvSpPr>
            <p:nvPr/>
          </p:nvSpPr>
          <p:spPr bwMode="auto">
            <a:xfrm>
              <a:off x="313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42" name="Rectangle 1169"/>
            <p:cNvSpPr>
              <a:spLocks noChangeArrowheads="1"/>
            </p:cNvSpPr>
            <p:nvPr/>
          </p:nvSpPr>
          <p:spPr bwMode="auto">
            <a:xfrm>
              <a:off x="312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43" name="Rectangle 1170"/>
            <p:cNvSpPr>
              <a:spLocks noChangeArrowheads="1"/>
            </p:cNvSpPr>
            <p:nvPr/>
          </p:nvSpPr>
          <p:spPr bwMode="auto">
            <a:xfrm>
              <a:off x="3109"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44" name="Rectangle 1171"/>
            <p:cNvSpPr>
              <a:spLocks noChangeArrowheads="1"/>
            </p:cNvSpPr>
            <p:nvPr/>
          </p:nvSpPr>
          <p:spPr bwMode="auto">
            <a:xfrm>
              <a:off x="309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45" name="Rectangle 1172"/>
            <p:cNvSpPr>
              <a:spLocks noChangeArrowheads="1"/>
            </p:cNvSpPr>
            <p:nvPr/>
          </p:nvSpPr>
          <p:spPr bwMode="auto">
            <a:xfrm>
              <a:off x="308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46" name="Rectangle 1173"/>
            <p:cNvSpPr>
              <a:spLocks noChangeArrowheads="1"/>
            </p:cNvSpPr>
            <p:nvPr/>
          </p:nvSpPr>
          <p:spPr bwMode="auto">
            <a:xfrm>
              <a:off x="306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47" name="Rectangle 1174"/>
            <p:cNvSpPr>
              <a:spLocks noChangeArrowheads="1"/>
            </p:cNvSpPr>
            <p:nvPr/>
          </p:nvSpPr>
          <p:spPr bwMode="auto">
            <a:xfrm>
              <a:off x="305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48" name="Rectangle 1175"/>
            <p:cNvSpPr>
              <a:spLocks noChangeArrowheads="1"/>
            </p:cNvSpPr>
            <p:nvPr/>
          </p:nvSpPr>
          <p:spPr bwMode="auto">
            <a:xfrm>
              <a:off x="3037"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49" name="Rectangle 1176"/>
            <p:cNvSpPr>
              <a:spLocks noChangeArrowheads="1"/>
            </p:cNvSpPr>
            <p:nvPr/>
          </p:nvSpPr>
          <p:spPr bwMode="auto">
            <a:xfrm>
              <a:off x="302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50" name="Rectangle 1177"/>
            <p:cNvSpPr>
              <a:spLocks noChangeArrowheads="1"/>
            </p:cNvSpPr>
            <p:nvPr/>
          </p:nvSpPr>
          <p:spPr bwMode="auto">
            <a:xfrm>
              <a:off x="300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51" name="Rectangle 1178"/>
            <p:cNvSpPr>
              <a:spLocks noChangeArrowheads="1"/>
            </p:cNvSpPr>
            <p:nvPr/>
          </p:nvSpPr>
          <p:spPr bwMode="auto">
            <a:xfrm>
              <a:off x="299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52" name="Rectangle 1179"/>
            <p:cNvSpPr>
              <a:spLocks noChangeArrowheads="1"/>
            </p:cNvSpPr>
            <p:nvPr/>
          </p:nvSpPr>
          <p:spPr bwMode="auto">
            <a:xfrm>
              <a:off x="298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53" name="Rectangle 1180"/>
            <p:cNvSpPr>
              <a:spLocks noChangeArrowheads="1"/>
            </p:cNvSpPr>
            <p:nvPr/>
          </p:nvSpPr>
          <p:spPr bwMode="auto">
            <a:xfrm>
              <a:off x="2965"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54" name="Rectangle 1181"/>
            <p:cNvSpPr>
              <a:spLocks noChangeArrowheads="1"/>
            </p:cNvSpPr>
            <p:nvPr/>
          </p:nvSpPr>
          <p:spPr bwMode="auto">
            <a:xfrm>
              <a:off x="295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55" name="Rectangle 1182"/>
            <p:cNvSpPr>
              <a:spLocks noChangeArrowheads="1"/>
            </p:cNvSpPr>
            <p:nvPr/>
          </p:nvSpPr>
          <p:spPr bwMode="auto">
            <a:xfrm>
              <a:off x="2936"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56" name="Rectangle 1183"/>
            <p:cNvSpPr>
              <a:spLocks noChangeArrowheads="1"/>
            </p:cNvSpPr>
            <p:nvPr/>
          </p:nvSpPr>
          <p:spPr bwMode="auto">
            <a:xfrm>
              <a:off x="292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57" name="Rectangle 1184"/>
            <p:cNvSpPr>
              <a:spLocks noChangeArrowheads="1"/>
            </p:cNvSpPr>
            <p:nvPr/>
          </p:nvSpPr>
          <p:spPr bwMode="auto">
            <a:xfrm>
              <a:off x="290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58" name="Rectangle 1185"/>
            <p:cNvSpPr>
              <a:spLocks noChangeArrowheads="1"/>
            </p:cNvSpPr>
            <p:nvPr/>
          </p:nvSpPr>
          <p:spPr bwMode="auto">
            <a:xfrm>
              <a:off x="289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59" name="Rectangle 1186"/>
            <p:cNvSpPr>
              <a:spLocks noChangeArrowheads="1"/>
            </p:cNvSpPr>
            <p:nvPr/>
          </p:nvSpPr>
          <p:spPr bwMode="auto">
            <a:xfrm>
              <a:off x="287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60" name="Rectangle 1187"/>
            <p:cNvSpPr>
              <a:spLocks noChangeArrowheads="1"/>
            </p:cNvSpPr>
            <p:nvPr/>
          </p:nvSpPr>
          <p:spPr bwMode="auto">
            <a:xfrm>
              <a:off x="2864"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61" name="Rectangle 1188"/>
            <p:cNvSpPr>
              <a:spLocks noChangeArrowheads="1"/>
            </p:cNvSpPr>
            <p:nvPr/>
          </p:nvSpPr>
          <p:spPr bwMode="auto">
            <a:xfrm>
              <a:off x="285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62" name="Rectangle 1189"/>
            <p:cNvSpPr>
              <a:spLocks noChangeArrowheads="1"/>
            </p:cNvSpPr>
            <p:nvPr/>
          </p:nvSpPr>
          <p:spPr bwMode="auto">
            <a:xfrm>
              <a:off x="283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63" name="Rectangle 1190"/>
            <p:cNvSpPr>
              <a:spLocks noChangeArrowheads="1"/>
            </p:cNvSpPr>
            <p:nvPr/>
          </p:nvSpPr>
          <p:spPr bwMode="auto">
            <a:xfrm>
              <a:off x="282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64" name="Rectangle 1191"/>
            <p:cNvSpPr>
              <a:spLocks noChangeArrowheads="1"/>
            </p:cNvSpPr>
            <p:nvPr/>
          </p:nvSpPr>
          <p:spPr bwMode="auto">
            <a:xfrm>
              <a:off x="280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65" name="Rectangle 1192"/>
            <p:cNvSpPr>
              <a:spLocks noChangeArrowheads="1"/>
            </p:cNvSpPr>
            <p:nvPr/>
          </p:nvSpPr>
          <p:spPr bwMode="auto">
            <a:xfrm>
              <a:off x="2792"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66" name="Rectangle 1193"/>
            <p:cNvSpPr>
              <a:spLocks noChangeArrowheads="1"/>
            </p:cNvSpPr>
            <p:nvPr/>
          </p:nvSpPr>
          <p:spPr bwMode="auto">
            <a:xfrm>
              <a:off x="277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67" name="Rectangle 1194"/>
            <p:cNvSpPr>
              <a:spLocks noChangeArrowheads="1"/>
            </p:cNvSpPr>
            <p:nvPr/>
          </p:nvSpPr>
          <p:spPr bwMode="auto">
            <a:xfrm>
              <a:off x="276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68" name="Rectangle 1195"/>
            <p:cNvSpPr>
              <a:spLocks noChangeArrowheads="1"/>
            </p:cNvSpPr>
            <p:nvPr/>
          </p:nvSpPr>
          <p:spPr bwMode="auto">
            <a:xfrm>
              <a:off x="274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69" name="Rectangle 1196"/>
            <p:cNvSpPr>
              <a:spLocks noChangeArrowheads="1"/>
            </p:cNvSpPr>
            <p:nvPr/>
          </p:nvSpPr>
          <p:spPr bwMode="auto">
            <a:xfrm>
              <a:off x="273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70" name="Rectangle 1197"/>
            <p:cNvSpPr>
              <a:spLocks noChangeArrowheads="1"/>
            </p:cNvSpPr>
            <p:nvPr/>
          </p:nvSpPr>
          <p:spPr bwMode="auto">
            <a:xfrm>
              <a:off x="2720"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71" name="Rectangle 1198"/>
            <p:cNvSpPr>
              <a:spLocks noChangeArrowheads="1"/>
            </p:cNvSpPr>
            <p:nvPr/>
          </p:nvSpPr>
          <p:spPr bwMode="auto">
            <a:xfrm>
              <a:off x="270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72" name="Rectangle 1199"/>
            <p:cNvSpPr>
              <a:spLocks noChangeArrowheads="1"/>
            </p:cNvSpPr>
            <p:nvPr/>
          </p:nvSpPr>
          <p:spPr bwMode="auto">
            <a:xfrm>
              <a:off x="2691"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73" name="Rectangle 1200"/>
            <p:cNvSpPr>
              <a:spLocks noChangeArrowheads="1"/>
            </p:cNvSpPr>
            <p:nvPr/>
          </p:nvSpPr>
          <p:spPr bwMode="auto">
            <a:xfrm>
              <a:off x="267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74" name="Rectangle 1201"/>
            <p:cNvSpPr>
              <a:spLocks noChangeArrowheads="1"/>
            </p:cNvSpPr>
            <p:nvPr/>
          </p:nvSpPr>
          <p:spPr bwMode="auto">
            <a:xfrm>
              <a:off x="266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75" name="Rectangle 1202"/>
            <p:cNvSpPr>
              <a:spLocks noChangeArrowheads="1"/>
            </p:cNvSpPr>
            <p:nvPr/>
          </p:nvSpPr>
          <p:spPr bwMode="auto">
            <a:xfrm>
              <a:off x="264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76" name="Rectangle 1203"/>
            <p:cNvSpPr>
              <a:spLocks noChangeArrowheads="1"/>
            </p:cNvSpPr>
            <p:nvPr/>
          </p:nvSpPr>
          <p:spPr bwMode="auto">
            <a:xfrm>
              <a:off x="263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77" name="Rectangle 1204"/>
            <p:cNvSpPr>
              <a:spLocks noChangeArrowheads="1"/>
            </p:cNvSpPr>
            <p:nvPr/>
          </p:nvSpPr>
          <p:spPr bwMode="auto">
            <a:xfrm>
              <a:off x="2619"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78" name="Rectangle 1205"/>
            <p:cNvSpPr>
              <a:spLocks noChangeArrowheads="1"/>
            </p:cNvSpPr>
            <p:nvPr/>
          </p:nvSpPr>
          <p:spPr bwMode="auto">
            <a:xfrm>
              <a:off x="260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79" name="Rectangle 1206"/>
            <p:cNvSpPr>
              <a:spLocks noChangeArrowheads="1"/>
            </p:cNvSpPr>
            <p:nvPr/>
          </p:nvSpPr>
          <p:spPr bwMode="auto">
            <a:xfrm>
              <a:off x="259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80" name="Rectangle 1207"/>
            <p:cNvSpPr>
              <a:spLocks noChangeArrowheads="1"/>
            </p:cNvSpPr>
            <p:nvPr/>
          </p:nvSpPr>
          <p:spPr bwMode="auto">
            <a:xfrm>
              <a:off x="257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81" name="Rectangle 1208"/>
            <p:cNvSpPr>
              <a:spLocks noChangeArrowheads="1"/>
            </p:cNvSpPr>
            <p:nvPr/>
          </p:nvSpPr>
          <p:spPr bwMode="auto">
            <a:xfrm>
              <a:off x="256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82" name="Rectangle 1209"/>
            <p:cNvSpPr>
              <a:spLocks noChangeArrowheads="1"/>
            </p:cNvSpPr>
            <p:nvPr/>
          </p:nvSpPr>
          <p:spPr bwMode="auto">
            <a:xfrm>
              <a:off x="2547"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83" name="Rectangle 1210"/>
            <p:cNvSpPr>
              <a:spLocks noChangeArrowheads="1"/>
            </p:cNvSpPr>
            <p:nvPr/>
          </p:nvSpPr>
          <p:spPr bwMode="auto">
            <a:xfrm>
              <a:off x="253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84" name="Rectangle 1211"/>
            <p:cNvSpPr>
              <a:spLocks noChangeArrowheads="1"/>
            </p:cNvSpPr>
            <p:nvPr/>
          </p:nvSpPr>
          <p:spPr bwMode="auto">
            <a:xfrm>
              <a:off x="251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85" name="Rectangle 1212"/>
            <p:cNvSpPr>
              <a:spLocks noChangeArrowheads="1"/>
            </p:cNvSpPr>
            <p:nvPr/>
          </p:nvSpPr>
          <p:spPr bwMode="auto">
            <a:xfrm>
              <a:off x="250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86" name="Rectangle 1213"/>
            <p:cNvSpPr>
              <a:spLocks noChangeArrowheads="1"/>
            </p:cNvSpPr>
            <p:nvPr/>
          </p:nvSpPr>
          <p:spPr bwMode="auto">
            <a:xfrm>
              <a:off x="249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87" name="Rectangle 1214"/>
            <p:cNvSpPr>
              <a:spLocks noChangeArrowheads="1"/>
            </p:cNvSpPr>
            <p:nvPr/>
          </p:nvSpPr>
          <p:spPr bwMode="auto">
            <a:xfrm>
              <a:off x="247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88" name="Rectangle 1215"/>
            <p:cNvSpPr>
              <a:spLocks noChangeArrowheads="1"/>
            </p:cNvSpPr>
            <p:nvPr/>
          </p:nvSpPr>
          <p:spPr bwMode="auto">
            <a:xfrm>
              <a:off x="246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89" name="Rectangle 1216"/>
            <p:cNvSpPr>
              <a:spLocks noChangeArrowheads="1"/>
            </p:cNvSpPr>
            <p:nvPr/>
          </p:nvSpPr>
          <p:spPr bwMode="auto">
            <a:xfrm>
              <a:off x="2446"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90" name="Rectangle 1217"/>
            <p:cNvSpPr>
              <a:spLocks noChangeArrowheads="1"/>
            </p:cNvSpPr>
            <p:nvPr/>
          </p:nvSpPr>
          <p:spPr bwMode="auto">
            <a:xfrm>
              <a:off x="243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91" name="Rectangle 1218"/>
            <p:cNvSpPr>
              <a:spLocks noChangeArrowheads="1"/>
            </p:cNvSpPr>
            <p:nvPr/>
          </p:nvSpPr>
          <p:spPr bwMode="auto">
            <a:xfrm>
              <a:off x="241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92" name="Rectangle 1219"/>
            <p:cNvSpPr>
              <a:spLocks noChangeArrowheads="1"/>
            </p:cNvSpPr>
            <p:nvPr/>
          </p:nvSpPr>
          <p:spPr bwMode="auto">
            <a:xfrm>
              <a:off x="240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93" name="Rectangle 1220"/>
            <p:cNvSpPr>
              <a:spLocks noChangeArrowheads="1"/>
            </p:cNvSpPr>
            <p:nvPr/>
          </p:nvSpPr>
          <p:spPr bwMode="auto">
            <a:xfrm>
              <a:off x="238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94" name="Rectangle 1221"/>
            <p:cNvSpPr>
              <a:spLocks noChangeArrowheads="1"/>
            </p:cNvSpPr>
            <p:nvPr/>
          </p:nvSpPr>
          <p:spPr bwMode="auto">
            <a:xfrm>
              <a:off x="2374"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95" name="Rectangle 1222"/>
            <p:cNvSpPr>
              <a:spLocks noChangeArrowheads="1"/>
            </p:cNvSpPr>
            <p:nvPr/>
          </p:nvSpPr>
          <p:spPr bwMode="auto">
            <a:xfrm>
              <a:off x="236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96" name="Rectangle 1223"/>
            <p:cNvSpPr>
              <a:spLocks noChangeArrowheads="1"/>
            </p:cNvSpPr>
            <p:nvPr/>
          </p:nvSpPr>
          <p:spPr bwMode="auto">
            <a:xfrm>
              <a:off x="234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97" name="Rectangle 1224"/>
            <p:cNvSpPr>
              <a:spLocks noChangeArrowheads="1"/>
            </p:cNvSpPr>
            <p:nvPr/>
          </p:nvSpPr>
          <p:spPr bwMode="auto">
            <a:xfrm>
              <a:off x="233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98" name="Rectangle 1225"/>
            <p:cNvSpPr>
              <a:spLocks noChangeArrowheads="1"/>
            </p:cNvSpPr>
            <p:nvPr/>
          </p:nvSpPr>
          <p:spPr bwMode="auto">
            <a:xfrm>
              <a:off x="231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399" name="Rectangle 1226"/>
            <p:cNvSpPr>
              <a:spLocks noChangeArrowheads="1"/>
            </p:cNvSpPr>
            <p:nvPr/>
          </p:nvSpPr>
          <p:spPr bwMode="auto">
            <a:xfrm>
              <a:off x="2302"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00" name="Rectangle 1227"/>
            <p:cNvSpPr>
              <a:spLocks noChangeArrowheads="1"/>
            </p:cNvSpPr>
            <p:nvPr/>
          </p:nvSpPr>
          <p:spPr bwMode="auto">
            <a:xfrm>
              <a:off x="228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01" name="Rectangle 1228"/>
            <p:cNvSpPr>
              <a:spLocks noChangeArrowheads="1"/>
            </p:cNvSpPr>
            <p:nvPr/>
          </p:nvSpPr>
          <p:spPr bwMode="auto">
            <a:xfrm>
              <a:off x="2273"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02" name="Rectangle 1229"/>
            <p:cNvSpPr>
              <a:spLocks noChangeArrowheads="1"/>
            </p:cNvSpPr>
            <p:nvPr/>
          </p:nvSpPr>
          <p:spPr bwMode="auto">
            <a:xfrm>
              <a:off x="225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03" name="Rectangle 1230"/>
            <p:cNvSpPr>
              <a:spLocks noChangeArrowheads="1"/>
            </p:cNvSpPr>
            <p:nvPr/>
          </p:nvSpPr>
          <p:spPr bwMode="auto">
            <a:xfrm>
              <a:off x="224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04" name="Rectangle 1231"/>
            <p:cNvSpPr>
              <a:spLocks noChangeArrowheads="1"/>
            </p:cNvSpPr>
            <p:nvPr/>
          </p:nvSpPr>
          <p:spPr bwMode="auto">
            <a:xfrm>
              <a:off x="223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05" name="Rectangle 1232"/>
            <p:cNvSpPr>
              <a:spLocks noChangeArrowheads="1"/>
            </p:cNvSpPr>
            <p:nvPr/>
          </p:nvSpPr>
          <p:spPr bwMode="auto">
            <a:xfrm>
              <a:off x="221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06" name="Rectangle 1233"/>
            <p:cNvSpPr>
              <a:spLocks noChangeArrowheads="1"/>
            </p:cNvSpPr>
            <p:nvPr/>
          </p:nvSpPr>
          <p:spPr bwMode="auto">
            <a:xfrm>
              <a:off x="2201"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07" name="Rectangle 1234"/>
            <p:cNvSpPr>
              <a:spLocks noChangeArrowheads="1"/>
            </p:cNvSpPr>
            <p:nvPr/>
          </p:nvSpPr>
          <p:spPr bwMode="auto">
            <a:xfrm>
              <a:off x="218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08" name="Rectangle 1235"/>
            <p:cNvSpPr>
              <a:spLocks noChangeArrowheads="1"/>
            </p:cNvSpPr>
            <p:nvPr/>
          </p:nvSpPr>
          <p:spPr bwMode="auto">
            <a:xfrm>
              <a:off x="217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09" name="Rectangle 1236"/>
            <p:cNvSpPr>
              <a:spLocks noChangeArrowheads="1"/>
            </p:cNvSpPr>
            <p:nvPr/>
          </p:nvSpPr>
          <p:spPr bwMode="auto">
            <a:xfrm>
              <a:off x="215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10" name="Rectangle 1237"/>
            <p:cNvSpPr>
              <a:spLocks noChangeArrowheads="1"/>
            </p:cNvSpPr>
            <p:nvPr/>
          </p:nvSpPr>
          <p:spPr bwMode="auto">
            <a:xfrm>
              <a:off x="214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11" name="Rectangle 1238"/>
            <p:cNvSpPr>
              <a:spLocks noChangeArrowheads="1"/>
            </p:cNvSpPr>
            <p:nvPr/>
          </p:nvSpPr>
          <p:spPr bwMode="auto">
            <a:xfrm>
              <a:off x="2129"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12" name="Rectangle 1239"/>
            <p:cNvSpPr>
              <a:spLocks noChangeArrowheads="1"/>
            </p:cNvSpPr>
            <p:nvPr/>
          </p:nvSpPr>
          <p:spPr bwMode="auto">
            <a:xfrm>
              <a:off x="211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13" name="Rectangle 1240"/>
            <p:cNvSpPr>
              <a:spLocks noChangeArrowheads="1"/>
            </p:cNvSpPr>
            <p:nvPr/>
          </p:nvSpPr>
          <p:spPr bwMode="auto">
            <a:xfrm>
              <a:off x="210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14" name="Rectangle 1241"/>
            <p:cNvSpPr>
              <a:spLocks noChangeArrowheads="1"/>
            </p:cNvSpPr>
            <p:nvPr/>
          </p:nvSpPr>
          <p:spPr bwMode="auto">
            <a:xfrm>
              <a:off x="208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15" name="Rectangle 1242"/>
            <p:cNvSpPr>
              <a:spLocks noChangeArrowheads="1"/>
            </p:cNvSpPr>
            <p:nvPr/>
          </p:nvSpPr>
          <p:spPr bwMode="auto">
            <a:xfrm>
              <a:off x="207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16" name="Rectangle 1243"/>
            <p:cNvSpPr>
              <a:spLocks noChangeArrowheads="1"/>
            </p:cNvSpPr>
            <p:nvPr/>
          </p:nvSpPr>
          <p:spPr bwMode="auto">
            <a:xfrm>
              <a:off x="205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17" name="Rectangle 1244"/>
            <p:cNvSpPr>
              <a:spLocks noChangeArrowheads="1"/>
            </p:cNvSpPr>
            <p:nvPr/>
          </p:nvSpPr>
          <p:spPr bwMode="auto">
            <a:xfrm>
              <a:off x="204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18" name="Rectangle 1245"/>
            <p:cNvSpPr>
              <a:spLocks noChangeArrowheads="1"/>
            </p:cNvSpPr>
            <p:nvPr/>
          </p:nvSpPr>
          <p:spPr bwMode="auto">
            <a:xfrm>
              <a:off x="2028"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19" name="Rectangle 1246"/>
            <p:cNvSpPr>
              <a:spLocks noChangeArrowheads="1"/>
            </p:cNvSpPr>
            <p:nvPr/>
          </p:nvSpPr>
          <p:spPr bwMode="auto">
            <a:xfrm>
              <a:off x="201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20" name="Rectangle 1247"/>
            <p:cNvSpPr>
              <a:spLocks noChangeArrowheads="1"/>
            </p:cNvSpPr>
            <p:nvPr/>
          </p:nvSpPr>
          <p:spPr bwMode="auto">
            <a:xfrm>
              <a:off x="200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21" name="Rectangle 1248"/>
            <p:cNvSpPr>
              <a:spLocks noChangeArrowheads="1"/>
            </p:cNvSpPr>
            <p:nvPr/>
          </p:nvSpPr>
          <p:spPr bwMode="auto">
            <a:xfrm>
              <a:off x="198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22" name="Rectangle 1249"/>
            <p:cNvSpPr>
              <a:spLocks noChangeArrowheads="1"/>
            </p:cNvSpPr>
            <p:nvPr/>
          </p:nvSpPr>
          <p:spPr bwMode="auto">
            <a:xfrm>
              <a:off x="197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23" name="Rectangle 1250"/>
            <p:cNvSpPr>
              <a:spLocks noChangeArrowheads="1"/>
            </p:cNvSpPr>
            <p:nvPr/>
          </p:nvSpPr>
          <p:spPr bwMode="auto">
            <a:xfrm>
              <a:off x="1956"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24" name="Rectangle 1251"/>
            <p:cNvSpPr>
              <a:spLocks noChangeArrowheads="1"/>
            </p:cNvSpPr>
            <p:nvPr/>
          </p:nvSpPr>
          <p:spPr bwMode="auto">
            <a:xfrm>
              <a:off x="194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25" name="Rectangle 1252"/>
            <p:cNvSpPr>
              <a:spLocks noChangeArrowheads="1"/>
            </p:cNvSpPr>
            <p:nvPr/>
          </p:nvSpPr>
          <p:spPr bwMode="auto">
            <a:xfrm>
              <a:off x="192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26" name="Rectangle 1253"/>
            <p:cNvSpPr>
              <a:spLocks noChangeArrowheads="1"/>
            </p:cNvSpPr>
            <p:nvPr/>
          </p:nvSpPr>
          <p:spPr bwMode="auto">
            <a:xfrm>
              <a:off x="191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27" name="Rectangle 1254"/>
            <p:cNvSpPr>
              <a:spLocks noChangeArrowheads="1"/>
            </p:cNvSpPr>
            <p:nvPr/>
          </p:nvSpPr>
          <p:spPr bwMode="auto">
            <a:xfrm>
              <a:off x="189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28" name="Rectangle 1255"/>
            <p:cNvSpPr>
              <a:spLocks noChangeArrowheads="1"/>
            </p:cNvSpPr>
            <p:nvPr/>
          </p:nvSpPr>
          <p:spPr bwMode="auto">
            <a:xfrm>
              <a:off x="1884"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29" name="Rectangle 1256"/>
            <p:cNvSpPr>
              <a:spLocks noChangeArrowheads="1"/>
            </p:cNvSpPr>
            <p:nvPr/>
          </p:nvSpPr>
          <p:spPr bwMode="auto">
            <a:xfrm>
              <a:off x="187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30" name="Rectangle 1257"/>
            <p:cNvSpPr>
              <a:spLocks noChangeArrowheads="1"/>
            </p:cNvSpPr>
            <p:nvPr/>
          </p:nvSpPr>
          <p:spPr bwMode="auto">
            <a:xfrm>
              <a:off x="1855"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31" name="Rectangle 1258"/>
            <p:cNvSpPr>
              <a:spLocks noChangeArrowheads="1"/>
            </p:cNvSpPr>
            <p:nvPr/>
          </p:nvSpPr>
          <p:spPr bwMode="auto">
            <a:xfrm>
              <a:off x="1841"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32" name="Rectangle 1259"/>
            <p:cNvSpPr>
              <a:spLocks noChangeArrowheads="1"/>
            </p:cNvSpPr>
            <p:nvPr/>
          </p:nvSpPr>
          <p:spPr bwMode="auto">
            <a:xfrm>
              <a:off x="182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33" name="Rectangle 1260"/>
            <p:cNvSpPr>
              <a:spLocks noChangeArrowheads="1"/>
            </p:cNvSpPr>
            <p:nvPr/>
          </p:nvSpPr>
          <p:spPr bwMode="auto">
            <a:xfrm>
              <a:off x="1812"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34" name="Rectangle 1261"/>
            <p:cNvSpPr>
              <a:spLocks noChangeArrowheads="1"/>
            </p:cNvSpPr>
            <p:nvPr/>
          </p:nvSpPr>
          <p:spPr bwMode="auto">
            <a:xfrm>
              <a:off x="179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35" name="Rectangle 1262"/>
            <p:cNvSpPr>
              <a:spLocks noChangeArrowheads="1"/>
            </p:cNvSpPr>
            <p:nvPr/>
          </p:nvSpPr>
          <p:spPr bwMode="auto">
            <a:xfrm>
              <a:off x="1783"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36" name="Rectangle 1263"/>
            <p:cNvSpPr>
              <a:spLocks noChangeArrowheads="1"/>
            </p:cNvSpPr>
            <p:nvPr/>
          </p:nvSpPr>
          <p:spPr bwMode="auto">
            <a:xfrm>
              <a:off x="176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37" name="Rectangle 1264"/>
            <p:cNvSpPr>
              <a:spLocks noChangeArrowheads="1"/>
            </p:cNvSpPr>
            <p:nvPr/>
          </p:nvSpPr>
          <p:spPr bwMode="auto">
            <a:xfrm>
              <a:off x="175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38" name="Rectangle 1265"/>
            <p:cNvSpPr>
              <a:spLocks noChangeArrowheads="1"/>
            </p:cNvSpPr>
            <p:nvPr/>
          </p:nvSpPr>
          <p:spPr bwMode="auto">
            <a:xfrm>
              <a:off x="1740"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39" name="Rectangle 1266"/>
            <p:cNvSpPr>
              <a:spLocks noChangeArrowheads="1"/>
            </p:cNvSpPr>
            <p:nvPr/>
          </p:nvSpPr>
          <p:spPr bwMode="auto">
            <a:xfrm>
              <a:off x="1726"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40" name="Rectangle 1267"/>
            <p:cNvSpPr>
              <a:spLocks noChangeArrowheads="1"/>
            </p:cNvSpPr>
            <p:nvPr/>
          </p:nvSpPr>
          <p:spPr bwMode="auto">
            <a:xfrm>
              <a:off x="1711" y="2580"/>
              <a:ext cx="8"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41" name="Rectangle 1268"/>
            <p:cNvSpPr>
              <a:spLocks noChangeArrowheads="1"/>
            </p:cNvSpPr>
            <p:nvPr/>
          </p:nvSpPr>
          <p:spPr bwMode="auto">
            <a:xfrm>
              <a:off x="1697"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42" name="Rectangle 1269"/>
            <p:cNvSpPr>
              <a:spLocks noChangeArrowheads="1"/>
            </p:cNvSpPr>
            <p:nvPr/>
          </p:nvSpPr>
          <p:spPr bwMode="auto">
            <a:xfrm>
              <a:off x="1683"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43" name="Rectangle 1270"/>
            <p:cNvSpPr>
              <a:spLocks noChangeArrowheads="1"/>
            </p:cNvSpPr>
            <p:nvPr/>
          </p:nvSpPr>
          <p:spPr bwMode="auto">
            <a:xfrm>
              <a:off x="1668"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44" name="Rectangle 1271"/>
            <p:cNvSpPr>
              <a:spLocks noChangeArrowheads="1"/>
            </p:cNvSpPr>
            <p:nvPr/>
          </p:nvSpPr>
          <p:spPr bwMode="auto">
            <a:xfrm>
              <a:off x="1654"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45" name="Rectangle 1272"/>
            <p:cNvSpPr>
              <a:spLocks noChangeArrowheads="1"/>
            </p:cNvSpPr>
            <p:nvPr/>
          </p:nvSpPr>
          <p:spPr bwMode="auto">
            <a:xfrm>
              <a:off x="1639"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446" name="Rectangle 1273"/>
            <p:cNvSpPr>
              <a:spLocks noChangeArrowheads="1"/>
            </p:cNvSpPr>
            <p:nvPr/>
          </p:nvSpPr>
          <p:spPr bwMode="auto">
            <a:xfrm>
              <a:off x="1625" y="2580"/>
              <a:ext cx="7" cy="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grpSp>
      <p:sp>
        <p:nvSpPr>
          <p:cNvPr id="435275" name="Rectangle 1274"/>
          <p:cNvSpPr>
            <a:spLocks noChangeArrowheads="1"/>
          </p:cNvSpPr>
          <p:nvPr/>
        </p:nvSpPr>
        <p:spPr bwMode="auto">
          <a:xfrm>
            <a:off x="3940176" y="5778500"/>
            <a:ext cx="35861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5276" name="Rectangle 1275"/>
          <p:cNvSpPr>
            <a:spLocks noChangeArrowheads="1"/>
          </p:cNvSpPr>
          <p:nvPr/>
        </p:nvSpPr>
        <p:spPr bwMode="auto">
          <a:xfrm>
            <a:off x="4049714" y="5868989"/>
            <a:ext cx="6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zh-CN">
              <a:solidFill>
                <a:srgbClr val="000000"/>
              </a:solidFill>
            </a:endParaRPr>
          </a:p>
        </p:txBody>
      </p:sp>
    </p:spTree>
  </p:cSld>
  <p:clrMapOvr>
    <a:masterClrMapping/>
  </p:clrMapOvr>
  <p:transition>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1"/>
          <p:cNvSpPr>
            <a:spLocks noGrp="1"/>
          </p:cNvSpPr>
          <p:nvPr>
            <p:ph type="sldNum" sz="quarter" idx="10"/>
          </p:nvPr>
        </p:nvSpPr>
        <p:spPr/>
        <p:txBody>
          <a:bodyPr/>
          <a:lstStyle/>
          <a:p>
            <a:pPr fontAlgn="base">
              <a:spcBef>
                <a:spcPct val="0"/>
              </a:spcBef>
              <a:spcAft>
                <a:spcPct val="0"/>
              </a:spcAft>
              <a:defRPr/>
            </a:pPr>
            <a:fld id="{48497255-BA1A-4E66-8DE3-0B1332D4605F}" type="slidenum">
              <a:rPr lang="ja-JP" altLang="en-US">
                <a:latin typeface="Arial" panose="020B0604020202020204"/>
              </a:rPr>
            </a:fld>
            <a:endParaRPr lang="en-US" altLang="ja-JP">
              <a:latin typeface="Arial" panose="020B0604020202020204"/>
            </a:endParaRPr>
          </a:p>
        </p:txBody>
      </p:sp>
      <p:sp>
        <p:nvSpPr>
          <p:cNvPr id="437251" name="Rectangle 2"/>
          <p:cNvSpPr>
            <a:spLocks noChangeArrowheads="1"/>
          </p:cNvSpPr>
          <p:nvPr/>
        </p:nvSpPr>
        <p:spPr bwMode="auto">
          <a:xfrm>
            <a:off x="1524000" y="1"/>
            <a:ext cx="9144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530">
              <a:defRPr>
                <a:solidFill>
                  <a:schemeClr val="tx1"/>
                </a:solidFill>
                <a:latin typeface="Verdana" panose="020B0604030504040204" pitchFamily="34" charset="0"/>
                <a:ea typeface="宋体" panose="02010600030101010101" pitchFamily="2" charset="-122"/>
              </a:defRPr>
            </a:lvl1pPr>
            <a:lvl2pPr indent="176530">
              <a:defRPr>
                <a:solidFill>
                  <a:schemeClr val="tx1"/>
                </a:solidFill>
                <a:latin typeface="Verdana" panose="020B0604030504040204" pitchFamily="34" charset="0"/>
                <a:ea typeface="宋体" panose="02010600030101010101" pitchFamily="2" charset="-122"/>
              </a:defRPr>
            </a:lvl2pPr>
            <a:lvl3pPr indent="176530">
              <a:defRPr>
                <a:solidFill>
                  <a:schemeClr val="tx1"/>
                </a:solidFill>
                <a:latin typeface="Verdana" panose="020B0604030504040204" pitchFamily="34" charset="0"/>
                <a:ea typeface="宋体" panose="02010600030101010101" pitchFamily="2" charset="-122"/>
              </a:defRPr>
            </a:lvl3pPr>
            <a:lvl4pPr indent="176530">
              <a:defRPr>
                <a:solidFill>
                  <a:schemeClr val="tx1"/>
                </a:solidFill>
                <a:latin typeface="Verdana" panose="020B0604030504040204" pitchFamily="34" charset="0"/>
                <a:ea typeface="宋体" panose="02010600030101010101" pitchFamily="2" charset="-122"/>
              </a:defRPr>
            </a:lvl4pPr>
            <a:lvl5pPr indent="176530">
              <a:defRPr>
                <a:solidFill>
                  <a:schemeClr val="tx1"/>
                </a:solidFill>
                <a:latin typeface="Verdana" panose="020B0604030504040204" pitchFamily="34" charset="0"/>
                <a:ea typeface="宋体" panose="02010600030101010101" pitchFamily="2" charset="-122"/>
              </a:defRPr>
            </a:lvl5pPr>
            <a:lvl6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4200">
                <a:solidFill>
                  <a:srgbClr val="FFFFFF"/>
                </a:solidFill>
                <a:latin typeface="Times New Roman" panose="02020603050405020304" pitchFamily="18" charset="0"/>
                <a:ea typeface="黑体" panose="02010609060101010101" pitchFamily="49" charset="-122"/>
              </a:rPr>
              <a:t>第</a:t>
            </a:r>
            <a:r>
              <a:rPr lang="en-US" altLang="zh-CN" sz="4200">
                <a:solidFill>
                  <a:srgbClr val="FFFFFF"/>
                </a:solidFill>
                <a:latin typeface="Times New Roman" panose="02020603050405020304" pitchFamily="18" charset="0"/>
                <a:ea typeface="黑体" panose="02010609060101010101" pitchFamily="49" charset="-122"/>
              </a:rPr>
              <a:t>10</a:t>
            </a:r>
            <a:r>
              <a:rPr lang="zh-CN" altLang="en-US" sz="4200">
                <a:solidFill>
                  <a:srgbClr val="FFFFFF"/>
                </a:solidFill>
                <a:latin typeface="Times New Roman" panose="02020603050405020304" pitchFamily="18" charset="0"/>
                <a:ea typeface="黑体" panose="02010609060101010101" pitchFamily="49" charset="-122"/>
              </a:rPr>
              <a:t>章  专家系统</a:t>
            </a:r>
            <a:endParaRPr lang="zh-CN" altLang="en-US" sz="4200">
              <a:solidFill>
                <a:srgbClr val="FFFFFF"/>
              </a:solidFill>
              <a:latin typeface="Times New Roman" panose="02020603050405020304" pitchFamily="18" charset="0"/>
              <a:ea typeface="黑体" panose="02010609060101010101" pitchFamily="49" charset="-122"/>
            </a:endParaRPr>
          </a:p>
        </p:txBody>
      </p:sp>
      <p:sp>
        <p:nvSpPr>
          <p:cNvPr id="437252" name="Rectangle 3"/>
          <p:cNvSpPr>
            <a:spLocks noChangeArrowheads="1"/>
          </p:cNvSpPr>
          <p:nvPr/>
        </p:nvSpPr>
        <p:spPr bwMode="auto">
          <a:xfrm>
            <a:off x="2025650" y="1066801"/>
            <a:ext cx="8642350" cy="540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908050" indent="-43688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304925" indent="-395605">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9418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94230" indent="-398780">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Bef>
                <a:spcPct val="30000"/>
              </a:spcBef>
              <a:spcAft>
                <a:spcPct val="0"/>
              </a:spcAft>
              <a:buClr>
                <a:srgbClr val="CC0000"/>
              </a:buClr>
            </a:pPr>
            <a:r>
              <a:rPr lang="en-US" altLang="zh-CN" b="1">
                <a:solidFill>
                  <a:srgbClr val="000000"/>
                </a:solidFill>
                <a:latin typeface="Times New Roman" panose="02020603050405020304" pitchFamily="18" charset="0"/>
              </a:rPr>
              <a:t>10.1  </a:t>
            </a:r>
            <a:r>
              <a:rPr lang="zh-CN" altLang="en-US" b="1">
                <a:solidFill>
                  <a:srgbClr val="000000"/>
                </a:solidFill>
                <a:latin typeface="Times New Roman" panose="02020603050405020304" pitchFamily="18" charset="0"/>
              </a:rPr>
              <a:t>专家系统的产生和发展 </a:t>
            </a:r>
            <a:endParaRPr lang="zh-CN" altLang="en-US" b="1">
              <a:solidFill>
                <a:srgbClr val="000000"/>
              </a:solidFill>
              <a:latin typeface="Times New Roman" panose="02020603050405020304" pitchFamily="18" charset="0"/>
            </a:endParaRPr>
          </a:p>
          <a:p>
            <a:pPr fontAlgn="base">
              <a:spcBef>
                <a:spcPct val="30000"/>
              </a:spcBef>
              <a:spcAft>
                <a:spcPct val="0"/>
              </a:spcAft>
              <a:buClr>
                <a:srgbClr val="CC0000"/>
              </a:buClr>
            </a:pPr>
            <a:r>
              <a:rPr lang="en-US" altLang="zh-CN" b="1">
                <a:solidFill>
                  <a:srgbClr val="000000"/>
                </a:solidFill>
                <a:latin typeface="Times New Roman" panose="02020603050405020304" pitchFamily="18" charset="0"/>
              </a:rPr>
              <a:t>10.2  </a:t>
            </a:r>
            <a:r>
              <a:rPr lang="zh-CN" altLang="en-US" b="1">
                <a:solidFill>
                  <a:srgbClr val="000000"/>
                </a:solidFill>
                <a:latin typeface="Times New Roman" panose="02020603050405020304" pitchFamily="18" charset="0"/>
              </a:rPr>
              <a:t>专家系统的概念 </a:t>
            </a:r>
            <a:endParaRPr lang="zh-CN" altLang="en-US" b="1">
              <a:solidFill>
                <a:srgbClr val="000000"/>
              </a:solidFill>
              <a:latin typeface="Times New Roman" panose="02020603050405020304" pitchFamily="18" charset="0"/>
            </a:endParaRPr>
          </a:p>
          <a:p>
            <a:pPr fontAlgn="base">
              <a:spcBef>
                <a:spcPct val="30000"/>
              </a:spcBef>
              <a:spcAft>
                <a:spcPct val="0"/>
              </a:spcAft>
              <a:buClr>
                <a:srgbClr val="CC0000"/>
              </a:buClr>
            </a:pPr>
            <a:r>
              <a:rPr lang="en-US" altLang="zh-CN" b="1">
                <a:solidFill>
                  <a:srgbClr val="000000"/>
                </a:solidFill>
                <a:latin typeface="Times New Roman" panose="02020603050405020304" pitchFamily="18" charset="0"/>
              </a:rPr>
              <a:t>10.3  </a:t>
            </a:r>
            <a:r>
              <a:rPr lang="zh-CN" altLang="en-US" b="1">
                <a:solidFill>
                  <a:srgbClr val="000000"/>
                </a:solidFill>
                <a:latin typeface="Times New Roman" panose="02020603050405020304" pitchFamily="18" charset="0"/>
              </a:rPr>
              <a:t>专家系统的工作原理</a:t>
            </a:r>
            <a:endParaRPr lang="zh-CN" altLang="en-US" b="1">
              <a:solidFill>
                <a:srgbClr val="000000"/>
              </a:solidFill>
              <a:latin typeface="Times New Roman" panose="02020603050405020304" pitchFamily="18" charset="0"/>
            </a:endParaRPr>
          </a:p>
          <a:p>
            <a:pPr fontAlgn="base">
              <a:spcBef>
                <a:spcPct val="30000"/>
              </a:spcBef>
              <a:spcAft>
                <a:spcPct val="0"/>
              </a:spcAft>
              <a:buClr>
                <a:srgbClr val="0000FF"/>
              </a:buClr>
              <a:buSzPct val="150000"/>
              <a:buFont typeface="Wingdings" panose="05000000000000000000" pitchFamily="2" charset="2"/>
              <a:buChar char="ü"/>
            </a:pPr>
            <a:r>
              <a:rPr lang="en-US" altLang="zh-CN" b="1">
                <a:solidFill>
                  <a:srgbClr val="0000FF"/>
                </a:solidFill>
                <a:latin typeface="Times New Roman" panose="02020603050405020304" pitchFamily="18" charset="0"/>
              </a:rPr>
              <a:t>10.4  </a:t>
            </a:r>
            <a:r>
              <a:rPr lang="zh-CN" altLang="en-US" b="1">
                <a:solidFill>
                  <a:srgbClr val="0000FF"/>
                </a:solidFill>
                <a:latin typeface="Times New Roman" panose="02020603050405020304" pitchFamily="18" charset="0"/>
              </a:rPr>
              <a:t>知识获取的主要过程与模式</a:t>
            </a:r>
            <a:endParaRPr lang="zh-CN" altLang="en-US" b="1">
              <a:solidFill>
                <a:srgbClr val="0000FF"/>
              </a:solidFill>
              <a:latin typeface="Times New Roman" panose="02020603050405020304" pitchFamily="18" charset="0"/>
            </a:endParaRPr>
          </a:p>
          <a:p>
            <a:pPr fontAlgn="base">
              <a:spcBef>
                <a:spcPct val="30000"/>
              </a:spcBef>
              <a:spcAft>
                <a:spcPct val="0"/>
              </a:spcAft>
              <a:buClr>
                <a:srgbClr val="CC0000"/>
              </a:buClr>
            </a:pPr>
            <a:r>
              <a:rPr lang="en-US" altLang="zh-CN" b="1">
                <a:solidFill>
                  <a:srgbClr val="000000"/>
                </a:solidFill>
                <a:latin typeface="Times New Roman" panose="02020603050405020304" pitchFamily="18" charset="0"/>
              </a:rPr>
              <a:t>10.5  </a:t>
            </a:r>
            <a:r>
              <a:rPr lang="zh-CN" altLang="en-US" b="1">
                <a:solidFill>
                  <a:srgbClr val="000000"/>
                </a:solidFill>
                <a:latin typeface="Times New Roman" panose="02020603050405020304" pitchFamily="18" charset="0"/>
              </a:rPr>
              <a:t>机器学习</a:t>
            </a:r>
            <a:endParaRPr lang="zh-CN" altLang="en-US" b="1">
              <a:solidFill>
                <a:srgbClr val="000000"/>
              </a:solidFill>
              <a:latin typeface="Times New Roman" panose="02020603050405020304" pitchFamily="18" charset="0"/>
            </a:endParaRPr>
          </a:p>
          <a:p>
            <a:pPr fontAlgn="base">
              <a:spcBef>
                <a:spcPct val="30000"/>
              </a:spcBef>
              <a:spcAft>
                <a:spcPct val="0"/>
              </a:spcAft>
              <a:buClr>
                <a:srgbClr val="CC0000"/>
              </a:buClr>
            </a:pPr>
            <a:r>
              <a:rPr lang="en-US" altLang="zh-CN" b="1">
                <a:solidFill>
                  <a:srgbClr val="000000"/>
                </a:solidFill>
                <a:latin typeface="Times New Roman" panose="02020603050405020304" pitchFamily="18" charset="0"/>
              </a:rPr>
              <a:t>10.6  </a:t>
            </a:r>
            <a:r>
              <a:rPr lang="zh-CN" altLang="en-US" b="1">
                <a:solidFill>
                  <a:srgbClr val="000000"/>
                </a:solidFill>
                <a:latin typeface="Times New Roman" panose="02020603050405020304" pitchFamily="18" charset="0"/>
              </a:rPr>
              <a:t>知识发现与数据挖掘</a:t>
            </a:r>
            <a:endParaRPr lang="zh-CN" altLang="en-US" b="1">
              <a:solidFill>
                <a:srgbClr val="000000"/>
              </a:solidFill>
              <a:latin typeface="Times New Roman" panose="02020603050405020304" pitchFamily="18" charset="0"/>
            </a:endParaRPr>
          </a:p>
          <a:p>
            <a:pPr fontAlgn="base">
              <a:spcBef>
                <a:spcPct val="30000"/>
              </a:spcBef>
              <a:spcAft>
                <a:spcPct val="0"/>
              </a:spcAft>
              <a:buClr>
                <a:srgbClr val="CC0000"/>
              </a:buClr>
            </a:pPr>
            <a:r>
              <a:rPr lang="en-US" altLang="zh-CN" b="1">
                <a:solidFill>
                  <a:srgbClr val="000000"/>
                </a:solidFill>
                <a:latin typeface="Times New Roman" panose="02020603050405020304" pitchFamily="18" charset="0"/>
              </a:rPr>
              <a:t>10.7  </a:t>
            </a:r>
            <a:r>
              <a:rPr lang="zh-CN" altLang="en-US" b="1">
                <a:solidFill>
                  <a:srgbClr val="000000"/>
                </a:solidFill>
                <a:latin typeface="Times New Roman" panose="02020603050405020304" pitchFamily="18" charset="0"/>
              </a:rPr>
              <a:t>专家系统的建立</a:t>
            </a:r>
            <a:endParaRPr lang="zh-CN" altLang="en-US" b="1">
              <a:solidFill>
                <a:srgbClr val="000000"/>
              </a:solidFill>
              <a:latin typeface="Times New Roman" panose="02020603050405020304" pitchFamily="18" charset="0"/>
            </a:endParaRPr>
          </a:p>
          <a:p>
            <a:pPr fontAlgn="base">
              <a:spcBef>
                <a:spcPct val="30000"/>
              </a:spcBef>
              <a:spcAft>
                <a:spcPct val="0"/>
              </a:spcAft>
              <a:buClr>
                <a:srgbClr val="CC0000"/>
              </a:buClr>
            </a:pPr>
            <a:r>
              <a:rPr lang="en-US" altLang="zh-CN" b="1">
                <a:solidFill>
                  <a:srgbClr val="000000"/>
                </a:solidFill>
                <a:latin typeface="Times New Roman" panose="02020603050405020304" pitchFamily="18" charset="0"/>
              </a:rPr>
              <a:t>10.8  </a:t>
            </a:r>
            <a:r>
              <a:rPr lang="zh-CN" altLang="en-US" b="1">
                <a:solidFill>
                  <a:srgbClr val="000000"/>
                </a:solidFill>
                <a:latin typeface="Times New Roman" panose="02020603050405020304" pitchFamily="18" charset="0"/>
              </a:rPr>
              <a:t>专家系统实例</a:t>
            </a:r>
            <a:endParaRPr lang="zh-CN" altLang="en-US" b="1">
              <a:solidFill>
                <a:srgbClr val="000000"/>
              </a:solidFill>
              <a:latin typeface="Times New Roman" panose="02020603050405020304" pitchFamily="18" charset="0"/>
            </a:endParaRPr>
          </a:p>
          <a:p>
            <a:pPr fontAlgn="base">
              <a:spcBef>
                <a:spcPct val="30000"/>
              </a:spcBef>
              <a:spcAft>
                <a:spcPct val="0"/>
              </a:spcAft>
              <a:buClr>
                <a:srgbClr val="CC0000"/>
              </a:buClr>
            </a:pPr>
            <a:r>
              <a:rPr lang="en-US" altLang="zh-CN" b="1">
                <a:solidFill>
                  <a:srgbClr val="000000"/>
                </a:solidFill>
                <a:latin typeface="Times New Roman" panose="02020603050405020304" pitchFamily="18" charset="0"/>
              </a:rPr>
              <a:t>10.9  </a:t>
            </a:r>
            <a:r>
              <a:rPr lang="zh-CN" altLang="en-US" b="1">
                <a:solidFill>
                  <a:srgbClr val="000000"/>
                </a:solidFill>
                <a:latin typeface="Times New Roman" panose="02020603050405020304" pitchFamily="18" charset="0"/>
              </a:rPr>
              <a:t>专家系统的开发工具</a:t>
            </a:r>
            <a:endParaRPr lang="zh-CN" altLang="en-US" b="1">
              <a:solidFill>
                <a:srgbClr val="000000"/>
              </a:solidFill>
              <a:latin typeface="Times New Roman" panose="02020603050405020304" pitchFamily="18" charset="0"/>
            </a:endParaRPr>
          </a:p>
        </p:txBody>
      </p:sp>
    </p:spTree>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灯片编号占位符 1"/>
          <p:cNvSpPr>
            <a:spLocks noGrp="1"/>
          </p:cNvSpPr>
          <p:nvPr>
            <p:ph type="sldNum" sz="quarter" idx="10"/>
          </p:nvPr>
        </p:nvSpPr>
        <p:spPr/>
        <p:txBody>
          <a:bodyPr/>
          <a:lstStyle/>
          <a:p>
            <a:pPr fontAlgn="base">
              <a:spcBef>
                <a:spcPct val="0"/>
              </a:spcBef>
              <a:spcAft>
                <a:spcPct val="0"/>
              </a:spcAft>
              <a:defRPr/>
            </a:pPr>
            <a:fld id="{97C713CA-7A76-4848-8E92-BBE21471816B}" type="slidenum">
              <a:rPr lang="ja-JP" altLang="en-US">
                <a:latin typeface="Arial" panose="020B0604020202020204"/>
              </a:rPr>
            </a:fld>
            <a:endParaRPr lang="en-US" altLang="ja-JP">
              <a:latin typeface="Arial" panose="020B0604020202020204"/>
            </a:endParaRPr>
          </a:p>
        </p:txBody>
      </p:sp>
      <p:sp>
        <p:nvSpPr>
          <p:cNvPr id="438275" name="Rectangle 2"/>
          <p:cNvSpPr>
            <a:spLocks noChangeArrowheads="1"/>
          </p:cNvSpPr>
          <p:nvPr/>
        </p:nvSpPr>
        <p:spPr bwMode="auto">
          <a:xfrm>
            <a:off x="1524000" y="1"/>
            <a:ext cx="9144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530">
              <a:defRPr>
                <a:solidFill>
                  <a:schemeClr val="tx1"/>
                </a:solidFill>
                <a:latin typeface="Verdana" panose="020B0604030504040204" pitchFamily="34" charset="0"/>
                <a:ea typeface="宋体" panose="02010600030101010101" pitchFamily="2" charset="-122"/>
              </a:defRPr>
            </a:lvl1pPr>
            <a:lvl2pPr indent="176530">
              <a:defRPr>
                <a:solidFill>
                  <a:schemeClr val="tx1"/>
                </a:solidFill>
                <a:latin typeface="Verdana" panose="020B0604030504040204" pitchFamily="34" charset="0"/>
                <a:ea typeface="宋体" panose="02010600030101010101" pitchFamily="2" charset="-122"/>
              </a:defRPr>
            </a:lvl2pPr>
            <a:lvl3pPr indent="176530">
              <a:defRPr>
                <a:solidFill>
                  <a:schemeClr val="tx1"/>
                </a:solidFill>
                <a:latin typeface="Verdana" panose="020B0604030504040204" pitchFamily="34" charset="0"/>
                <a:ea typeface="宋体" panose="02010600030101010101" pitchFamily="2" charset="-122"/>
              </a:defRPr>
            </a:lvl3pPr>
            <a:lvl4pPr indent="176530">
              <a:defRPr>
                <a:solidFill>
                  <a:schemeClr val="tx1"/>
                </a:solidFill>
                <a:latin typeface="Verdana" panose="020B0604030504040204" pitchFamily="34" charset="0"/>
                <a:ea typeface="宋体" panose="02010600030101010101" pitchFamily="2" charset="-122"/>
              </a:defRPr>
            </a:lvl4pPr>
            <a:lvl5pPr indent="176530">
              <a:defRPr>
                <a:solidFill>
                  <a:schemeClr val="tx1"/>
                </a:solidFill>
                <a:latin typeface="Verdana" panose="020B0604030504040204" pitchFamily="34" charset="0"/>
                <a:ea typeface="宋体" panose="02010600030101010101" pitchFamily="2" charset="-122"/>
              </a:defRPr>
            </a:lvl5pPr>
            <a:lvl6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4200">
                <a:solidFill>
                  <a:srgbClr val="FFFFFF"/>
                </a:solidFill>
                <a:latin typeface="Times New Roman" panose="02020603050405020304" pitchFamily="18" charset="0"/>
                <a:ea typeface="黑体" panose="02010609060101010101" pitchFamily="49" charset="-122"/>
              </a:rPr>
              <a:t>10.4  </a:t>
            </a:r>
            <a:r>
              <a:rPr lang="zh-CN" altLang="en-US" sz="4200">
                <a:solidFill>
                  <a:srgbClr val="FFFFFF"/>
                </a:solidFill>
                <a:latin typeface="Times New Roman" panose="02020603050405020304" pitchFamily="18" charset="0"/>
                <a:ea typeface="黑体" panose="02010609060101010101" pitchFamily="49" charset="-122"/>
              </a:rPr>
              <a:t>知识获取的主要过程与模式</a:t>
            </a:r>
            <a:endParaRPr lang="zh-CN" altLang="en-US" sz="4200">
              <a:solidFill>
                <a:srgbClr val="FFFFFF"/>
              </a:solidFill>
              <a:latin typeface="Times New Roman" panose="02020603050405020304" pitchFamily="18" charset="0"/>
              <a:ea typeface="黑体" panose="02010609060101010101" pitchFamily="49" charset="-122"/>
            </a:endParaRPr>
          </a:p>
        </p:txBody>
      </p:sp>
      <p:sp>
        <p:nvSpPr>
          <p:cNvPr id="438276" name="Text Box 3"/>
          <p:cNvSpPr txBox="1">
            <a:spLocks noChangeArrowheads="1"/>
          </p:cNvSpPr>
          <p:nvPr/>
        </p:nvSpPr>
        <p:spPr bwMode="auto">
          <a:xfrm>
            <a:off x="1889126" y="990600"/>
            <a:ext cx="8245475" cy="1210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lnSpc>
                <a:spcPct val="140000"/>
              </a:lnSpc>
              <a:spcBef>
                <a:spcPct val="0"/>
              </a:spcBef>
              <a:spcAft>
                <a:spcPct val="0"/>
              </a:spcAft>
            </a:pPr>
            <a:r>
              <a:rPr lang="en-US" altLang="zh-CN" sz="2600" b="1">
                <a:solidFill>
                  <a:srgbClr val="000000"/>
                </a:solidFill>
                <a:latin typeface="Times New Roman" panose="02020603050405020304" pitchFamily="18" charset="0"/>
              </a:rPr>
              <a:t>10.4.1  </a:t>
            </a:r>
            <a:r>
              <a:rPr lang="zh-CN" altLang="en-US" sz="2600" b="1">
                <a:solidFill>
                  <a:srgbClr val="000000"/>
                </a:solidFill>
                <a:latin typeface="Times New Roman" panose="02020603050405020304" pitchFamily="18" charset="0"/>
              </a:rPr>
              <a:t>知识获取的过程</a:t>
            </a:r>
            <a:endParaRPr lang="zh-CN" altLang="en-US" sz="2600" b="1">
              <a:solidFill>
                <a:srgbClr val="000000"/>
              </a:solidFill>
              <a:latin typeface="Times New Roman" panose="02020603050405020304" pitchFamily="18" charset="0"/>
            </a:endParaRPr>
          </a:p>
          <a:p>
            <a:pPr fontAlgn="base">
              <a:lnSpc>
                <a:spcPct val="140000"/>
              </a:lnSpc>
              <a:spcBef>
                <a:spcPct val="0"/>
              </a:spcBef>
              <a:spcAft>
                <a:spcPct val="0"/>
              </a:spcAft>
            </a:pPr>
            <a:r>
              <a:rPr lang="zh-CN" altLang="en-US" sz="2600" b="1">
                <a:solidFill>
                  <a:srgbClr val="000000"/>
                </a:solidFill>
                <a:latin typeface="Times New Roman" panose="02020603050405020304" pitchFamily="18" charset="0"/>
              </a:rPr>
              <a:t>抽取知识、知识的转换、知识的输入、知识的检测</a:t>
            </a:r>
            <a:r>
              <a:rPr lang="zh-CN" altLang="en-US" sz="2600">
                <a:solidFill>
                  <a:srgbClr val="000000"/>
                </a:solidFill>
                <a:latin typeface="Times New Roman" panose="02020603050405020304" pitchFamily="18" charset="0"/>
              </a:rPr>
              <a:t> 。</a:t>
            </a:r>
            <a:endParaRPr lang="zh-CN" altLang="en-US" sz="2600">
              <a:solidFill>
                <a:srgbClr val="000000"/>
              </a:solidFill>
              <a:latin typeface="Times New Roman" panose="02020603050405020304" pitchFamily="18" charset="0"/>
            </a:endParaRPr>
          </a:p>
        </p:txBody>
      </p:sp>
      <p:sp>
        <p:nvSpPr>
          <p:cNvPr id="438277" name="AutoShape 4"/>
          <p:cNvSpPr>
            <a:spLocks noChangeAspect="1" noChangeArrowheads="1" noTextEdit="1"/>
          </p:cNvSpPr>
          <p:nvPr/>
        </p:nvSpPr>
        <p:spPr bwMode="auto">
          <a:xfrm>
            <a:off x="2209800" y="2819401"/>
            <a:ext cx="7848600" cy="336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8278" name="Rectangle 5"/>
          <p:cNvSpPr>
            <a:spLocks noChangeArrowheads="1"/>
          </p:cNvSpPr>
          <p:nvPr/>
        </p:nvSpPr>
        <p:spPr bwMode="auto">
          <a:xfrm>
            <a:off x="2216150" y="3884613"/>
            <a:ext cx="1397000" cy="476250"/>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8279" name="Rectangle 6"/>
          <p:cNvSpPr>
            <a:spLocks noChangeArrowheads="1"/>
          </p:cNvSpPr>
          <p:nvPr/>
        </p:nvSpPr>
        <p:spPr bwMode="auto">
          <a:xfrm>
            <a:off x="2336800" y="3916364"/>
            <a:ext cx="11684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领域专家</a:t>
            </a:r>
            <a:endParaRPr lang="zh-CN" altLang="en-US">
              <a:solidFill>
                <a:srgbClr val="000000"/>
              </a:solidFill>
            </a:endParaRPr>
          </a:p>
        </p:txBody>
      </p:sp>
      <p:sp>
        <p:nvSpPr>
          <p:cNvPr id="438280" name="Rectangle 7"/>
          <p:cNvSpPr>
            <a:spLocks noChangeArrowheads="1"/>
          </p:cNvSpPr>
          <p:nvPr/>
        </p:nvSpPr>
        <p:spPr bwMode="auto">
          <a:xfrm>
            <a:off x="5572125" y="3879850"/>
            <a:ext cx="1684338" cy="476250"/>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8281" name="Rectangle 8"/>
          <p:cNvSpPr>
            <a:spLocks noChangeArrowheads="1"/>
          </p:cNvSpPr>
          <p:nvPr/>
        </p:nvSpPr>
        <p:spPr bwMode="auto">
          <a:xfrm>
            <a:off x="5694363" y="3916364"/>
            <a:ext cx="14605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知识工程师</a:t>
            </a:r>
            <a:endParaRPr lang="zh-CN" altLang="en-US">
              <a:solidFill>
                <a:srgbClr val="000000"/>
              </a:solidFill>
            </a:endParaRPr>
          </a:p>
        </p:txBody>
      </p:sp>
      <p:sp>
        <p:nvSpPr>
          <p:cNvPr id="438282" name="Rectangle 9"/>
          <p:cNvSpPr>
            <a:spLocks noChangeArrowheads="1"/>
          </p:cNvSpPr>
          <p:nvPr/>
        </p:nvSpPr>
        <p:spPr bwMode="auto">
          <a:xfrm>
            <a:off x="8929689" y="3879850"/>
            <a:ext cx="1108075" cy="476250"/>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8283" name="Rectangle 10"/>
          <p:cNvSpPr>
            <a:spLocks noChangeArrowheads="1"/>
          </p:cNvSpPr>
          <p:nvPr/>
        </p:nvSpPr>
        <p:spPr bwMode="auto">
          <a:xfrm>
            <a:off x="9051925" y="3916364"/>
            <a:ext cx="8763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知识库</a:t>
            </a:r>
            <a:endParaRPr lang="zh-CN" altLang="en-US">
              <a:solidFill>
                <a:srgbClr val="000000"/>
              </a:solidFill>
            </a:endParaRPr>
          </a:p>
        </p:txBody>
      </p:sp>
      <p:sp>
        <p:nvSpPr>
          <p:cNvPr id="438284" name="Rectangle 11"/>
          <p:cNvSpPr>
            <a:spLocks noChangeArrowheads="1"/>
          </p:cNvSpPr>
          <p:nvPr/>
        </p:nvSpPr>
        <p:spPr bwMode="auto">
          <a:xfrm>
            <a:off x="4189414" y="2819400"/>
            <a:ext cx="809625" cy="1157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8285" name="Rectangle 12"/>
          <p:cNvSpPr>
            <a:spLocks noChangeArrowheads="1"/>
          </p:cNvSpPr>
          <p:nvPr/>
        </p:nvSpPr>
        <p:spPr bwMode="auto">
          <a:xfrm>
            <a:off x="4305300" y="2927350"/>
            <a:ext cx="5842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数据</a:t>
            </a:r>
            <a:endParaRPr lang="zh-CN" altLang="en-US">
              <a:solidFill>
                <a:srgbClr val="000000"/>
              </a:solidFill>
            </a:endParaRPr>
          </a:p>
        </p:txBody>
      </p:sp>
      <p:sp>
        <p:nvSpPr>
          <p:cNvPr id="438286" name="Rectangle 13"/>
          <p:cNvSpPr>
            <a:spLocks noChangeArrowheads="1"/>
          </p:cNvSpPr>
          <p:nvPr/>
        </p:nvSpPr>
        <p:spPr bwMode="auto">
          <a:xfrm>
            <a:off x="4305300" y="3275014"/>
            <a:ext cx="5842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问题</a:t>
            </a:r>
            <a:endParaRPr lang="zh-CN" altLang="en-US">
              <a:solidFill>
                <a:srgbClr val="000000"/>
              </a:solidFill>
            </a:endParaRPr>
          </a:p>
        </p:txBody>
      </p:sp>
      <p:sp>
        <p:nvSpPr>
          <p:cNvPr id="438287" name="Rectangle 14"/>
          <p:cNvSpPr>
            <a:spLocks noChangeArrowheads="1"/>
          </p:cNvSpPr>
          <p:nvPr/>
        </p:nvSpPr>
        <p:spPr bwMode="auto">
          <a:xfrm>
            <a:off x="4305300" y="3621089"/>
            <a:ext cx="5842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提问</a:t>
            </a:r>
            <a:endParaRPr lang="zh-CN" altLang="en-US">
              <a:solidFill>
                <a:srgbClr val="000000"/>
              </a:solidFill>
            </a:endParaRPr>
          </a:p>
        </p:txBody>
      </p:sp>
      <p:sp>
        <p:nvSpPr>
          <p:cNvPr id="438288" name="Rectangle 15"/>
          <p:cNvSpPr>
            <a:spLocks noChangeArrowheads="1"/>
          </p:cNvSpPr>
          <p:nvPr/>
        </p:nvSpPr>
        <p:spPr bwMode="auto">
          <a:xfrm>
            <a:off x="4189414" y="4165600"/>
            <a:ext cx="809625" cy="1157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8289" name="Rectangle 16"/>
          <p:cNvSpPr>
            <a:spLocks noChangeArrowheads="1"/>
          </p:cNvSpPr>
          <p:nvPr/>
        </p:nvSpPr>
        <p:spPr bwMode="auto">
          <a:xfrm>
            <a:off x="4305300" y="4275139"/>
            <a:ext cx="5842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知识</a:t>
            </a:r>
            <a:endParaRPr lang="zh-CN" altLang="en-US">
              <a:solidFill>
                <a:srgbClr val="000000"/>
              </a:solidFill>
            </a:endParaRPr>
          </a:p>
        </p:txBody>
      </p:sp>
      <p:sp>
        <p:nvSpPr>
          <p:cNvPr id="438290" name="Rectangle 17"/>
          <p:cNvSpPr>
            <a:spLocks noChangeArrowheads="1"/>
          </p:cNvSpPr>
          <p:nvPr/>
        </p:nvSpPr>
        <p:spPr bwMode="auto">
          <a:xfrm>
            <a:off x="4305300" y="4621214"/>
            <a:ext cx="5842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概念</a:t>
            </a:r>
            <a:endParaRPr lang="zh-CN" altLang="en-US">
              <a:solidFill>
                <a:srgbClr val="000000"/>
              </a:solidFill>
            </a:endParaRPr>
          </a:p>
        </p:txBody>
      </p:sp>
      <p:sp>
        <p:nvSpPr>
          <p:cNvPr id="438291" name="Rectangle 18"/>
          <p:cNvSpPr>
            <a:spLocks noChangeArrowheads="1"/>
          </p:cNvSpPr>
          <p:nvPr/>
        </p:nvSpPr>
        <p:spPr bwMode="auto">
          <a:xfrm>
            <a:off x="4305300" y="4967289"/>
            <a:ext cx="5842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解答</a:t>
            </a:r>
            <a:endParaRPr lang="zh-CN" altLang="en-US">
              <a:solidFill>
                <a:srgbClr val="000000"/>
              </a:solidFill>
            </a:endParaRPr>
          </a:p>
        </p:txBody>
      </p:sp>
      <p:sp>
        <p:nvSpPr>
          <p:cNvPr id="438292" name="Rectangle 19"/>
          <p:cNvSpPr>
            <a:spLocks noChangeArrowheads="1"/>
          </p:cNvSpPr>
          <p:nvPr/>
        </p:nvSpPr>
        <p:spPr bwMode="auto">
          <a:xfrm>
            <a:off x="7394575" y="3165476"/>
            <a:ext cx="1384300" cy="81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8293" name="Rectangle 20"/>
          <p:cNvSpPr>
            <a:spLocks noChangeArrowheads="1"/>
          </p:cNvSpPr>
          <p:nvPr/>
        </p:nvSpPr>
        <p:spPr bwMode="auto">
          <a:xfrm>
            <a:off x="7583488" y="3254375"/>
            <a:ext cx="8763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形式化</a:t>
            </a:r>
            <a:endParaRPr lang="zh-CN" altLang="en-US">
              <a:solidFill>
                <a:srgbClr val="000000"/>
              </a:solidFill>
            </a:endParaRPr>
          </a:p>
        </p:txBody>
      </p:sp>
      <p:sp>
        <p:nvSpPr>
          <p:cNvPr id="438294" name="Rectangle 21"/>
          <p:cNvSpPr>
            <a:spLocks noChangeArrowheads="1"/>
          </p:cNvSpPr>
          <p:nvPr/>
        </p:nvSpPr>
        <p:spPr bwMode="auto">
          <a:xfrm>
            <a:off x="7510463" y="3621089"/>
            <a:ext cx="11684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结构知识</a:t>
            </a:r>
            <a:endParaRPr lang="zh-CN" altLang="en-US">
              <a:solidFill>
                <a:srgbClr val="000000"/>
              </a:solidFill>
            </a:endParaRPr>
          </a:p>
        </p:txBody>
      </p:sp>
      <p:grpSp>
        <p:nvGrpSpPr>
          <p:cNvPr id="438295" name="Group 22"/>
          <p:cNvGrpSpPr/>
          <p:nvPr/>
        </p:nvGrpSpPr>
        <p:grpSpPr bwMode="auto">
          <a:xfrm>
            <a:off x="3654425" y="4008438"/>
            <a:ext cx="1822450" cy="125412"/>
            <a:chOff x="1342" y="2525"/>
            <a:chExt cx="1148" cy="79"/>
          </a:xfrm>
        </p:grpSpPr>
        <p:sp>
          <p:nvSpPr>
            <p:cNvPr id="438325" name="Line 23"/>
            <p:cNvSpPr>
              <a:spLocks noChangeShapeType="1"/>
            </p:cNvSpPr>
            <p:nvPr/>
          </p:nvSpPr>
          <p:spPr bwMode="auto">
            <a:xfrm>
              <a:off x="1342" y="2564"/>
              <a:ext cx="1072"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8326" name="Freeform 24"/>
            <p:cNvSpPr/>
            <p:nvPr/>
          </p:nvSpPr>
          <p:spPr bwMode="auto">
            <a:xfrm>
              <a:off x="2412" y="2525"/>
              <a:ext cx="78" cy="79"/>
            </a:xfrm>
            <a:custGeom>
              <a:avLst/>
              <a:gdLst>
                <a:gd name="T0" fmla="*/ 0 w 78"/>
                <a:gd name="T1" fmla="*/ 79 h 79"/>
                <a:gd name="T2" fmla="*/ 78 w 78"/>
                <a:gd name="T3" fmla="*/ 40 h 79"/>
                <a:gd name="T4" fmla="*/ 0 w 78"/>
                <a:gd name="T5" fmla="*/ 0 h 79"/>
                <a:gd name="T6" fmla="*/ 0 w 78"/>
                <a:gd name="T7" fmla="*/ 79 h 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8" h="79">
                  <a:moveTo>
                    <a:pt x="0" y="79"/>
                  </a:moveTo>
                  <a:lnTo>
                    <a:pt x="78" y="40"/>
                  </a:lnTo>
                  <a:lnTo>
                    <a:pt x="0" y="0"/>
                  </a:lnTo>
                  <a:lnTo>
                    <a:pt x="0" y="7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8296" name="Group 25"/>
          <p:cNvGrpSpPr/>
          <p:nvPr/>
        </p:nvGrpSpPr>
        <p:grpSpPr bwMode="auto">
          <a:xfrm>
            <a:off x="3654425" y="4200526"/>
            <a:ext cx="1822450" cy="125413"/>
            <a:chOff x="1342" y="2646"/>
            <a:chExt cx="1148" cy="79"/>
          </a:xfrm>
        </p:grpSpPr>
        <p:sp>
          <p:nvSpPr>
            <p:cNvPr id="438323" name="Line 26"/>
            <p:cNvSpPr>
              <a:spLocks noChangeShapeType="1"/>
            </p:cNvSpPr>
            <p:nvPr/>
          </p:nvSpPr>
          <p:spPr bwMode="auto">
            <a:xfrm flipH="1">
              <a:off x="1418" y="2685"/>
              <a:ext cx="1072"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8324" name="Freeform 27"/>
            <p:cNvSpPr/>
            <p:nvPr/>
          </p:nvSpPr>
          <p:spPr bwMode="auto">
            <a:xfrm>
              <a:off x="1342" y="2646"/>
              <a:ext cx="79" cy="79"/>
            </a:xfrm>
            <a:custGeom>
              <a:avLst/>
              <a:gdLst>
                <a:gd name="T0" fmla="*/ 79 w 79"/>
                <a:gd name="T1" fmla="*/ 0 h 79"/>
                <a:gd name="T2" fmla="*/ 0 w 79"/>
                <a:gd name="T3" fmla="*/ 40 h 79"/>
                <a:gd name="T4" fmla="*/ 79 w 79"/>
                <a:gd name="T5" fmla="*/ 79 h 79"/>
                <a:gd name="T6" fmla="*/ 79 w 79"/>
                <a:gd name="T7" fmla="*/ 0 h 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 h="79">
                  <a:moveTo>
                    <a:pt x="79" y="0"/>
                  </a:moveTo>
                  <a:lnTo>
                    <a:pt x="0" y="40"/>
                  </a:lnTo>
                  <a:lnTo>
                    <a:pt x="79" y="79"/>
                  </a:lnTo>
                  <a:lnTo>
                    <a:pt x="79"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sp>
        <p:nvSpPr>
          <p:cNvPr id="438297" name="Freeform 28"/>
          <p:cNvSpPr/>
          <p:nvPr/>
        </p:nvSpPr>
        <p:spPr bwMode="auto">
          <a:xfrm>
            <a:off x="7299326" y="4070350"/>
            <a:ext cx="1533525" cy="192088"/>
          </a:xfrm>
          <a:custGeom>
            <a:avLst/>
            <a:gdLst>
              <a:gd name="T0" fmla="*/ 1827114075 w 966"/>
              <a:gd name="T1" fmla="*/ 0 h 121"/>
              <a:gd name="T2" fmla="*/ 1827114075 w 966"/>
              <a:gd name="T3" fmla="*/ 75604884 h 121"/>
              <a:gd name="T4" fmla="*/ 0 w 966"/>
              <a:gd name="T5" fmla="*/ 75604884 h 121"/>
              <a:gd name="T6" fmla="*/ 0 w 966"/>
              <a:gd name="T7" fmla="*/ 229335609 h 121"/>
              <a:gd name="T8" fmla="*/ 1827114075 w 966"/>
              <a:gd name="T9" fmla="*/ 229335609 h 121"/>
              <a:gd name="T10" fmla="*/ 1827114075 w 966"/>
              <a:gd name="T11" fmla="*/ 304940494 h 121"/>
              <a:gd name="T12" fmla="*/ 2147483646 w 966"/>
              <a:gd name="T13" fmla="*/ 151209769 h 121"/>
              <a:gd name="T14" fmla="*/ 1827114075 w 966"/>
              <a:gd name="T15" fmla="*/ 0 h 12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66" h="121">
                <a:moveTo>
                  <a:pt x="725" y="0"/>
                </a:moveTo>
                <a:lnTo>
                  <a:pt x="725" y="30"/>
                </a:lnTo>
                <a:lnTo>
                  <a:pt x="0" y="30"/>
                </a:lnTo>
                <a:lnTo>
                  <a:pt x="0" y="91"/>
                </a:lnTo>
                <a:lnTo>
                  <a:pt x="725" y="91"/>
                </a:lnTo>
                <a:lnTo>
                  <a:pt x="725" y="121"/>
                </a:lnTo>
                <a:lnTo>
                  <a:pt x="966" y="60"/>
                </a:lnTo>
                <a:lnTo>
                  <a:pt x="725" y="0"/>
                </a:lnTo>
                <a:close/>
              </a:path>
            </a:pathLst>
          </a:custGeom>
          <a:noFill/>
          <a:ln w="1270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8298" name="Rectangle 29"/>
          <p:cNvSpPr>
            <a:spLocks noChangeArrowheads="1"/>
          </p:cNvSpPr>
          <p:nvPr/>
        </p:nvSpPr>
        <p:spPr bwMode="auto">
          <a:xfrm>
            <a:off x="4900614" y="5703888"/>
            <a:ext cx="3182937"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8299" name="Rectangle 30"/>
          <p:cNvSpPr>
            <a:spLocks noChangeArrowheads="1"/>
          </p:cNvSpPr>
          <p:nvPr/>
        </p:nvSpPr>
        <p:spPr bwMode="auto">
          <a:xfrm>
            <a:off x="5376863" y="5780089"/>
            <a:ext cx="14605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2300">
                <a:solidFill>
                  <a:srgbClr val="000000"/>
                </a:solidFill>
                <a:latin typeface="Times New Roman" panose="02020603050405020304" pitchFamily="18" charset="0"/>
              </a:rPr>
              <a:t>  </a:t>
            </a:r>
            <a:endParaRPr lang="en-US" altLang="zh-CN">
              <a:solidFill>
                <a:srgbClr val="000000"/>
              </a:solidFill>
            </a:endParaRPr>
          </a:p>
        </p:txBody>
      </p:sp>
      <p:sp>
        <p:nvSpPr>
          <p:cNvPr id="438300" name="Rectangle 31"/>
          <p:cNvSpPr>
            <a:spLocks noChangeArrowheads="1"/>
          </p:cNvSpPr>
          <p:nvPr/>
        </p:nvSpPr>
        <p:spPr bwMode="auto">
          <a:xfrm>
            <a:off x="5105401" y="5791200"/>
            <a:ext cx="2055813"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b="1">
                <a:solidFill>
                  <a:srgbClr val="000000"/>
                </a:solidFill>
                <a:latin typeface="宋体" panose="02010600030101010101" pitchFamily="2" charset="-122"/>
              </a:rPr>
              <a:t>知识获取的过程</a:t>
            </a:r>
            <a:endParaRPr lang="zh-CN" altLang="en-US" b="1">
              <a:solidFill>
                <a:srgbClr val="000000"/>
              </a:solidFill>
            </a:endParaRPr>
          </a:p>
        </p:txBody>
      </p:sp>
      <p:sp>
        <p:nvSpPr>
          <p:cNvPr id="438301" name="Rectangle 32"/>
          <p:cNvSpPr>
            <a:spLocks noChangeArrowheads="1"/>
          </p:cNvSpPr>
          <p:nvPr/>
        </p:nvSpPr>
        <p:spPr bwMode="auto">
          <a:xfrm>
            <a:off x="2216150" y="3884613"/>
            <a:ext cx="1397000" cy="476250"/>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8302" name="Rectangle 33"/>
          <p:cNvSpPr>
            <a:spLocks noChangeArrowheads="1"/>
          </p:cNvSpPr>
          <p:nvPr/>
        </p:nvSpPr>
        <p:spPr bwMode="auto">
          <a:xfrm>
            <a:off x="5572125" y="3879850"/>
            <a:ext cx="1684338" cy="476250"/>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8303" name="Rectangle 34"/>
          <p:cNvSpPr>
            <a:spLocks noChangeArrowheads="1"/>
          </p:cNvSpPr>
          <p:nvPr/>
        </p:nvSpPr>
        <p:spPr bwMode="auto">
          <a:xfrm>
            <a:off x="8929689" y="3879850"/>
            <a:ext cx="1108075" cy="476250"/>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8304" name="Rectangle 35"/>
          <p:cNvSpPr>
            <a:spLocks noChangeArrowheads="1"/>
          </p:cNvSpPr>
          <p:nvPr/>
        </p:nvSpPr>
        <p:spPr bwMode="auto">
          <a:xfrm>
            <a:off x="4189414" y="2819400"/>
            <a:ext cx="809625" cy="1157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8305" name="Rectangle 36"/>
          <p:cNvSpPr>
            <a:spLocks noChangeArrowheads="1"/>
          </p:cNvSpPr>
          <p:nvPr/>
        </p:nvSpPr>
        <p:spPr bwMode="auto">
          <a:xfrm>
            <a:off x="4305300" y="2927350"/>
            <a:ext cx="5842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数据</a:t>
            </a:r>
            <a:endParaRPr lang="zh-CN" altLang="en-US">
              <a:solidFill>
                <a:srgbClr val="000000"/>
              </a:solidFill>
            </a:endParaRPr>
          </a:p>
        </p:txBody>
      </p:sp>
      <p:sp>
        <p:nvSpPr>
          <p:cNvPr id="438306" name="Rectangle 37"/>
          <p:cNvSpPr>
            <a:spLocks noChangeArrowheads="1"/>
          </p:cNvSpPr>
          <p:nvPr/>
        </p:nvSpPr>
        <p:spPr bwMode="auto">
          <a:xfrm>
            <a:off x="4305300" y="3275014"/>
            <a:ext cx="5842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问题</a:t>
            </a:r>
            <a:endParaRPr lang="zh-CN" altLang="en-US">
              <a:solidFill>
                <a:srgbClr val="000000"/>
              </a:solidFill>
            </a:endParaRPr>
          </a:p>
        </p:txBody>
      </p:sp>
      <p:sp>
        <p:nvSpPr>
          <p:cNvPr id="438307" name="Rectangle 38"/>
          <p:cNvSpPr>
            <a:spLocks noChangeArrowheads="1"/>
          </p:cNvSpPr>
          <p:nvPr/>
        </p:nvSpPr>
        <p:spPr bwMode="auto">
          <a:xfrm>
            <a:off x="4305300" y="3621089"/>
            <a:ext cx="5842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提问</a:t>
            </a:r>
            <a:endParaRPr lang="zh-CN" altLang="en-US">
              <a:solidFill>
                <a:srgbClr val="000000"/>
              </a:solidFill>
            </a:endParaRPr>
          </a:p>
        </p:txBody>
      </p:sp>
      <p:sp>
        <p:nvSpPr>
          <p:cNvPr id="438308" name="Rectangle 39"/>
          <p:cNvSpPr>
            <a:spLocks noChangeArrowheads="1"/>
          </p:cNvSpPr>
          <p:nvPr/>
        </p:nvSpPr>
        <p:spPr bwMode="auto">
          <a:xfrm>
            <a:off x="4189414" y="4165600"/>
            <a:ext cx="809625" cy="1157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8309" name="Rectangle 40"/>
          <p:cNvSpPr>
            <a:spLocks noChangeArrowheads="1"/>
          </p:cNvSpPr>
          <p:nvPr/>
        </p:nvSpPr>
        <p:spPr bwMode="auto">
          <a:xfrm>
            <a:off x="4305300" y="4275139"/>
            <a:ext cx="5842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知识</a:t>
            </a:r>
            <a:endParaRPr lang="zh-CN" altLang="en-US">
              <a:solidFill>
                <a:srgbClr val="000000"/>
              </a:solidFill>
            </a:endParaRPr>
          </a:p>
        </p:txBody>
      </p:sp>
      <p:sp>
        <p:nvSpPr>
          <p:cNvPr id="438310" name="Rectangle 41"/>
          <p:cNvSpPr>
            <a:spLocks noChangeArrowheads="1"/>
          </p:cNvSpPr>
          <p:nvPr/>
        </p:nvSpPr>
        <p:spPr bwMode="auto">
          <a:xfrm>
            <a:off x="4305300" y="4621214"/>
            <a:ext cx="5842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概念</a:t>
            </a:r>
            <a:endParaRPr lang="zh-CN" altLang="en-US">
              <a:solidFill>
                <a:srgbClr val="000000"/>
              </a:solidFill>
            </a:endParaRPr>
          </a:p>
        </p:txBody>
      </p:sp>
      <p:sp>
        <p:nvSpPr>
          <p:cNvPr id="438311" name="Rectangle 42"/>
          <p:cNvSpPr>
            <a:spLocks noChangeArrowheads="1"/>
          </p:cNvSpPr>
          <p:nvPr/>
        </p:nvSpPr>
        <p:spPr bwMode="auto">
          <a:xfrm>
            <a:off x="4305300" y="4967289"/>
            <a:ext cx="5842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解答</a:t>
            </a:r>
            <a:endParaRPr lang="zh-CN" altLang="en-US">
              <a:solidFill>
                <a:srgbClr val="000000"/>
              </a:solidFill>
            </a:endParaRPr>
          </a:p>
        </p:txBody>
      </p:sp>
      <p:sp>
        <p:nvSpPr>
          <p:cNvPr id="438312" name="Rectangle 43"/>
          <p:cNvSpPr>
            <a:spLocks noChangeArrowheads="1"/>
          </p:cNvSpPr>
          <p:nvPr/>
        </p:nvSpPr>
        <p:spPr bwMode="auto">
          <a:xfrm>
            <a:off x="7394575" y="3165476"/>
            <a:ext cx="1384300" cy="81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8313" name="Rectangle 44"/>
          <p:cNvSpPr>
            <a:spLocks noChangeArrowheads="1"/>
          </p:cNvSpPr>
          <p:nvPr/>
        </p:nvSpPr>
        <p:spPr bwMode="auto">
          <a:xfrm>
            <a:off x="7583488" y="3254375"/>
            <a:ext cx="8763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形式化</a:t>
            </a:r>
            <a:endParaRPr lang="zh-CN" altLang="en-US">
              <a:solidFill>
                <a:srgbClr val="000000"/>
              </a:solidFill>
            </a:endParaRPr>
          </a:p>
        </p:txBody>
      </p:sp>
      <p:sp>
        <p:nvSpPr>
          <p:cNvPr id="438314" name="Rectangle 45"/>
          <p:cNvSpPr>
            <a:spLocks noChangeArrowheads="1"/>
          </p:cNvSpPr>
          <p:nvPr/>
        </p:nvSpPr>
        <p:spPr bwMode="auto">
          <a:xfrm>
            <a:off x="7510463" y="3621089"/>
            <a:ext cx="11684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结构知识</a:t>
            </a:r>
            <a:endParaRPr lang="zh-CN" altLang="en-US">
              <a:solidFill>
                <a:srgbClr val="000000"/>
              </a:solidFill>
            </a:endParaRPr>
          </a:p>
        </p:txBody>
      </p:sp>
      <p:grpSp>
        <p:nvGrpSpPr>
          <p:cNvPr id="438315" name="Group 46"/>
          <p:cNvGrpSpPr/>
          <p:nvPr/>
        </p:nvGrpSpPr>
        <p:grpSpPr bwMode="auto">
          <a:xfrm>
            <a:off x="3654425" y="4008438"/>
            <a:ext cx="1822450" cy="125412"/>
            <a:chOff x="1342" y="2525"/>
            <a:chExt cx="1148" cy="79"/>
          </a:xfrm>
        </p:grpSpPr>
        <p:sp>
          <p:nvSpPr>
            <p:cNvPr id="438321" name="Line 47"/>
            <p:cNvSpPr>
              <a:spLocks noChangeShapeType="1"/>
            </p:cNvSpPr>
            <p:nvPr/>
          </p:nvSpPr>
          <p:spPr bwMode="auto">
            <a:xfrm>
              <a:off x="1342" y="2564"/>
              <a:ext cx="1072"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8322" name="Freeform 48"/>
            <p:cNvSpPr/>
            <p:nvPr/>
          </p:nvSpPr>
          <p:spPr bwMode="auto">
            <a:xfrm>
              <a:off x="2412" y="2525"/>
              <a:ext cx="78" cy="79"/>
            </a:xfrm>
            <a:custGeom>
              <a:avLst/>
              <a:gdLst>
                <a:gd name="T0" fmla="*/ 0 w 78"/>
                <a:gd name="T1" fmla="*/ 79 h 79"/>
                <a:gd name="T2" fmla="*/ 78 w 78"/>
                <a:gd name="T3" fmla="*/ 40 h 79"/>
                <a:gd name="T4" fmla="*/ 0 w 78"/>
                <a:gd name="T5" fmla="*/ 0 h 79"/>
                <a:gd name="T6" fmla="*/ 0 w 78"/>
                <a:gd name="T7" fmla="*/ 79 h 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8" h="79">
                  <a:moveTo>
                    <a:pt x="0" y="79"/>
                  </a:moveTo>
                  <a:lnTo>
                    <a:pt x="78" y="40"/>
                  </a:lnTo>
                  <a:lnTo>
                    <a:pt x="0" y="0"/>
                  </a:lnTo>
                  <a:lnTo>
                    <a:pt x="0" y="7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8316" name="Group 49"/>
          <p:cNvGrpSpPr/>
          <p:nvPr/>
        </p:nvGrpSpPr>
        <p:grpSpPr bwMode="auto">
          <a:xfrm>
            <a:off x="3654425" y="4200526"/>
            <a:ext cx="1822450" cy="125413"/>
            <a:chOff x="1342" y="2646"/>
            <a:chExt cx="1148" cy="79"/>
          </a:xfrm>
        </p:grpSpPr>
        <p:sp>
          <p:nvSpPr>
            <p:cNvPr id="438319" name="Line 50"/>
            <p:cNvSpPr>
              <a:spLocks noChangeShapeType="1"/>
            </p:cNvSpPr>
            <p:nvPr/>
          </p:nvSpPr>
          <p:spPr bwMode="auto">
            <a:xfrm flipH="1">
              <a:off x="1418" y="2685"/>
              <a:ext cx="1072"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8320" name="Freeform 51"/>
            <p:cNvSpPr/>
            <p:nvPr/>
          </p:nvSpPr>
          <p:spPr bwMode="auto">
            <a:xfrm>
              <a:off x="1342" y="2646"/>
              <a:ext cx="79" cy="79"/>
            </a:xfrm>
            <a:custGeom>
              <a:avLst/>
              <a:gdLst>
                <a:gd name="T0" fmla="*/ 79 w 79"/>
                <a:gd name="T1" fmla="*/ 0 h 79"/>
                <a:gd name="T2" fmla="*/ 0 w 79"/>
                <a:gd name="T3" fmla="*/ 40 h 79"/>
                <a:gd name="T4" fmla="*/ 79 w 79"/>
                <a:gd name="T5" fmla="*/ 79 h 79"/>
                <a:gd name="T6" fmla="*/ 79 w 79"/>
                <a:gd name="T7" fmla="*/ 0 h 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 h="79">
                  <a:moveTo>
                    <a:pt x="79" y="0"/>
                  </a:moveTo>
                  <a:lnTo>
                    <a:pt x="0" y="40"/>
                  </a:lnTo>
                  <a:lnTo>
                    <a:pt x="79" y="79"/>
                  </a:lnTo>
                  <a:lnTo>
                    <a:pt x="79"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sp>
        <p:nvSpPr>
          <p:cNvPr id="438317" name="Freeform 52"/>
          <p:cNvSpPr/>
          <p:nvPr/>
        </p:nvSpPr>
        <p:spPr bwMode="auto">
          <a:xfrm>
            <a:off x="7299326" y="4070350"/>
            <a:ext cx="1533525" cy="192088"/>
          </a:xfrm>
          <a:custGeom>
            <a:avLst/>
            <a:gdLst>
              <a:gd name="T0" fmla="*/ 1827114075 w 966"/>
              <a:gd name="T1" fmla="*/ 0 h 121"/>
              <a:gd name="T2" fmla="*/ 1827114075 w 966"/>
              <a:gd name="T3" fmla="*/ 75604884 h 121"/>
              <a:gd name="T4" fmla="*/ 0 w 966"/>
              <a:gd name="T5" fmla="*/ 75604884 h 121"/>
              <a:gd name="T6" fmla="*/ 0 w 966"/>
              <a:gd name="T7" fmla="*/ 229335609 h 121"/>
              <a:gd name="T8" fmla="*/ 1827114075 w 966"/>
              <a:gd name="T9" fmla="*/ 229335609 h 121"/>
              <a:gd name="T10" fmla="*/ 1827114075 w 966"/>
              <a:gd name="T11" fmla="*/ 304940494 h 121"/>
              <a:gd name="T12" fmla="*/ 2147483646 w 966"/>
              <a:gd name="T13" fmla="*/ 151209769 h 121"/>
              <a:gd name="T14" fmla="*/ 1827114075 w 966"/>
              <a:gd name="T15" fmla="*/ 0 h 12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66" h="121">
                <a:moveTo>
                  <a:pt x="725" y="0"/>
                </a:moveTo>
                <a:lnTo>
                  <a:pt x="725" y="30"/>
                </a:lnTo>
                <a:lnTo>
                  <a:pt x="0" y="30"/>
                </a:lnTo>
                <a:lnTo>
                  <a:pt x="0" y="91"/>
                </a:lnTo>
                <a:lnTo>
                  <a:pt x="725" y="91"/>
                </a:lnTo>
                <a:lnTo>
                  <a:pt x="725" y="121"/>
                </a:lnTo>
                <a:lnTo>
                  <a:pt x="966" y="60"/>
                </a:lnTo>
                <a:lnTo>
                  <a:pt x="725" y="0"/>
                </a:lnTo>
                <a:close/>
              </a:path>
            </a:pathLst>
          </a:custGeom>
          <a:noFill/>
          <a:ln w="1270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8318" name="Rectangle 53"/>
          <p:cNvSpPr>
            <a:spLocks noChangeArrowheads="1"/>
          </p:cNvSpPr>
          <p:nvPr/>
        </p:nvSpPr>
        <p:spPr bwMode="auto">
          <a:xfrm>
            <a:off x="4900614" y="5703888"/>
            <a:ext cx="3182937"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Tree>
  </p:cSld>
  <p:clrMapOvr>
    <a:masterClrMapping/>
  </p:clrMapOvr>
  <p:transition>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灯片编号占位符 1"/>
          <p:cNvSpPr>
            <a:spLocks noGrp="1"/>
          </p:cNvSpPr>
          <p:nvPr>
            <p:ph type="sldNum" sz="quarter" idx="10"/>
          </p:nvPr>
        </p:nvSpPr>
        <p:spPr/>
        <p:txBody>
          <a:bodyPr/>
          <a:lstStyle/>
          <a:p>
            <a:pPr fontAlgn="base">
              <a:spcBef>
                <a:spcPct val="0"/>
              </a:spcBef>
              <a:spcAft>
                <a:spcPct val="0"/>
              </a:spcAft>
              <a:defRPr/>
            </a:pPr>
            <a:fld id="{27A955EC-9ED5-41E9-878D-1E3788D484A7}" type="slidenum">
              <a:rPr lang="ja-JP" altLang="en-US">
                <a:latin typeface="Arial" panose="020B0604020202020204"/>
              </a:rPr>
            </a:fld>
            <a:endParaRPr lang="en-US" altLang="ja-JP">
              <a:latin typeface="Arial" panose="020B0604020202020204"/>
            </a:endParaRPr>
          </a:p>
        </p:txBody>
      </p:sp>
      <p:sp>
        <p:nvSpPr>
          <p:cNvPr id="439299" name="Rectangle 2"/>
          <p:cNvSpPr>
            <a:spLocks noChangeArrowheads="1"/>
          </p:cNvSpPr>
          <p:nvPr/>
        </p:nvSpPr>
        <p:spPr bwMode="auto">
          <a:xfrm>
            <a:off x="1524000" y="1"/>
            <a:ext cx="9144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530">
              <a:defRPr>
                <a:solidFill>
                  <a:schemeClr val="tx1"/>
                </a:solidFill>
                <a:latin typeface="Verdana" panose="020B0604030504040204" pitchFamily="34" charset="0"/>
                <a:ea typeface="宋体" panose="02010600030101010101" pitchFamily="2" charset="-122"/>
              </a:defRPr>
            </a:lvl1pPr>
            <a:lvl2pPr indent="176530">
              <a:defRPr>
                <a:solidFill>
                  <a:schemeClr val="tx1"/>
                </a:solidFill>
                <a:latin typeface="Verdana" panose="020B0604030504040204" pitchFamily="34" charset="0"/>
                <a:ea typeface="宋体" panose="02010600030101010101" pitchFamily="2" charset="-122"/>
              </a:defRPr>
            </a:lvl2pPr>
            <a:lvl3pPr indent="176530">
              <a:defRPr>
                <a:solidFill>
                  <a:schemeClr val="tx1"/>
                </a:solidFill>
                <a:latin typeface="Verdana" panose="020B0604030504040204" pitchFamily="34" charset="0"/>
                <a:ea typeface="宋体" panose="02010600030101010101" pitchFamily="2" charset="-122"/>
              </a:defRPr>
            </a:lvl3pPr>
            <a:lvl4pPr indent="176530">
              <a:defRPr>
                <a:solidFill>
                  <a:schemeClr val="tx1"/>
                </a:solidFill>
                <a:latin typeface="Verdana" panose="020B0604030504040204" pitchFamily="34" charset="0"/>
                <a:ea typeface="宋体" panose="02010600030101010101" pitchFamily="2" charset="-122"/>
              </a:defRPr>
            </a:lvl4pPr>
            <a:lvl5pPr indent="176530">
              <a:defRPr>
                <a:solidFill>
                  <a:schemeClr val="tx1"/>
                </a:solidFill>
                <a:latin typeface="Verdana" panose="020B0604030504040204" pitchFamily="34" charset="0"/>
                <a:ea typeface="宋体" panose="02010600030101010101" pitchFamily="2" charset="-122"/>
              </a:defRPr>
            </a:lvl5pPr>
            <a:lvl6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4200">
                <a:solidFill>
                  <a:srgbClr val="FFFFFF"/>
                </a:solidFill>
                <a:latin typeface="Times New Roman" panose="02020603050405020304" pitchFamily="18" charset="0"/>
                <a:ea typeface="黑体" panose="02010609060101010101" pitchFamily="49" charset="-122"/>
              </a:rPr>
              <a:t>10.4  </a:t>
            </a:r>
            <a:r>
              <a:rPr lang="zh-CN" altLang="en-US" sz="4200">
                <a:solidFill>
                  <a:srgbClr val="FFFFFF"/>
                </a:solidFill>
                <a:latin typeface="Times New Roman" panose="02020603050405020304" pitchFamily="18" charset="0"/>
                <a:ea typeface="黑体" panose="02010609060101010101" pitchFamily="49" charset="-122"/>
              </a:rPr>
              <a:t>知识获取的主要过程与模式</a:t>
            </a:r>
            <a:endParaRPr lang="zh-CN" altLang="en-US" sz="4200">
              <a:solidFill>
                <a:srgbClr val="FFFFFF"/>
              </a:solidFill>
              <a:latin typeface="Times New Roman" panose="02020603050405020304" pitchFamily="18" charset="0"/>
              <a:ea typeface="黑体" panose="02010609060101010101" pitchFamily="49" charset="-122"/>
            </a:endParaRPr>
          </a:p>
        </p:txBody>
      </p:sp>
      <p:sp>
        <p:nvSpPr>
          <p:cNvPr id="439300" name="Text Box 3"/>
          <p:cNvSpPr txBox="1">
            <a:spLocks noChangeArrowheads="1"/>
          </p:cNvSpPr>
          <p:nvPr/>
        </p:nvSpPr>
        <p:spPr bwMode="auto">
          <a:xfrm>
            <a:off x="1889126" y="990600"/>
            <a:ext cx="8321675" cy="1210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lnSpc>
                <a:spcPct val="140000"/>
              </a:lnSpc>
              <a:spcBef>
                <a:spcPct val="0"/>
              </a:spcBef>
              <a:spcAft>
                <a:spcPct val="0"/>
              </a:spcAft>
            </a:pPr>
            <a:r>
              <a:rPr lang="en-US" altLang="zh-CN" sz="2600" b="1">
                <a:solidFill>
                  <a:srgbClr val="000000"/>
                </a:solidFill>
                <a:latin typeface="Times New Roman" panose="02020603050405020304" pitchFamily="18" charset="0"/>
              </a:rPr>
              <a:t>10.4.2  </a:t>
            </a:r>
            <a:r>
              <a:rPr lang="zh-CN" altLang="en-US" sz="2600" b="1">
                <a:solidFill>
                  <a:srgbClr val="000000"/>
                </a:solidFill>
                <a:latin typeface="Times New Roman" panose="02020603050405020304" pitchFamily="18" charset="0"/>
              </a:rPr>
              <a:t>知识获取的模式</a:t>
            </a:r>
            <a:endParaRPr lang="zh-CN" altLang="en-US" sz="2600" b="1">
              <a:solidFill>
                <a:srgbClr val="000000"/>
              </a:solidFill>
              <a:latin typeface="Times New Roman" panose="02020603050405020304" pitchFamily="18" charset="0"/>
            </a:endParaRPr>
          </a:p>
          <a:p>
            <a:pPr fontAlgn="base">
              <a:lnSpc>
                <a:spcPct val="140000"/>
              </a:lnSpc>
              <a:spcBef>
                <a:spcPct val="0"/>
              </a:spcBef>
              <a:spcAft>
                <a:spcPct val="0"/>
              </a:spcAft>
            </a:pPr>
            <a:r>
              <a:rPr lang="zh-CN" altLang="en-US" sz="2600" b="1">
                <a:solidFill>
                  <a:srgbClr val="000000"/>
                </a:solidFill>
                <a:latin typeface="Times New Roman" panose="02020603050405020304" pitchFamily="18" charset="0"/>
              </a:rPr>
              <a:t>非自动知识获取、自动知识获取、半自动知识获取。</a:t>
            </a:r>
            <a:endParaRPr lang="zh-CN" altLang="en-US" sz="2600" b="1">
              <a:solidFill>
                <a:srgbClr val="000000"/>
              </a:solidFill>
              <a:latin typeface="Times New Roman" panose="02020603050405020304" pitchFamily="18" charset="0"/>
            </a:endParaRPr>
          </a:p>
        </p:txBody>
      </p:sp>
      <p:sp>
        <p:nvSpPr>
          <p:cNvPr id="439301" name="AutoShape 4"/>
          <p:cNvSpPr>
            <a:spLocks noChangeAspect="1" noChangeArrowheads="1" noTextEdit="1"/>
          </p:cNvSpPr>
          <p:nvPr/>
        </p:nvSpPr>
        <p:spPr bwMode="auto">
          <a:xfrm>
            <a:off x="2286000" y="2209801"/>
            <a:ext cx="7467600" cy="203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9302" name="Rectangle 5"/>
          <p:cNvSpPr>
            <a:spLocks noChangeArrowheads="1"/>
          </p:cNvSpPr>
          <p:nvPr/>
        </p:nvSpPr>
        <p:spPr bwMode="auto">
          <a:xfrm>
            <a:off x="4529139" y="2378075"/>
            <a:ext cx="1360487" cy="793750"/>
          </a:xfrm>
          <a:prstGeom prst="rect">
            <a:avLst/>
          </a:prstGeom>
          <a:noFill/>
          <a:ln w="11113">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9303" name="Rectangle 6"/>
          <p:cNvSpPr>
            <a:spLocks noChangeArrowheads="1"/>
          </p:cNvSpPr>
          <p:nvPr/>
        </p:nvSpPr>
        <p:spPr bwMode="auto">
          <a:xfrm>
            <a:off x="4956176" y="2468563"/>
            <a:ext cx="2821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200">
                <a:solidFill>
                  <a:srgbClr val="000000"/>
                </a:solidFill>
                <a:latin typeface="宋体" panose="02010600030101010101" pitchFamily="2" charset="-122"/>
              </a:rPr>
              <a:t>知</a:t>
            </a:r>
            <a:endParaRPr lang="zh-CN" altLang="en-US">
              <a:solidFill>
                <a:srgbClr val="000000"/>
              </a:solidFill>
            </a:endParaRPr>
          </a:p>
        </p:txBody>
      </p:sp>
      <p:sp>
        <p:nvSpPr>
          <p:cNvPr id="439304" name="Rectangle 7"/>
          <p:cNvSpPr>
            <a:spLocks noChangeArrowheads="1"/>
          </p:cNvSpPr>
          <p:nvPr/>
        </p:nvSpPr>
        <p:spPr bwMode="auto">
          <a:xfrm>
            <a:off x="5337176" y="2468563"/>
            <a:ext cx="2821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200">
                <a:solidFill>
                  <a:srgbClr val="000000"/>
                </a:solidFill>
                <a:latin typeface="宋体" panose="02010600030101010101" pitchFamily="2" charset="-122"/>
              </a:rPr>
              <a:t>识</a:t>
            </a:r>
            <a:endParaRPr lang="zh-CN" altLang="en-US">
              <a:solidFill>
                <a:srgbClr val="000000"/>
              </a:solidFill>
            </a:endParaRPr>
          </a:p>
        </p:txBody>
      </p:sp>
      <p:sp>
        <p:nvSpPr>
          <p:cNvPr id="439305" name="Rectangle 8"/>
          <p:cNvSpPr>
            <a:spLocks noChangeArrowheads="1"/>
          </p:cNvSpPr>
          <p:nvPr/>
        </p:nvSpPr>
        <p:spPr bwMode="auto">
          <a:xfrm>
            <a:off x="4827589" y="2801938"/>
            <a:ext cx="2821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200">
                <a:solidFill>
                  <a:srgbClr val="000000"/>
                </a:solidFill>
                <a:latin typeface="宋体" panose="02010600030101010101" pitchFamily="2" charset="-122"/>
              </a:rPr>
              <a:t>工</a:t>
            </a:r>
            <a:endParaRPr lang="zh-CN" altLang="en-US">
              <a:solidFill>
                <a:srgbClr val="000000"/>
              </a:solidFill>
            </a:endParaRPr>
          </a:p>
        </p:txBody>
      </p:sp>
      <p:sp>
        <p:nvSpPr>
          <p:cNvPr id="439306" name="Rectangle 9"/>
          <p:cNvSpPr>
            <a:spLocks noChangeArrowheads="1"/>
          </p:cNvSpPr>
          <p:nvPr/>
        </p:nvSpPr>
        <p:spPr bwMode="auto">
          <a:xfrm>
            <a:off x="5146676" y="2801938"/>
            <a:ext cx="2821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200">
                <a:solidFill>
                  <a:srgbClr val="000000"/>
                </a:solidFill>
                <a:latin typeface="宋体" panose="02010600030101010101" pitchFamily="2" charset="-122"/>
              </a:rPr>
              <a:t>程</a:t>
            </a:r>
            <a:endParaRPr lang="zh-CN" altLang="en-US">
              <a:solidFill>
                <a:srgbClr val="000000"/>
              </a:solidFill>
            </a:endParaRPr>
          </a:p>
        </p:txBody>
      </p:sp>
      <p:sp>
        <p:nvSpPr>
          <p:cNvPr id="439307" name="Rectangle 10"/>
          <p:cNvSpPr>
            <a:spLocks noChangeArrowheads="1"/>
          </p:cNvSpPr>
          <p:nvPr/>
        </p:nvSpPr>
        <p:spPr bwMode="auto">
          <a:xfrm>
            <a:off x="5465764" y="2801938"/>
            <a:ext cx="2821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200">
                <a:solidFill>
                  <a:srgbClr val="000000"/>
                </a:solidFill>
                <a:latin typeface="宋体" panose="02010600030101010101" pitchFamily="2" charset="-122"/>
              </a:rPr>
              <a:t>师</a:t>
            </a:r>
            <a:endParaRPr lang="zh-CN" altLang="en-US">
              <a:solidFill>
                <a:srgbClr val="000000"/>
              </a:solidFill>
            </a:endParaRPr>
          </a:p>
        </p:txBody>
      </p:sp>
      <p:sp>
        <p:nvSpPr>
          <p:cNvPr id="439308" name="Rectangle 11"/>
          <p:cNvSpPr>
            <a:spLocks noChangeArrowheads="1"/>
          </p:cNvSpPr>
          <p:nvPr/>
        </p:nvSpPr>
        <p:spPr bwMode="auto">
          <a:xfrm>
            <a:off x="6567489" y="2378075"/>
            <a:ext cx="1360487" cy="793750"/>
          </a:xfrm>
          <a:prstGeom prst="rect">
            <a:avLst/>
          </a:prstGeom>
          <a:noFill/>
          <a:ln w="11113">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9309" name="Rectangle 12"/>
          <p:cNvSpPr>
            <a:spLocks noChangeArrowheads="1"/>
          </p:cNvSpPr>
          <p:nvPr/>
        </p:nvSpPr>
        <p:spPr bwMode="auto">
          <a:xfrm>
            <a:off x="6992939" y="2468563"/>
            <a:ext cx="2821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200">
                <a:solidFill>
                  <a:srgbClr val="000000"/>
                </a:solidFill>
                <a:latin typeface="宋体" panose="02010600030101010101" pitchFamily="2" charset="-122"/>
              </a:rPr>
              <a:t>知</a:t>
            </a:r>
            <a:endParaRPr lang="zh-CN" altLang="en-US">
              <a:solidFill>
                <a:srgbClr val="000000"/>
              </a:solidFill>
            </a:endParaRPr>
          </a:p>
        </p:txBody>
      </p:sp>
      <p:sp>
        <p:nvSpPr>
          <p:cNvPr id="439310" name="Rectangle 13"/>
          <p:cNvSpPr>
            <a:spLocks noChangeArrowheads="1"/>
          </p:cNvSpPr>
          <p:nvPr/>
        </p:nvSpPr>
        <p:spPr bwMode="auto">
          <a:xfrm>
            <a:off x="7312026" y="2468563"/>
            <a:ext cx="2821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200">
                <a:solidFill>
                  <a:srgbClr val="000000"/>
                </a:solidFill>
                <a:latin typeface="宋体" panose="02010600030101010101" pitchFamily="2" charset="-122"/>
              </a:rPr>
              <a:t>识</a:t>
            </a:r>
            <a:endParaRPr lang="zh-CN" altLang="en-US">
              <a:solidFill>
                <a:srgbClr val="000000"/>
              </a:solidFill>
            </a:endParaRPr>
          </a:p>
        </p:txBody>
      </p:sp>
      <p:sp>
        <p:nvSpPr>
          <p:cNvPr id="439311" name="Rectangle 14"/>
          <p:cNvSpPr>
            <a:spLocks noChangeArrowheads="1"/>
          </p:cNvSpPr>
          <p:nvPr/>
        </p:nvSpPr>
        <p:spPr bwMode="auto">
          <a:xfrm>
            <a:off x="6865939" y="2801938"/>
            <a:ext cx="2821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200">
                <a:solidFill>
                  <a:srgbClr val="000000"/>
                </a:solidFill>
                <a:latin typeface="宋体" panose="02010600030101010101" pitchFamily="2" charset="-122"/>
              </a:rPr>
              <a:t>编</a:t>
            </a:r>
            <a:endParaRPr lang="zh-CN" altLang="en-US">
              <a:solidFill>
                <a:srgbClr val="000000"/>
              </a:solidFill>
            </a:endParaRPr>
          </a:p>
        </p:txBody>
      </p:sp>
      <p:sp>
        <p:nvSpPr>
          <p:cNvPr id="439312" name="Rectangle 15"/>
          <p:cNvSpPr>
            <a:spLocks noChangeArrowheads="1"/>
          </p:cNvSpPr>
          <p:nvPr/>
        </p:nvSpPr>
        <p:spPr bwMode="auto">
          <a:xfrm>
            <a:off x="7185026" y="2801938"/>
            <a:ext cx="56425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200">
                <a:solidFill>
                  <a:srgbClr val="000000"/>
                </a:solidFill>
                <a:latin typeface="宋体" panose="02010600030101010101" pitchFamily="2" charset="-122"/>
              </a:rPr>
              <a:t>辑器</a:t>
            </a:r>
            <a:endParaRPr lang="zh-CN" altLang="en-US">
              <a:solidFill>
                <a:srgbClr val="000000"/>
              </a:solidFill>
            </a:endParaRPr>
          </a:p>
        </p:txBody>
      </p:sp>
      <p:sp>
        <p:nvSpPr>
          <p:cNvPr id="439313" name="Rectangle 16"/>
          <p:cNvSpPr>
            <a:spLocks noChangeArrowheads="1"/>
          </p:cNvSpPr>
          <p:nvPr/>
        </p:nvSpPr>
        <p:spPr bwMode="auto">
          <a:xfrm>
            <a:off x="8689976" y="2470151"/>
            <a:ext cx="1046163" cy="460375"/>
          </a:xfrm>
          <a:prstGeom prst="rect">
            <a:avLst/>
          </a:prstGeom>
          <a:noFill/>
          <a:ln w="11113">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9314" name="Rectangle 17"/>
          <p:cNvSpPr>
            <a:spLocks noChangeArrowheads="1"/>
          </p:cNvSpPr>
          <p:nvPr/>
        </p:nvSpPr>
        <p:spPr bwMode="auto">
          <a:xfrm>
            <a:off x="8839200" y="2514600"/>
            <a:ext cx="84638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200">
                <a:solidFill>
                  <a:srgbClr val="000000"/>
                </a:solidFill>
                <a:latin typeface="宋体" panose="02010600030101010101" pitchFamily="2" charset="-122"/>
              </a:rPr>
              <a:t>知识库</a:t>
            </a:r>
            <a:endParaRPr lang="zh-CN" altLang="en-US">
              <a:solidFill>
                <a:srgbClr val="000000"/>
              </a:solidFill>
            </a:endParaRPr>
          </a:p>
        </p:txBody>
      </p:sp>
      <p:sp>
        <p:nvSpPr>
          <p:cNvPr id="439315" name="Rectangle 18"/>
          <p:cNvSpPr>
            <a:spLocks noChangeArrowheads="1"/>
          </p:cNvSpPr>
          <p:nvPr/>
        </p:nvSpPr>
        <p:spPr bwMode="auto">
          <a:xfrm>
            <a:off x="2286000" y="2395539"/>
            <a:ext cx="1225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9316" name="Rectangle 19"/>
          <p:cNvSpPr>
            <a:spLocks noChangeArrowheads="1"/>
          </p:cNvSpPr>
          <p:nvPr/>
        </p:nvSpPr>
        <p:spPr bwMode="auto">
          <a:xfrm>
            <a:off x="2286000" y="2438400"/>
            <a:ext cx="112851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200">
                <a:solidFill>
                  <a:srgbClr val="000000"/>
                </a:solidFill>
                <a:latin typeface="宋体" panose="02010600030101010101" pitchFamily="2" charset="-122"/>
              </a:rPr>
              <a:t>科技文献</a:t>
            </a:r>
            <a:endParaRPr lang="zh-CN" altLang="en-US">
              <a:solidFill>
                <a:srgbClr val="000000"/>
              </a:solidFill>
            </a:endParaRPr>
          </a:p>
        </p:txBody>
      </p:sp>
      <p:sp>
        <p:nvSpPr>
          <p:cNvPr id="439317" name="Rectangle 20"/>
          <p:cNvSpPr>
            <a:spLocks noChangeArrowheads="1"/>
          </p:cNvSpPr>
          <p:nvPr/>
        </p:nvSpPr>
        <p:spPr bwMode="auto">
          <a:xfrm>
            <a:off x="2286000" y="2747964"/>
            <a:ext cx="1225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9318" name="Rectangle 21"/>
          <p:cNvSpPr>
            <a:spLocks noChangeArrowheads="1"/>
          </p:cNvSpPr>
          <p:nvPr/>
        </p:nvSpPr>
        <p:spPr bwMode="auto">
          <a:xfrm>
            <a:off x="2286000" y="2819400"/>
            <a:ext cx="112851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200">
                <a:solidFill>
                  <a:srgbClr val="000000"/>
                </a:solidFill>
                <a:latin typeface="宋体" panose="02010600030101010101" pitchFamily="2" charset="-122"/>
              </a:rPr>
              <a:t>领域专家</a:t>
            </a:r>
            <a:endParaRPr lang="zh-CN" altLang="en-US">
              <a:solidFill>
                <a:srgbClr val="000000"/>
              </a:solidFill>
            </a:endParaRPr>
          </a:p>
        </p:txBody>
      </p:sp>
      <p:sp>
        <p:nvSpPr>
          <p:cNvPr id="439319" name="Rectangle 22"/>
          <p:cNvSpPr>
            <a:spLocks noChangeArrowheads="1"/>
          </p:cNvSpPr>
          <p:nvPr/>
        </p:nvSpPr>
        <p:spPr bwMode="auto">
          <a:xfrm>
            <a:off x="3559175" y="2209801"/>
            <a:ext cx="717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9320" name="Rectangle 23"/>
          <p:cNvSpPr>
            <a:spLocks noChangeArrowheads="1"/>
          </p:cNvSpPr>
          <p:nvPr/>
        </p:nvSpPr>
        <p:spPr bwMode="auto">
          <a:xfrm>
            <a:off x="3662364" y="2312988"/>
            <a:ext cx="56425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200">
                <a:solidFill>
                  <a:srgbClr val="000000"/>
                </a:solidFill>
                <a:latin typeface="宋体" panose="02010600030101010101" pitchFamily="2" charset="-122"/>
              </a:rPr>
              <a:t>阅读</a:t>
            </a:r>
            <a:endParaRPr lang="zh-CN" altLang="en-US">
              <a:solidFill>
                <a:srgbClr val="000000"/>
              </a:solidFill>
            </a:endParaRPr>
          </a:p>
        </p:txBody>
      </p:sp>
      <p:sp>
        <p:nvSpPr>
          <p:cNvPr id="439321" name="Rectangle 24"/>
          <p:cNvSpPr>
            <a:spLocks noChangeArrowheads="1"/>
          </p:cNvSpPr>
          <p:nvPr/>
        </p:nvSpPr>
        <p:spPr bwMode="auto">
          <a:xfrm>
            <a:off x="3595688" y="2933701"/>
            <a:ext cx="715962"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9322" name="Rectangle 25"/>
          <p:cNvSpPr>
            <a:spLocks noChangeArrowheads="1"/>
          </p:cNvSpPr>
          <p:nvPr/>
        </p:nvSpPr>
        <p:spPr bwMode="auto">
          <a:xfrm>
            <a:off x="3697289" y="3038475"/>
            <a:ext cx="56425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200">
                <a:solidFill>
                  <a:srgbClr val="000000"/>
                </a:solidFill>
                <a:latin typeface="宋体" panose="02010600030101010101" pitchFamily="2" charset="-122"/>
              </a:rPr>
              <a:t>对话</a:t>
            </a:r>
            <a:endParaRPr lang="zh-CN" altLang="en-US">
              <a:solidFill>
                <a:srgbClr val="000000"/>
              </a:solidFill>
            </a:endParaRPr>
          </a:p>
        </p:txBody>
      </p:sp>
      <p:grpSp>
        <p:nvGrpSpPr>
          <p:cNvPr id="439323" name="Group 26"/>
          <p:cNvGrpSpPr/>
          <p:nvPr/>
        </p:nvGrpSpPr>
        <p:grpSpPr bwMode="auto">
          <a:xfrm>
            <a:off x="3425826" y="2595564"/>
            <a:ext cx="1103313" cy="122237"/>
            <a:chOff x="1198" y="1635"/>
            <a:chExt cx="695" cy="77"/>
          </a:xfrm>
        </p:grpSpPr>
        <p:sp>
          <p:nvSpPr>
            <p:cNvPr id="439434" name="Line 27"/>
            <p:cNvSpPr>
              <a:spLocks noChangeShapeType="1"/>
            </p:cNvSpPr>
            <p:nvPr/>
          </p:nvSpPr>
          <p:spPr bwMode="auto">
            <a:xfrm>
              <a:off x="1198" y="1673"/>
              <a:ext cx="628" cy="1"/>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9435" name="Freeform 28"/>
            <p:cNvSpPr/>
            <p:nvPr/>
          </p:nvSpPr>
          <p:spPr bwMode="auto">
            <a:xfrm>
              <a:off x="1824" y="1635"/>
              <a:ext cx="69" cy="77"/>
            </a:xfrm>
            <a:custGeom>
              <a:avLst/>
              <a:gdLst>
                <a:gd name="T0" fmla="*/ 0 w 69"/>
                <a:gd name="T1" fmla="*/ 77 h 77"/>
                <a:gd name="T2" fmla="*/ 69 w 69"/>
                <a:gd name="T3" fmla="*/ 39 h 77"/>
                <a:gd name="T4" fmla="*/ 0 w 69"/>
                <a:gd name="T5" fmla="*/ 0 h 77"/>
                <a:gd name="T6" fmla="*/ 0 w 69"/>
                <a:gd name="T7" fmla="*/ 77 h 7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9" h="77">
                  <a:moveTo>
                    <a:pt x="0" y="77"/>
                  </a:moveTo>
                  <a:lnTo>
                    <a:pt x="69" y="39"/>
                  </a:lnTo>
                  <a:lnTo>
                    <a:pt x="0" y="0"/>
                  </a:lnTo>
                  <a:lnTo>
                    <a:pt x="0" y="7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9324" name="Group 29"/>
          <p:cNvGrpSpPr/>
          <p:nvPr/>
        </p:nvGrpSpPr>
        <p:grpSpPr bwMode="auto">
          <a:xfrm>
            <a:off x="3425826" y="2967038"/>
            <a:ext cx="1103313" cy="120650"/>
            <a:chOff x="1198" y="1869"/>
            <a:chExt cx="695" cy="76"/>
          </a:xfrm>
        </p:grpSpPr>
        <p:sp>
          <p:nvSpPr>
            <p:cNvPr id="439431" name="Line 30"/>
            <p:cNvSpPr>
              <a:spLocks noChangeShapeType="1"/>
            </p:cNvSpPr>
            <p:nvPr/>
          </p:nvSpPr>
          <p:spPr bwMode="auto">
            <a:xfrm flipH="1">
              <a:off x="1265" y="1906"/>
              <a:ext cx="561" cy="1"/>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9432" name="Freeform 31"/>
            <p:cNvSpPr/>
            <p:nvPr/>
          </p:nvSpPr>
          <p:spPr bwMode="auto">
            <a:xfrm>
              <a:off x="1824" y="1869"/>
              <a:ext cx="69" cy="76"/>
            </a:xfrm>
            <a:custGeom>
              <a:avLst/>
              <a:gdLst>
                <a:gd name="T0" fmla="*/ 0 w 69"/>
                <a:gd name="T1" fmla="*/ 76 h 76"/>
                <a:gd name="T2" fmla="*/ 69 w 69"/>
                <a:gd name="T3" fmla="*/ 39 h 76"/>
                <a:gd name="T4" fmla="*/ 0 w 69"/>
                <a:gd name="T5" fmla="*/ 0 h 76"/>
                <a:gd name="T6" fmla="*/ 0 w 69"/>
                <a:gd name="T7" fmla="*/ 76 h 7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9" h="76">
                  <a:moveTo>
                    <a:pt x="0" y="76"/>
                  </a:moveTo>
                  <a:lnTo>
                    <a:pt x="69" y="39"/>
                  </a:lnTo>
                  <a:lnTo>
                    <a:pt x="0" y="0"/>
                  </a:lnTo>
                  <a:lnTo>
                    <a:pt x="0" y="7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9433" name="Freeform 32"/>
            <p:cNvSpPr/>
            <p:nvPr/>
          </p:nvSpPr>
          <p:spPr bwMode="auto">
            <a:xfrm>
              <a:off x="1198" y="1869"/>
              <a:ext cx="70" cy="76"/>
            </a:xfrm>
            <a:custGeom>
              <a:avLst/>
              <a:gdLst>
                <a:gd name="T0" fmla="*/ 70 w 70"/>
                <a:gd name="T1" fmla="*/ 0 h 76"/>
                <a:gd name="T2" fmla="*/ 0 w 70"/>
                <a:gd name="T3" fmla="*/ 39 h 76"/>
                <a:gd name="T4" fmla="*/ 70 w 70"/>
                <a:gd name="T5" fmla="*/ 76 h 76"/>
                <a:gd name="T6" fmla="*/ 70 w 70"/>
                <a:gd name="T7" fmla="*/ 0 h 7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0" h="76">
                  <a:moveTo>
                    <a:pt x="70" y="0"/>
                  </a:moveTo>
                  <a:lnTo>
                    <a:pt x="0" y="39"/>
                  </a:lnTo>
                  <a:lnTo>
                    <a:pt x="70" y="76"/>
                  </a:lnTo>
                  <a:lnTo>
                    <a:pt x="7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9325" name="Group 33"/>
          <p:cNvGrpSpPr/>
          <p:nvPr/>
        </p:nvGrpSpPr>
        <p:grpSpPr bwMode="auto">
          <a:xfrm>
            <a:off x="5888038" y="2689225"/>
            <a:ext cx="679450" cy="120650"/>
            <a:chOff x="2749" y="1694"/>
            <a:chExt cx="428" cy="76"/>
          </a:xfrm>
        </p:grpSpPr>
        <p:sp>
          <p:nvSpPr>
            <p:cNvPr id="439429" name="Line 34"/>
            <p:cNvSpPr>
              <a:spLocks noChangeShapeType="1"/>
            </p:cNvSpPr>
            <p:nvPr/>
          </p:nvSpPr>
          <p:spPr bwMode="auto">
            <a:xfrm>
              <a:off x="2749" y="1731"/>
              <a:ext cx="361" cy="1"/>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9430" name="Freeform 35"/>
            <p:cNvSpPr/>
            <p:nvPr/>
          </p:nvSpPr>
          <p:spPr bwMode="auto">
            <a:xfrm>
              <a:off x="3108" y="1694"/>
              <a:ext cx="69" cy="76"/>
            </a:xfrm>
            <a:custGeom>
              <a:avLst/>
              <a:gdLst>
                <a:gd name="T0" fmla="*/ 0 w 69"/>
                <a:gd name="T1" fmla="*/ 76 h 76"/>
                <a:gd name="T2" fmla="*/ 69 w 69"/>
                <a:gd name="T3" fmla="*/ 39 h 76"/>
                <a:gd name="T4" fmla="*/ 0 w 69"/>
                <a:gd name="T5" fmla="*/ 0 h 76"/>
                <a:gd name="T6" fmla="*/ 0 w 69"/>
                <a:gd name="T7" fmla="*/ 76 h 7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9" h="76">
                  <a:moveTo>
                    <a:pt x="0" y="76"/>
                  </a:moveTo>
                  <a:lnTo>
                    <a:pt x="69" y="39"/>
                  </a:lnTo>
                  <a:lnTo>
                    <a:pt x="0" y="0"/>
                  </a:lnTo>
                  <a:lnTo>
                    <a:pt x="0" y="7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9326" name="Group 36"/>
          <p:cNvGrpSpPr/>
          <p:nvPr/>
        </p:nvGrpSpPr>
        <p:grpSpPr bwMode="auto">
          <a:xfrm>
            <a:off x="7926388" y="2689225"/>
            <a:ext cx="679450" cy="120650"/>
            <a:chOff x="4033" y="1694"/>
            <a:chExt cx="428" cy="76"/>
          </a:xfrm>
        </p:grpSpPr>
        <p:sp>
          <p:nvSpPr>
            <p:cNvPr id="439427" name="Line 37"/>
            <p:cNvSpPr>
              <a:spLocks noChangeShapeType="1"/>
            </p:cNvSpPr>
            <p:nvPr/>
          </p:nvSpPr>
          <p:spPr bwMode="auto">
            <a:xfrm>
              <a:off x="4033" y="1731"/>
              <a:ext cx="361" cy="1"/>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9428" name="Freeform 38"/>
            <p:cNvSpPr/>
            <p:nvPr/>
          </p:nvSpPr>
          <p:spPr bwMode="auto">
            <a:xfrm>
              <a:off x="4392" y="1694"/>
              <a:ext cx="69" cy="76"/>
            </a:xfrm>
            <a:custGeom>
              <a:avLst/>
              <a:gdLst>
                <a:gd name="T0" fmla="*/ 0 w 69"/>
                <a:gd name="T1" fmla="*/ 76 h 76"/>
                <a:gd name="T2" fmla="*/ 69 w 69"/>
                <a:gd name="T3" fmla="*/ 39 h 76"/>
                <a:gd name="T4" fmla="*/ 0 w 69"/>
                <a:gd name="T5" fmla="*/ 0 h 76"/>
                <a:gd name="T6" fmla="*/ 0 w 69"/>
                <a:gd name="T7" fmla="*/ 76 h 7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9" h="76">
                  <a:moveTo>
                    <a:pt x="0" y="76"/>
                  </a:moveTo>
                  <a:lnTo>
                    <a:pt x="69" y="39"/>
                  </a:lnTo>
                  <a:lnTo>
                    <a:pt x="0" y="0"/>
                  </a:lnTo>
                  <a:lnTo>
                    <a:pt x="0" y="7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sp>
        <p:nvSpPr>
          <p:cNvPr id="439327" name="Rectangle 39"/>
          <p:cNvSpPr>
            <a:spLocks noChangeArrowheads="1"/>
          </p:cNvSpPr>
          <p:nvPr/>
        </p:nvSpPr>
        <p:spPr bwMode="auto">
          <a:xfrm>
            <a:off x="4614863" y="3784601"/>
            <a:ext cx="3008312"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9328" name="Rectangle 40"/>
          <p:cNvSpPr>
            <a:spLocks noChangeArrowheads="1"/>
          </p:cNvSpPr>
          <p:nvPr/>
        </p:nvSpPr>
        <p:spPr bwMode="auto">
          <a:xfrm>
            <a:off x="4572000" y="3475038"/>
            <a:ext cx="226985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200" b="1">
                <a:solidFill>
                  <a:srgbClr val="000000"/>
                </a:solidFill>
                <a:latin typeface="宋体" panose="02010600030101010101" pitchFamily="2" charset="-122"/>
              </a:rPr>
              <a:t>非自动化知识获取</a:t>
            </a:r>
            <a:endParaRPr lang="zh-CN" altLang="en-US" b="1">
              <a:solidFill>
                <a:srgbClr val="000000"/>
              </a:solidFill>
            </a:endParaRPr>
          </a:p>
        </p:txBody>
      </p:sp>
      <p:sp>
        <p:nvSpPr>
          <p:cNvPr id="439329" name="Rectangle 41"/>
          <p:cNvSpPr>
            <a:spLocks noChangeArrowheads="1"/>
          </p:cNvSpPr>
          <p:nvPr/>
        </p:nvSpPr>
        <p:spPr bwMode="auto">
          <a:xfrm>
            <a:off x="4529139" y="2378075"/>
            <a:ext cx="1360487" cy="793750"/>
          </a:xfrm>
          <a:prstGeom prst="rect">
            <a:avLst/>
          </a:prstGeom>
          <a:noFill/>
          <a:ln w="11113">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9330" name="Rectangle 42"/>
          <p:cNvSpPr>
            <a:spLocks noChangeArrowheads="1"/>
          </p:cNvSpPr>
          <p:nvPr/>
        </p:nvSpPr>
        <p:spPr bwMode="auto">
          <a:xfrm>
            <a:off x="4956176" y="2468563"/>
            <a:ext cx="2821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200">
                <a:solidFill>
                  <a:srgbClr val="000000"/>
                </a:solidFill>
                <a:latin typeface="宋体" panose="02010600030101010101" pitchFamily="2" charset="-122"/>
              </a:rPr>
              <a:t>知</a:t>
            </a:r>
            <a:endParaRPr lang="zh-CN" altLang="en-US">
              <a:solidFill>
                <a:srgbClr val="000000"/>
              </a:solidFill>
            </a:endParaRPr>
          </a:p>
        </p:txBody>
      </p:sp>
      <p:sp>
        <p:nvSpPr>
          <p:cNvPr id="439331" name="Rectangle 43"/>
          <p:cNvSpPr>
            <a:spLocks noChangeArrowheads="1"/>
          </p:cNvSpPr>
          <p:nvPr/>
        </p:nvSpPr>
        <p:spPr bwMode="auto">
          <a:xfrm>
            <a:off x="5337176" y="2468563"/>
            <a:ext cx="2821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200">
                <a:solidFill>
                  <a:srgbClr val="000000"/>
                </a:solidFill>
                <a:latin typeface="宋体" panose="02010600030101010101" pitchFamily="2" charset="-122"/>
              </a:rPr>
              <a:t>识</a:t>
            </a:r>
            <a:endParaRPr lang="zh-CN" altLang="en-US">
              <a:solidFill>
                <a:srgbClr val="000000"/>
              </a:solidFill>
            </a:endParaRPr>
          </a:p>
        </p:txBody>
      </p:sp>
      <p:sp>
        <p:nvSpPr>
          <p:cNvPr id="439332" name="Rectangle 44"/>
          <p:cNvSpPr>
            <a:spLocks noChangeArrowheads="1"/>
          </p:cNvSpPr>
          <p:nvPr/>
        </p:nvSpPr>
        <p:spPr bwMode="auto">
          <a:xfrm>
            <a:off x="4827589" y="2801938"/>
            <a:ext cx="2821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200">
                <a:solidFill>
                  <a:srgbClr val="000000"/>
                </a:solidFill>
                <a:latin typeface="宋体" panose="02010600030101010101" pitchFamily="2" charset="-122"/>
              </a:rPr>
              <a:t>工</a:t>
            </a:r>
            <a:endParaRPr lang="zh-CN" altLang="en-US">
              <a:solidFill>
                <a:srgbClr val="000000"/>
              </a:solidFill>
            </a:endParaRPr>
          </a:p>
        </p:txBody>
      </p:sp>
      <p:sp>
        <p:nvSpPr>
          <p:cNvPr id="439333" name="Rectangle 45"/>
          <p:cNvSpPr>
            <a:spLocks noChangeArrowheads="1"/>
          </p:cNvSpPr>
          <p:nvPr/>
        </p:nvSpPr>
        <p:spPr bwMode="auto">
          <a:xfrm>
            <a:off x="5146676" y="2801938"/>
            <a:ext cx="2821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200">
                <a:solidFill>
                  <a:srgbClr val="000000"/>
                </a:solidFill>
                <a:latin typeface="宋体" panose="02010600030101010101" pitchFamily="2" charset="-122"/>
              </a:rPr>
              <a:t>程</a:t>
            </a:r>
            <a:endParaRPr lang="zh-CN" altLang="en-US">
              <a:solidFill>
                <a:srgbClr val="000000"/>
              </a:solidFill>
            </a:endParaRPr>
          </a:p>
        </p:txBody>
      </p:sp>
      <p:sp>
        <p:nvSpPr>
          <p:cNvPr id="439334" name="Rectangle 46"/>
          <p:cNvSpPr>
            <a:spLocks noChangeArrowheads="1"/>
          </p:cNvSpPr>
          <p:nvPr/>
        </p:nvSpPr>
        <p:spPr bwMode="auto">
          <a:xfrm>
            <a:off x="5465764" y="2801938"/>
            <a:ext cx="2821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200">
                <a:solidFill>
                  <a:srgbClr val="000000"/>
                </a:solidFill>
                <a:latin typeface="宋体" panose="02010600030101010101" pitchFamily="2" charset="-122"/>
              </a:rPr>
              <a:t>师</a:t>
            </a:r>
            <a:endParaRPr lang="zh-CN" altLang="en-US">
              <a:solidFill>
                <a:srgbClr val="000000"/>
              </a:solidFill>
            </a:endParaRPr>
          </a:p>
        </p:txBody>
      </p:sp>
      <p:sp>
        <p:nvSpPr>
          <p:cNvPr id="439335" name="Rectangle 47"/>
          <p:cNvSpPr>
            <a:spLocks noChangeArrowheads="1"/>
          </p:cNvSpPr>
          <p:nvPr/>
        </p:nvSpPr>
        <p:spPr bwMode="auto">
          <a:xfrm>
            <a:off x="6567489" y="2378075"/>
            <a:ext cx="1360487" cy="793750"/>
          </a:xfrm>
          <a:prstGeom prst="rect">
            <a:avLst/>
          </a:prstGeom>
          <a:noFill/>
          <a:ln w="11113">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9336" name="Rectangle 48"/>
          <p:cNvSpPr>
            <a:spLocks noChangeArrowheads="1"/>
          </p:cNvSpPr>
          <p:nvPr/>
        </p:nvSpPr>
        <p:spPr bwMode="auto">
          <a:xfrm>
            <a:off x="6992939" y="2468563"/>
            <a:ext cx="2821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200">
                <a:solidFill>
                  <a:srgbClr val="000000"/>
                </a:solidFill>
                <a:latin typeface="宋体" panose="02010600030101010101" pitchFamily="2" charset="-122"/>
              </a:rPr>
              <a:t>知</a:t>
            </a:r>
            <a:endParaRPr lang="zh-CN" altLang="en-US">
              <a:solidFill>
                <a:srgbClr val="000000"/>
              </a:solidFill>
            </a:endParaRPr>
          </a:p>
        </p:txBody>
      </p:sp>
      <p:sp>
        <p:nvSpPr>
          <p:cNvPr id="439337" name="Rectangle 49"/>
          <p:cNvSpPr>
            <a:spLocks noChangeArrowheads="1"/>
          </p:cNvSpPr>
          <p:nvPr/>
        </p:nvSpPr>
        <p:spPr bwMode="auto">
          <a:xfrm>
            <a:off x="7312026" y="2468563"/>
            <a:ext cx="2821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200">
                <a:solidFill>
                  <a:srgbClr val="000000"/>
                </a:solidFill>
                <a:latin typeface="宋体" panose="02010600030101010101" pitchFamily="2" charset="-122"/>
              </a:rPr>
              <a:t>识</a:t>
            </a:r>
            <a:endParaRPr lang="zh-CN" altLang="en-US">
              <a:solidFill>
                <a:srgbClr val="000000"/>
              </a:solidFill>
            </a:endParaRPr>
          </a:p>
        </p:txBody>
      </p:sp>
      <p:sp>
        <p:nvSpPr>
          <p:cNvPr id="439338" name="Rectangle 50"/>
          <p:cNvSpPr>
            <a:spLocks noChangeArrowheads="1"/>
          </p:cNvSpPr>
          <p:nvPr/>
        </p:nvSpPr>
        <p:spPr bwMode="auto">
          <a:xfrm>
            <a:off x="6865939" y="2801938"/>
            <a:ext cx="2821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200">
                <a:solidFill>
                  <a:srgbClr val="000000"/>
                </a:solidFill>
                <a:latin typeface="宋体" panose="02010600030101010101" pitchFamily="2" charset="-122"/>
              </a:rPr>
              <a:t>编</a:t>
            </a:r>
            <a:endParaRPr lang="zh-CN" altLang="en-US">
              <a:solidFill>
                <a:srgbClr val="000000"/>
              </a:solidFill>
            </a:endParaRPr>
          </a:p>
        </p:txBody>
      </p:sp>
      <p:sp>
        <p:nvSpPr>
          <p:cNvPr id="439339" name="Rectangle 51"/>
          <p:cNvSpPr>
            <a:spLocks noChangeArrowheads="1"/>
          </p:cNvSpPr>
          <p:nvPr/>
        </p:nvSpPr>
        <p:spPr bwMode="auto">
          <a:xfrm>
            <a:off x="7185026" y="2801938"/>
            <a:ext cx="56425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200">
                <a:solidFill>
                  <a:srgbClr val="000000"/>
                </a:solidFill>
                <a:latin typeface="宋体" panose="02010600030101010101" pitchFamily="2" charset="-122"/>
              </a:rPr>
              <a:t>辑器</a:t>
            </a:r>
            <a:endParaRPr lang="zh-CN" altLang="en-US">
              <a:solidFill>
                <a:srgbClr val="000000"/>
              </a:solidFill>
            </a:endParaRPr>
          </a:p>
        </p:txBody>
      </p:sp>
      <p:sp>
        <p:nvSpPr>
          <p:cNvPr id="439340" name="Rectangle 52"/>
          <p:cNvSpPr>
            <a:spLocks noChangeArrowheads="1"/>
          </p:cNvSpPr>
          <p:nvPr/>
        </p:nvSpPr>
        <p:spPr bwMode="auto">
          <a:xfrm>
            <a:off x="8689976" y="2470151"/>
            <a:ext cx="1046163" cy="460375"/>
          </a:xfrm>
          <a:prstGeom prst="rect">
            <a:avLst/>
          </a:prstGeom>
          <a:noFill/>
          <a:ln w="11113">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9341" name="Rectangle 53"/>
          <p:cNvSpPr>
            <a:spLocks noChangeArrowheads="1"/>
          </p:cNvSpPr>
          <p:nvPr/>
        </p:nvSpPr>
        <p:spPr bwMode="auto">
          <a:xfrm>
            <a:off x="2286000" y="2395539"/>
            <a:ext cx="1225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9342" name="Rectangle 54"/>
          <p:cNvSpPr>
            <a:spLocks noChangeArrowheads="1"/>
          </p:cNvSpPr>
          <p:nvPr/>
        </p:nvSpPr>
        <p:spPr bwMode="auto">
          <a:xfrm>
            <a:off x="2286000" y="2747964"/>
            <a:ext cx="1225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9343" name="Rectangle 55"/>
          <p:cNvSpPr>
            <a:spLocks noChangeArrowheads="1"/>
          </p:cNvSpPr>
          <p:nvPr/>
        </p:nvSpPr>
        <p:spPr bwMode="auto">
          <a:xfrm>
            <a:off x="3559175" y="2209801"/>
            <a:ext cx="717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9344" name="Rectangle 56"/>
          <p:cNvSpPr>
            <a:spLocks noChangeArrowheads="1"/>
          </p:cNvSpPr>
          <p:nvPr/>
        </p:nvSpPr>
        <p:spPr bwMode="auto">
          <a:xfrm>
            <a:off x="3662364" y="2312988"/>
            <a:ext cx="56425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200">
                <a:solidFill>
                  <a:srgbClr val="000000"/>
                </a:solidFill>
                <a:latin typeface="宋体" panose="02010600030101010101" pitchFamily="2" charset="-122"/>
              </a:rPr>
              <a:t>阅读</a:t>
            </a:r>
            <a:endParaRPr lang="zh-CN" altLang="en-US">
              <a:solidFill>
                <a:srgbClr val="000000"/>
              </a:solidFill>
            </a:endParaRPr>
          </a:p>
        </p:txBody>
      </p:sp>
      <p:sp>
        <p:nvSpPr>
          <p:cNvPr id="439345" name="Rectangle 57"/>
          <p:cNvSpPr>
            <a:spLocks noChangeArrowheads="1"/>
          </p:cNvSpPr>
          <p:nvPr/>
        </p:nvSpPr>
        <p:spPr bwMode="auto">
          <a:xfrm>
            <a:off x="3595688" y="2933701"/>
            <a:ext cx="715962"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9346" name="Rectangle 58"/>
          <p:cNvSpPr>
            <a:spLocks noChangeArrowheads="1"/>
          </p:cNvSpPr>
          <p:nvPr/>
        </p:nvSpPr>
        <p:spPr bwMode="auto">
          <a:xfrm>
            <a:off x="3697289" y="3038475"/>
            <a:ext cx="56425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200">
                <a:solidFill>
                  <a:srgbClr val="000000"/>
                </a:solidFill>
                <a:latin typeface="宋体" panose="02010600030101010101" pitchFamily="2" charset="-122"/>
              </a:rPr>
              <a:t>对话</a:t>
            </a:r>
            <a:endParaRPr lang="zh-CN" altLang="en-US">
              <a:solidFill>
                <a:srgbClr val="000000"/>
              </a:solidFill>
            </a:endParaRPr>
          </a:p>
        </p:txBody>
      </p:sp>
      <p:grpSp>
        <p:nvGrpSpPr>
          <p:cNvPr id="439347" name="Group 59"/>
          <p:cNvGrpSpPr/>
          <p:nvPr/>
        </p:nvGrpSpPr>
        <p:grpSpPr bwMode="auto">
          <a:xfrm>
            <a:off x="3425826" y="2595564"/>
            <a:ext cx="1103313" cy="122237"/>
            <a:chOff x="1198" y="1635"/>
            <a:chExt cx="695" cy="77"/>
          </a:xfrm>
        </p:grpSpPr>
        <p:sp>
          <p:nvSpPr>
            <p:cNvPr id="439425" name="Line 60"/>
            <p:cNvSpPr>
              <a:spLocks noChangeShapeType="1"/>
            </p:cNvSpPr>
            <p:nvPr/>
          </p:nvSpPr>
          <p:spPr bwMode="auto">
            <a:xfrm>
              <a:off x="1198" y="1673"/>
              <a:ext cx="628" cy="1"/>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9426" name="Freeform 61"/>
            <p:cNvSpPr/>
            <p:nvPr/>
          </p:nvSpPr>
          <p:spPr bwMode="auto">
            <a:xfrm>
              <a:off x="1824" y="1635"/>
              <a:ext cx="69" cy="77"/>
            </a:xfrm>
            <a:custGeom>
              <a:avLst/>
              <a:gdLst>
                <a:gd name="T0" fmla="*/ 0 w 69"/>
                <a:gd name="T1" fmla="*/ 77 h 77"/>
                <a:gd name="T2" fmla="*/ 69 w 69"/>
                <a:gd name="T3" fmla="*/ 39 h 77"/>
                <a:gd name="T4" fmla="*/ 0 w 69"/>
                <a:gd name="T5" fmla="*/ 0 h 77"/>
                <a:gd name="T6" fmla="*/ 0 w 69"/>
                <a:gd name="T7" fmla="*/ 77 h 7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9" h="77">
                  <a:moveTo>
                    <a:pt x="0" y="77"/>
                  </a:moveTo>
                  <a:lnTo>
                    <a:pt x="69" y="39"/>
                  </a:lnTo>
                  <a:lnTo>
                    <a:pt x="0" y="0"/>
                  </a:lnTo>
                  <a:lnTo>
                    <a:pt x="0" y="7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9348" name="Group 62"/>
          <p:cNvGrpSpPr/>
          <p:nvPr/>
        </p:nvGrpSpPr>
        <p:grpSpPr bwMode="auto">
          <a:xfrm>
            <a:off x="3425826" y="2967038"/>
            <a:ext cx="1103313" cy="120650"/>
            <a:chOff x="1198" y="1869"/>
            <a:chExt cx="695" cy="76"/>
          </a:xfrm>
        </p:grpSpPr>
        <p:sp>
          <p:nvSpPr>
            <p:cNvPr id="439422" name="Line 63"/>
            <p:cNvSpPr>
              <a:spLocks noChangeShapeType="1"/>
            </p:cNvSpPr>
            <p:nvPr/>
          </p:nvSpPr>
          <p:spPr bwMode="auto">
            <a:xfrm flipH="1">
              <a:off x="1265" y="1906"/>
              <a:ext cx="561" cy="1"/>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9423" name="Freeform 64"/>
            <p:cNvSpPr/>
            <p:nvPr/>
          </p:nvSpPr>
          <p:spPr bwMode="auto">
            <a:xfrm>
              <a:off x="1824" y="1869"/>
              <a:ext cx="69" cy="76"/>
            </a:xfrm>
            <a:custGeom>
              <a:avLst/>
              <a:gdLst>
                <a:gd name="T0" fmla="*/ 0 w 69"/>
                <a:gd name="T1" fmla="*/ 76 h 76"/>
                <a:gd name="T2" fmla="*/ 69 w 69"/>
                <a:gd name="T3" fmla="*/ 39 h 76"/>
                <a:gd name="T4" fmla="*/ 0 w 69"/>
                <a:gd name="T5" fmla="*/ 0 h 76"/>
                <a:gd name="T6" fmla="*/ 0 w 69"/>
                <a:gd name="T7" fmla="*/ 76 h 7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9" h="76">
                  <a:moveTo>
                    <a:pt x="0" y="76"/>
                  </a:moveTo>
                  <a:lnTo>
                    <a:pt x="69" y="39"/>
                  </a:lnTo>
                  <a:lnTo>
                    <a:pt x="0" y="0"/>
                  </a:lnTo>
                  <a:lnTo>
                    <a:pt x="0" y="7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9424" name="Freeform 65"/>
            <p:cNvSpPr/>
            <p:nvPr/>
          </p:nvSpPr>
          <p:spPr bwMode="auto">
            <a:xfrm>
              <a:off x="1198" y="1869"/>
              <a:ext cx="70" cy="76"/>
            </a:xfrm>
            <a:custGeom>
              <a:avLst/>
              <a:gdLst>
                <a:gd name="T0" fmla="*/ 70 w 70"/>
                <a:gd name="T1" fmla="*/ 0 h 76"/>
                <a:gd name="T2" fmla="*/ 0 w 70"/>
                <a:gd name="T3" fmla="*/ 39 h 76"/>
                <a:gd name="T4" fmla="*/ 70 w 70"/>
                <a:gd name="T5" fmla="*/ 76 h 76"/>
                <a:gd name="T6" fmla="*/ 70 w 70"/>
                <a:gd name="T7" fmla="*/ 0 h 7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0" h="76">
                  <a:moveTo>
                    <a:pt x="70" y="0"/>
                  </a:moveTo>
                  <a:lnTo>
                    <a:pt x="0" y="39"/>
                  </a:lnTo>
                  <a:lnTo>
                    <a:pt x="70" y="76"/>
                  </a:lnTo>
                  <a:lnTo>
                    <a:pt x="7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9349" name="Group 66"/>
          <p:cNvGrpSpPr/>
          <p:nvPr/>
        </p:nvGrpSpPr>
        <p:grpSpPr bwMode="auto">
          <a:xfrm>
            <a:off x="5888038" y="2689225"/>
            <a:ext cx="679450" cy="120650"/>
            <a:chOff x="2749" y="1694"/>
            <a:chExt cx="428" cy="76"/>
          </a:xfrm>
        </p:grpSpPr>
        <p:sp>
          <p:nvSpPr>
            <p:cNvPr id="439420" name="Line 67"/>
            <p:cNvSpPr>
              <a:spLocks noChangeShapeType="1"/>
            </p:cNvSpPr>
            <p:nvPr/>
          </p:nvSpPr>
          <p:spPr bwMode="auto">
            <a:xfrm>
              <a:off x="2749" y="1731"/>
              <a:ext cx="361" cy="1"/>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9421" name="Freeform 68"/>
            <p:cNvSpPr/>
            <p:nvPr/>
          </p:nvSpPr>
          <p:spPr bwMode="auto">
            <a:xfrm>
              <a:off x="3108" y="1694"/>
              <a:ext cx="69" cy="76"/>
            </a:xfrm>
            <a:custGeom>
              <a:avLst/>
              <a:gdLst>
                <a:gd name="T0" fmla="*/ 0 w 69"/>
                <a:gd name="T1" fmla="*/ 76 h 76"/>
                <a:gd name="T2" fmla="*/ 69 w 69"/>
                <a:gd name="T3" fmla="*/ 39 h 76"/>
                <a:gd name="T4" fmla="*/ 0 w 69"/>
                <a:gd name="T5" fmla="*/ 0 h 76"/>
                <a:gd name="T6" fmla="*/ 0 w 69"/>
                <a:gd name="T7" fmla="*/ 76 h 7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9" h="76">
                  <a:moveTo>
                    <a:pt x="0" y="76"/>
                  </a:moveTo>
                  <a:lnTo>
                    <a:pt x="69" y="39"/>
                  </a:lnTo>
                  <a:lnTo>
                    <a:pt x="0" y="0"/>
                  </a:lnTo>
                  <a:lnTo>
                    <a:pt x="0" y="7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9350" name="Group 69"/>
          <p:cNvGrpSpPr/>
          <p:nvPr/>
        </p:nvGrpSpPr>
        <p:grpSpPr bwMode="auto">
          <a:xfrm>
            <a:off x="7926388" y="2689225"/>
            <a:ext cx="679450" cy="120650"/>
            <a:chOff x="4033" y="1694"/>
            <a:chExt cx="428" cy="76"/>
          </a:xfrm>
        </p:grpSpPr>
        <p:sp>
          <p:nvSpPr>
            <p:cNvPr id="439418" name="Line 70"/>
            <p:cNvSpPr>
              <a:spLocks noChangeShapeType="1"/>
            </p:cNvSpPr>
            <p:nvPr/>
          </p:nvSpPr>
          <p:spPr bwMode="auto">
            <a:xfrm>
              <a:off x="4033" y="1731"/>
              <a:ext cx="361" cy="1"/>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9419" name="Freeform 71"/>
            <p:cNvSpPr/>
            <p:nvPr/>
          </p:nvSpPr>
          <p:spPr bwMode="auto">
            <a:xfrm>
              <a:off x="4392" y="1694"/>
              <a:ext cx="69" cy="76"/>
            </a:xfrm>
            <a:custGeom>
              <a:avLst/>
              <a:gdLst>
                <a:gd name="T0" fmla="*/ 0 w 69"/>
                <a:gd name="T1" fmla="*/ 76 h 76"/>
                <a:gd name="T2" fmla="*/ 69 w 69"/>
                <a:gd name="T3" fmla="*/ 39 h 76"/>
                <a:gd name="T4" fmla="*/ 0 w 69"/>
                <a:gd name="T5" fmla="*/ 0 h 76"/>
                <a:gd name="T6" fmla="*/ 0 w 69"/>
                <a:gd name="T7" fmla="*/ 76 h 7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9" h="76">
                  <a:moveTo>
                    <a:pt x="0" y="76"/>
                  </a:moveTo>
                  <a:lnTo>
                    <a:pt x="69" y="39"/>
                  </a:lnTo>
                  <a:lnTo>
                    <a:pt x="0" y="0"/>
                  </a:lnTo>
                  <a:lnTo>
                    <a:pt x="0" y="7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sp>
        <p:nvSpPr>
          <p:cNvPr id="439351" name="Rectangle 72"/>
          <p:cNvSpPr>
            <a:spLocks noChangeArrowheads="1"/>
          </p:cNvSpPr>
          <p:nvPr/>
        </p:nvSpPr>
        <p:spPr bwMode="auto">
          <a:xfrm>
            <a:off x="4614863" y="3784601"/>
            <a:ext cx="3008312"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9352" name="AutoShape 73"/>
          <p:cNvSpPr>
            <a:spLocks noChangeAspect="1" noChangeArrowheads="1" noTextEdit="1"/>
          </p:cNvSpPr>
          <p:nvPr/>
        </p:nvSpPr>
        <p:spPr bwMode="auto">
          <a:xfrm>
            <a:off x="2209800" y="4267200"/>
            <a:ext cx="8001000" cy="242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9353" name="Rectangle 74"/>
          <p:cNvSpPr>
            <a:spLocks noChangeArrowheads="1"/>
          </p:cNvSpPr>
          <p:nvPr/>
        </p:nvSpPr>
        <p:spPr bwMode="auto">
          <a:xfrm>
            <a:off x="4306889" y="4273550"/>
            <a:ext cx="2560637" cy="4762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9354" name="Rectangle 75"/>
          <p:cNvSpPr>
            <a:spLocks noChangeArrowheads="1"/>
          </p:cNvSpPr>
          <p:nvPr/>
        </p:nvSpPr>
        <p:spPr bwMode="auto">
          <a:xfrm>
            <a:off x="4572000" y="4343400"/>
            <a:ext cx="20447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文字、图象识别</a:t>
            </a:r>
            <a:endParaRPr lang="zh-CN" altLang="en-US">
              <a:solidFill>
                <a:srgbClr val="000000"/>
              </a:solidFill>
            </a:endParaRPr>
          </a:p>
        </p:txBody>
      </p:sp>
      <p:sp>
        <p:nvSpPr>
          <p:cNvPr id="439355" name="Rectangle 76"/>
          <p:cNvSpPr>
            <a:spLocks noChangeArrowheads="1"/>
          </p:cNvSpPr>
          <p:nvPr/>
        </p:nvSpPr>
        <p:spPr bwMode="auto">
          <a:xfrm>
            <a:off x="4306889" y="5233988"/>
            <a:ext cx="2560637" cy="4762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9356" name="Rectangle 77"/>
          <p:cNvSpPr>
            <a:spLocks noChangeArrowheads="1"/>
          </p:cNvSpPr>
          <p:nvPr/>
        </p:nvSpPr>
        <p:spPr bwMode="auto">
          <a:xfrm>
            <a:off x="4737100" y="5257800"/>
            <a:ext cx="2921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语</a:t>
            </a:r>
            <a:endParaRPr lang="zh-CN" altLang="en-US">
              <a:solidFill>
                <a:srgbClr val="000000"/>
              </a:solidFill>
            </a:endParaRPr>
          </a:p>
        </p:txBody>
      </p:sp>
      <p:sp>
        <p:nvSpPr>
          <p:cNvPr id="439357" name="Rectangle 78"/>
          <p:cNvSpPr>
            <a:spLocks noChangeArrowheads="1"/>
          </p:cNvSpPr>
          <p:nvPr/>
        </p:nvSpPr>
        <p:spPr bwMode="auto">
          <a:xfrm>
            <a:off x="5118100" y="5257800"/>
            <a:ext cx="2921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音</a:t>
            </a:r>
            <a:endParaRPr lang="zh-CN" altLang="en-US">
              <a:solidFill>
                <a:srgbClr val="000000"/>
              </a:solidFill>
            </a:endParaRPr>
          </a:p>
        </p:txBody>
      </p:sp>
      <p:sp>
        <p:nvSpPr>
          <p:cNvPr id="439358" name="Rectangle 79"/>
          <p:cNvSpPr>
            <a:spLocks noChangeArrowheads="1"/>
          </p:cNvSpPr>
          <p:nvPr/>
        </p:nvSpPr>
        <p:spPr bwMode="auto">
          <a:xfrm>
            <a:off x="5499100" y="5257800"/>
            <a:ext cx="2921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识</a:t>
            </a:r>
            <a:endParaRPr lang="zh-CN" altLang="en-US">
              <a:solidFill>
                <a:srgbClr val="000000"/>
              </a:solidFill>
            </a:endParaRPr>
          </a:p>
        </p:txBody>
      </p:sp>
      <p:sp>
        <p:nvSpPr>
          <p:cNvPr id="439359" name="Rectangle 80"/>
          <p:cNvSpPr>
            <a:spLocks noChangeArrowheads="1"/>
          </p:cNvSpPr>
          <p:nvPr/>
        </p:nvSpPr>
        <p:spPr bwMode="auto">
          <a:xfrm>
            <a:off x="5880100" y="5257800"/>
            <a:ext cx="2921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别</a:t>
            </a:r>
            <a:endParaRPr lang="zh-CN" altLang="en-US">
              <a:solidFill>
                <a:srgbClr val="000000"/>
              </a:solidFill>
            </a:endParaRPr>
          </a:p>
        </p:txBody>
      </p:sp>
      <p:sp>
        <p:nvSpPr>
          <p:cNvPr id="439360" name="Rectangle 81"/>
          <p:cNvSpPr>
            <a:spLocks noChangeArrowheads="1"/>
          </p:cNvSpPr>
          <p:nvPr/>
        </p:nvSpPr>
        <p:spPr bwMode="auto">
          <a:xfrm>
            <a:off x="7605713" y="4367214"/>
            <a:ext cx="830262" cy="117157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9361" name="Rectangle 82"/>
          <p:cNvSpPr>
            <a:spLocks noChangeArrowheads="1"/>
          </p:cNvSpPr>
          <p:nvPr/>
        </p:nvSpPr>
        <p:spPr bwMode="auto">
          <a:xfrm>
            <a:off x="7772400" y="4460875"/>
            <a:ext cx="5842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归纳</a:t>
            </a:r>
            <a:endParaRPr lang="zh-CN" altLang="en-US">
              <a:solidFill>
                <a:srgbClr val="000000"/>
              </a:solidFill>
            </a:endParaRPr>
          </a:p>
        </p:txBody>
      </p:sp>
      <p:sp>
        <p:nvSpPr>
          <p:cNvPr id="439362" name="Rectangle 83"/>
          <p:cNvSpPr>
            <a:spLocks noChangeArrowheads="1"/>
          </p:cNvSpPr>
          <p:nvPr/>
        </p:nvSpPr>
        <p:spPr bwMode="auto">
          <a:xfrm>
            <a:off x="7772400" y="4808539"/>
            <a:ext cx="5842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理解</a:t>
            </a:r>
            <a:endParaRPr lang="zh-CN" altLang="en-US">
              <a:solidFill>
                <a:srgbClr val="000000"/>
              </a:solidFill>
            </a:endParaRPr>
          </a:p>
        </p:txBody>
      </p:sp>
      <p:sp>
        <p:nvSpPr>
          <p:cNvPr id="439363" name="Rectangle 84"/>
          <p:cNvSpPr>
            <a:spLocks noChangeArrowheads="1"/>
          </p:cNvSpPr>
          <p:nvPr/>
        </p:nvSpPr>
        <p:spPr bwMode="auto">
          <a:xfrm>
            <a:off x="7772400" y="5154614"/>
            <a:ext cx="5842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翻译</a:t>
            </a:r>
            <a:endParaRPr lang="zh-CN" altLang="en-US">
              <a:solidFill>
                <a:srgbClr val="000000"/>
              </a:solidFill>
            </a:endParaRPr>
          </a:p>
        </p:txBody>
      </p:sp>
      <p:sp>
        <p:nvSpPr>
          <p:cNvPr id="439364" name="Rectangle 85"/>
          <p:cNvSpPr>
            <a:spLocks noChangeArrowheads="1"/>
          </p:cNvSpPr>
          <p:nvPr/>
        </p:nvSpPr>
        <p:spPr bwMode="auto">
          <a:xfrm>
            <a:off x="9177338" y="4752975"/>
            <a:ext cx="1016000" cy="4762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9365" name="Rectangle 86"/>
          <p:cNvSpPr>
            <a:spLocks noChangeArrowheads="1"/>
          </p:cNvSpPr>
          <p:nvPr/>
        </p:nvSpPr>
        <p:spPr bwMode="auto">
          <a:xfrm>
            <a:off x="9296400" y="4800600"/>
            <a:ext cx="8763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知识库</a:t>
            </a:r>
            <a:endParaRPr lang="zh-CN" altLang="en-US">
              <a:solidFill>
                <a:srgbClr val="000000"/>
              </a:solidFill>
            </a:endParaRPr>
          </a:p>
        </p:txBody>
      </p:sp>
      <p:sp>
        <p:nvSpPr>
          <p:cNvPr id="439366" name="Rectangle 87"/>
          <p:cNvSpPr>
            <a:spLocks noChangeArrowheads="1"/>
          </p:cNvSpPr>
          <p:nvPr/>
        </p:nvSpPr>
        <p:spPr bwMode="auto">
          <a:xfrm>
            <a:off x="2209801" y="4271963"/>
            <a:ext cx="143986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9367" name="Rectangle 88"/>
          <p:cNvSpPr>
            <a:spLocks noChangeArrowheads="1"/>
          </p:cNvSpPr>
          <p:nvPr/>
        </p:nvSpPr>
        <p:spPr bwMode="auto">
          <a:xfrm>
            <a:off x="2057400" y="4267200"/>
            <a:ext cx="14605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文字、图象</a:t>
            </a:r>
            <a:endParaRPr lang="zh-CN" altLang="en-US">
              <a:solidFill>
                <a:srgbClr val="000000"/>
              </a:solidFill>
            </a:endParaRPr>
          </a:p>
        </p:txBody>
      </p:sp>
      <p:sp>
        <p:nvSpPr>
          <p:cNvPr id="439368" name="Rectangle 89"/>
          <p:cNvSpPr>
            <a:spLocks noChangeArrowheads="1"/>
          </p:cNvSpPr>
          <p:nvPr/>
        </p:nvSpPr>
        <p:spPr bwMode="auto">
          <a:xfrm>
            <a:off x="2457451" y="5154614"/>
            <a:ext cx="11922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9369" name="Rectangle 90"/>
          <p:cNvSpPr>
            <a:spLocks noChangeArrowheads="1"/>
          </p:cNvSpPr>
          <p:nvPr/>
        </p:nvSpPr>
        <p:spPr bwMode="auto">
          <a:xfrm>
            <a:off x="2286000" y="5181600"/>
            <a:ext cx="11684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领域专家</a:t>
            </a:r>
            <a:endParaRPr lang="zh-CN" altLang="en-US">
              <a:solidFill>
                <a:srgbClr val="000000"/>
              </a:solidFill>
            </a:endParaRPr>
          </a:p>
        </p:txBody>
      </p:sp>
      <p:sp>
        <p:nvSpPr>
          <p:cNvPr id="439370" name="Rectangle 91"/>
          <p:cNvSpPr>
            <a:spLocks noChangeArrowheads="1"/>
          </p:cNvSpPr>
          <p:nvPr/>
        </p:nvSpPr>
        <p:spPr bwMode="auto">
          <a:xfrm>
            <a:off x="4913313" y="6213475"/>
            <a:ext cx="2552700"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9371" name="Rectangle 92"/>
          <p:cNvSpPr>
            <a:spLocks noChangeArrowheads="1"/>
          </p:cNvSpPr>
          <p:nvPr/>
        </p:nvSpPr>
        <p:spPr bwMode="auto">
          <a:xfrm>
            <a:off x="4876801" y="6019800"/>
            <a:ext cx="1762125"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b="1">
                <a:solidFill>
                  <a:srgbClr val="000000"/>
                </a:solidFill>
                <a:latin typeface="宋体" panose="02010600030101010101" pitchFamily="2" charset="-122"/>
              </a:rPr>
              <a:t>自动知识获取</a:t>
            </a:r>
            <a:endParaRPr lang="zh-CN" altLang="en-US" b="1">
              <a:solidFill>
                <a:srgbClr val="000000"/>
              </a:solidFill>
            </a:endParaRPr>
          </a:p>
        </p:txBody>
      </p:sp>
      <p:grpSp>
        <p:nvGrpSpPr>
          <p:cNvPr id="439372" name="Group 93"/>
          <p:cNvGrpSpPr/>
          <p:nvPr/>
        </p:nvGrpSpPr>
        <p:grpSpPr bwMode="auto">
          <a:xfrm>
            <a:off x="3565526" y="4402138"/>
            <a:ext cx="741363" cy="125412"/>
            <a:chOff x="1286" y="2773"/>
            <a:chExt cx="467" cy="79"/>
          </a:xfrm>
        </p:grpSpPr>
        <p:sp>
          <p:nvSpPr>
            <p:cNvPr id="439416" name="Line 94"/>
            <p:cNvSpPr>
              <a:spLocks noChangeShapeType="1"/>
            </p:cNvSpPr>
            <p:nvPr/>
          </p:nvSpPr>
          <p:spPr bwMode="auto">
            <a:xfrm>
              <a:off x="1286" y="2812"/>
              <a:ext cx="402" cy="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9417" name="Freeform 95"/>
            <p:cNvSpPr/>
            <p:nvPr/>
          </p:nvSpPr>
          <p:spPr bwMode="auto">
            <a:xfrm>
              <a:off x="1686" y="2773"/>
              <a:ext cx="67" cy="79"/>
            </a:xfrm>
            <a:custGeom>
              <a:avLst/>
              <a:gdLst>
                <a:gd name="T0" fmla="*/ 0 w 67"/>
                <a:gd name="T1" fmla="*/ 79 h 79"/>
                <a:gd name="T2" fmla="*/ 67 w 67"/>
                <a:gd name="T3" fmla="*/ 39 h 79"/>
                <a:gd name="T4" fmla="*/ 0 w 67"/>
                <a:gd name="T5" fmla="*/ 0 h 79"/>
                <a:gd name="T6" fmla="*/ 0 w 67"/>
                <a:gd name="T7" fmla="*/ 79 h 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 h="79">
                  <a:moveTo>
                    <a:pt x="0" y="79"/>
                  </a:moveTo>
                  <a:lnTo>
                    <a:pt x="67" y="39"/>
                  </a:lnTo>
                  <a:lnTo>
                    <a:pt x="0" y="0"/>
                  </a:lnTo>
                  <a:lnTo>
                    <a:pt x="0" y="7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9373" name="Group 96"/>
          <p:cNvGrpSpPr/>
          <p:nvPr/>
        </p:nvGrpSpPr>
        <p:grpSpPr bwMode="auto">
          <a:xfrm>
            <a:off x="6865938" y="4497388"/>
            <a:ext cx="742950" cy="127000"/>
            <a:chOff x="3365" y="2833"/>
            <a:chExt cx="468" cy="80"/>
          </a:xfrm>
        </p:grpSpPr>
        <p:sp>
          <p:nvSpPr>
            <p:cNvPr id="439414" name="Line 97"/>
            <p:cNvSpPr>
              <a:spLocks noChangeShapeType="1"/>
            </p:cNvSpPr>
            <p:nvPr/>
          </p:nvSpPr>
          <p:spPr bwMode="auto">
            <a:xfrm>
              <a:off x="3365" y="2872"/>
              <a:ext cx="403" cy="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9415" name="Freeform 98"/>
            <p:cNvSpPr/>
            <p:nvPr/>
          </p:nvSpPr>
          <p:spPr bwMode="auto">
            <a:xfrm>
              <a:off x="3766" y="2833"/>
              <a:ext cx="67" cy="80"/>
            </a:xfrm>
            <a:custGeom>
              <a:avLst/>
              <a:gdLst>
                <a:gd name="T0" fmla="*/ 0 w 67"/>
                <a:gd name="T1" fmla="*/ 80 h 80"/>
                <a:gd name="T2" fmla="*/ 67 w 67"/>
                <a:gd name="T3" fmla="*/ 39 h 80"/>
                <a:gd name="T4" fmla="*/ 0 w 67"/>
                <a:gd name="T5" fmla="*/ 0 h 80"/>
                <a:gd name="T6" fmla="*/ 0 w 67"/>
                <a:gd name="T7" fmla="*/ 80 h 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 h="80">
                  <a:moveTo>
                    <a:pt x="0" y="80"/>
                  </a:moveTo>
                  <a:lnTo>
                    <a:pt x="67" y="39"/>
                  </a:lnTo>
                  <a:lnTo>
                    <a:pt x="0" y="0"/>
                  </a:lnTo>
                  <a:lnTo>
                    <a:pt x="0" y="8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9374" name="Group 99"/>
          <p:cNvGrpSpPr/>
          <p:nvPr/>
        </p:nvGrpSpPr>
        <p:grpSpPr bwMode="auto">
          <a:xfrm>
            <a:off x="6865938" y="5364163"/>
            <a:ext cx="742950" cy="125412"/>
            <a:chOff x="3365" y="3379"/>
            <a:chExt cx="468" cy="79"/>
          </a:xfrm>
        </p:grpSpPr>
        <p:sp>
          <p:nvSpPr>
            <p:cNvPr id="439412" name="Line 100"/>
            <p:cNvSpPr>
              <a:spLocks noChangeShapeType="1"/>
            </p:cNvSpPr>
            <p:nvPr/>
          </p:nvSpPr>
          <p:spPr bwMode="auto">
            <a:xfrm>
              <a:off x="3365" y="3418"/>
              <a:ext cx="403" cy="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9413" name="Freeform 101"/>
            <p:cNvSpPr/>
            <p:nvPr/>
          </p:nvSpPr>
          <p:spPr bwMode="auto">
            <a:xfrm>
              <a:off x="3766" y="3379"/>
              <a:ext cx="67" cy="79"/>
            </a:xfrm>
            <a:custGeom>
              <a:avLst/>
              <a:gdLst>
                <a:gd name="T0" fmla="*/ 0 w 67"/>
                <a:gd name="T1" fmla="*/ 79 h 79"/>
                <a:gd name="T2" fmla="*/ 67 w 67"/>
                <a:gd name="T3" fmla="*/ 39 h 79"/>
                <a:gd name="T4" fmla="*/ 0 w 67"/>
                <a:gd name="T5" fmla="*/ 0 h 79"/>
                <a:gd name="T6" fmla="*/ 0 w 67"/>
                <a:gd name="T7" fmla="*/ 79 h 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 h="79">
                  <a:moveTo>
                    <a:pt x="0" y="79"/>
                  </a:moveTo>
                  <a:lnTo>
                    <a:pt x="67" y="39"/>
                  </a:lnTo>
                  <a:lnTo>
                    <a:pt x="0" y="0"/>
                  </a:lnTo>
                  <a:lnTo>
                    <a:pt x="0" y="7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9375" name="Group 102"/>
          <p:cNvGrpSpPr/>
          <p:nvPr/>
        </p:nvGrpSpPr>
        <p:grpSpPr bwMode="auto">
          <a:xfrm>
            <a:off x="8434388" y="4978400"/>
            <a:ext cx="742950" cy="127000"/>
            <a:chOff x="4353" y="3136"/>
            <a:chExt cx="468" cy="80"/>
          </a:xfrm>
        </p:grpSpPr>
        <p:sp>
          <p:nvSpPr>
            <p:cNvPr id="439410" name="Line 103"/>
            <p:cNvSpPr>
              <a:spLocks noChangeShapeType="1"/>
            </p:cNvSpPr>
            <p:nvPr/>
          </p:nvSpPr>
          <p:spPr bwMode="auto">
            <a:xfrm>
              <a:off x="4353" y="3175"/>
              <a:ext cx="403" cy="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9411" name="Freeform 104"/>
            <p:cNvSpPr/>
            <p:nvPr/>
          </p:nvSpPr>
          <p:spPr bwMode="auto">
            <a:xfrm>
              <a:off x="4754" y="3136"/>
              <a:ext cx="67" cy="80"/>
            </a:xfrm>
            <a:custGeom>
              <a:avLst/>
              <a:gdLst>
                <a:gd name="T0" fmla="*/ 0 w 67"/>
                <a:gd name="T1" fmla="*/ 80 h 80"/>
                <a:gd name="T2" fmla="*/ 67 w 67"/>
                <a:gd name="T3" fmla="*/ 39 h 80"/>
                <a:gd name="T4" fmla="*/ 0 w 67"/>
                <a:gd name="T5" fmla="*/ 0 h 80"/>
                <a:gd name="T6" fmla="*/ 0 w 67"/>
                <a:gd name="T7" fmla="*/ 80 h 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 h="80">
                  <a:moveTo>
                    <a:pt x="0" y="80"/>
                  </a:moveTo>
                  <a:lnTo>
                    <a:pt x="67" y="39"/>
                  </a:lnTo>
                  <a:lnTo>
                    <a:pt x="0" y="0"/>
                  </a:lnTo>
                  <a:lnTo>
                    <a:pt x="0" y="8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9376" name="Group 105"/>
          <p:cNvGrpSpPr/>
          <p:nvPr/>
        </p:nvGrpSpPr>
        <p:grpSpPr bwMode="auto">
          <a:xfrm>
            <a:off x="3565526" y="5267325"/>
            <a:ext cx="741363" cy="127000"/>
            <a:chOff x="1286" y="3318"/>
            <a:chExt cx="467" cy="80"/>
          </a:xfrm>
        </p:grpSpPr>
        <p:sp>
          <p:nvSpPr>
            <p:cNvPr id="439408" name="Line 106"/>
            <p:cNvSpPr>
              <a:spLocks noChangeShapeType="1"/>
            </p:cNvSpPr>
            <p:nvPr/>
          </p:nvSpPr>
          <p:spPr bwMode="auto">
            <a:xfrm>
              <a:off x="1286" y="3357"/>
              <a:ext cx="402" cy="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9409" name="Freeform 107"/>
            <p:cNvSpPr/>
            <p:nvPr/>
          </p:nvSpPr>
          <p:spPr bwMode="auto">
            <a:xfrm>
              <a:off x="1686" y="3318"/>
              <a:ext cx="67" cy="80"/>
            </a:xfrm>
            <a:custGeom>
              <a:avLst/>
              <a:gdLst>
                <a:gd name="T0" fmla="*/ 0 w 67"/>
                <a:gd name="T1" fmla="*/ 80 h 80"/>
                <a:gd name="T2" fmla="*/ 67 w 67"/>
                <a:gd name="T3" fmla="*/ 39 h 80"/>
                <a:gd name="T4" fmla="*/ 0 w 67"/>
                <a:gd name="T5" fmla="*/ 0 h 80"/>
                <a:gd name="T6" fmla="*/ 0 w 67"/>
                <a:gd name="T7" fmla="*/ 80 h 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 h="80">
                  <a:moveTo>
                    <a:pt x="0" y="80"/>
                  </a:moveTo>
                  <a:lnTo>
                    <a:pt x="67" y="39"/>
                  </a:lnTo>
                  <a:lnTo>
                    <a:pt x="0" y="0"/>
                  </a:lnTo>
                  <a:lnTo>
                    <a:pt x="0" y="8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9377" name="Group 108"/>
          <p:cNvGrpSpPr/>
          <p:nvPr/>
        </p:nvGrpSpPr>
        <p:grpSpPr bwMode="auto">
          <a:xfrm>
            <a:off x="3565526" y="5459413"/>
            <a:ext cx="741363" cy="127000"/>
            <a:chOff x="1286" y="3439"/>
            <a:chExt cx="467" cy="80"/>
          </a:xfrm>
        </p:grpSpPr>
        <p:sp>
          <p:nvSpPr>
            <p:cNvPr id="439406" name="Line 109"/>
            <p:cNvSpPr>
              <a:spLocks noChangeShapeType="1"/>
            </p:cNvSpPr>
            <p:nvPr/>
          </p:nvSpPr>
          <p:spPr bwMode="auto">
            <a:xfrm flipH="1">
              <a:off x="1351" y="3479"/>
              <a:ext cx="402" cy="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9407" name="Freeform 110"/>
            <p:cNvSpPr/>
            <p:nvPr/>
          </p:nvSpPr>
          <p:spPr bwMode="auto">
            <a:xfrm>
              <a:off x="1286" y="3439"/>
              <a:ext cx="68" cy="80"/>
            </a:xfrm>
            <a:custGeom>
              <a:avLst/>
              <a:gdLst>
                <a:gd name="T0" fmla="*/ 68 w 68"/>
                <a:gd name="T1" fmla="*/ 0 h 80"/>
                <a:gd name="T2" fmla="*/ 0 w 68"/>
                <a:gd name="T3" fmla="*/ 40 h 80"/>
                <a:gd name="T4" fmla="*/ 68 w 68"/>
                <a:gd name="T5" fmla="*/ 80 h 80"/>
                <a:gd name="T6" fmla="*/ 68 w 68"/>
                <a:gd name="T7" fmla="*/ 0 h 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8" h="80">
                  <a:moveTo>
                    <a:pt x="68" y="0"/>
                  </a:moveTo>
                  <a:lnTo>
                    <a:pt x="0" y="40"/>
                  </a:lnTo>
                  <a:lnTo>
                    <a:pt x="68" y="80"/>
                  </a:lnTo>
                  <a:lnTo>
                    <a:pt x="68"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sp>
        <p:nvSpPr>
          <p:cNvPr id="439378" name="Rectangle 111"/>
          <p:cNvSpPr>
            <a:spLocks noChangeArrowheads="1"/>
          </p:cNvSpPr>
          <p:nvPr/>
        </p:nvSpPr>
        <p:spPr bwMode="auto">
          <a:xfrm>
            <a:off x="4306889" y="4273550"/>
            <a:ext cx="2560637" cy="4762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9379" name="Rectangle 112"/>
          <p:cNvSpPr>
            <a:spLocks noChangeArrowheads="1"/>
          </p:cNvSpPr>
          <p:nvPr/>
        </p:nvSpPr>
        <p:spPr bwMode="auto">
          <a:xfrm>
            <a:off x="4306889" y="5233988"/>
            <a:ext cx="2560637" cy="4762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9380" name="Rectangle 113"/>
          <p:cNvSpPr>
            <a:spLocks noChangeArrowheads="1"/>
          </p:cNvSpPr>
          <p:nvPr/>
        </p:nvSpPr>
        <p:spPr bwMode="auto">
          <a:xfrm>
            <a:off x="7605713" y="4367214"/>
            <a:ext cx="830262" cy="117157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9381" name="Rectangle 114"/>
          <p:cNvSpPr>
            <a:spLocks noChangeArrowheads="1"/>
          </p:cNvSpPr>
          <p:nvPr/>
        </p:nvSpPr>
        <p:spPr bwMode="auto">
          <a:xfrm>
            <a:off x="7772400" y="4460875"/>
            <a:ext cx="5842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归纳</a:t>
            </a:r>
            <a:endParaRPr lang="zh-CN" altLang="en-US">
              <a:solidFill>
                <a:srgbClr val="000000"/>
              </a:solidFill>
            </a:endParaRPr>
          </a:p>
        </p:txBody>
      </p:sp>
      <p:sp>
        <p:nvSpPr>
          <p:cNvPr id="439382" name="Rectangle 115"/>
          <p:cNvSpPr>
            <a:spLocks noChangeArrowheads="1"/>
          </p:cNvSpPr>
          <p:nvPr/>
        </p:nvSpPr>
        <p:spPr bwMode="auto">
          <a:xfrm>
            <a:off x="7772400" y="4808539"/>
            <a:ext cx="5842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理解</a:t>
            </a:r>
            <a:endParaRPr lang="zh-CN" altLang="en-US">
              <a:solidFill>
                <a:srgbClr val="000000"/>
              </a:solidFill>
            </a:endParaRPr>
          </a:p>
        </p:txBody>
      </p:sp>
      <p:sp>
        <p:nvSpPr>
          <p:cNvPr id="439383" name="Rectangle 116"/>
          <p:cNvSpPr>
            <a:spLocks noChangeArrowheads="1"/>
          </p:cNvSpPr>
          <p:nvPr/>
        </p:nvSpPr>
        <p:spPr bwMode="auto">
          <a:xfrm>
            <a:off x="7772400" y="5154614"/>
            <a:ext cx="5842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300">
                <a:solidFill>
                  <a:srgbClr val="000000"/>
                </a:solidFill>
                <a:latin typeface="宋体" panose="02010600030101010101" pitchFamily="2" charset="-122"/>
              </a:rPr>
              <a:t>翻译</a:t>
            </a:r>
            <a:endParaRPr lang="zh-CN" altLang="en-US">
              <a:solidFill>
                <a:srgbClr val="000000"/>
              </a:solidFill>
            </a:endParaRPr>
          </a:p>
        </p:txBody>
      </p:sp>
      <p:sp>
        <p:nvSpPr>
          <p:cNvPr id="439384" name="Rectangle 117"/>
          <p:cNvSpPr>
            <a:spLocks noChangeArrowheads="1"/>
          </p:cNvSpPr>
          <p:nvPr/>
        </p:nvSpPr>
        <p:spPr bwMode="auto">
          <a:xfrm>
            <a:off x="9177338" y="4752975"/>
            <a:ext cx="1016000" cy="4762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9385" name="Rectangle 118"/>
          <p:cNvSpPr>
            <a:spLocks noChangeArrowheads="1"/>
          </p:cNvSpPr>
          <p:nvPr/>
        </p:nvSpPr>
        <p:spPr bwMode="auto">
          <a:xfrm>
            <a:off x="2209801" y="4271963"/>
            <a:ext cx="143986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9386" name="Rectangle 119"/>
          <p:cNvSpPr>
            <a:spLocks noChangeArrowheads="1"/>
          </p:cNvSpPr>
          <p:nvPr/>
        </p:nvSpPr>
        <p:spPr bwMode="auto">
          <a:xfrm>
            <a:off x="2457451" y="5154614"/>
            <a:ext cx="11922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39387" name="Rectangle 120"/>
          <p:cNvSpPr>
            <a:spLocks noChangeArrowheads="1"/>
          </p:cNvSpPr>
          <p:nvPr/>
        </p:nvSpPr>
        <p:spPr bwMode="auto">
          <a:xfrm>
            <a:off x="4913313" y="6213475"/>
            <a:ext cx="2552700"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grpSp>
        <p:nvGrpSpPr>
          <p:cNvPr id="439388" name="Group 121"/>
          <p:cNvGrpSpPr/>
          <p:nvPr/>
        </p:nvGrpSpPr>
        <p:grpSpPr bwMode="auto">
          <a:xfrm>
            <a:off x="3565526" y="4402138"/>
            <a:ext cx="741363" cy="125412"/>
            <a:chOff x="1286" y="2773"/>
            <a:chExt cx="467" cy="79"/>
          </a:xfrm>
        </p:grpSpPr>
        <p:sp>
          <p:nvSpPr>
            <p:cNvPr id="439404" name="Line 122"/>
            <p:cNvSpPr>
              <a:spLocks noChangeShapeType="1"/>
            </p:cNvSpPr>
            <p:nvPr/>
          </p:nvSpPr>
          <p:spPr bwMode="auto">
            <a:xfrm>
              <a:off x="1286" y="2812"/>
              <a:ext cx="402" cy="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9405" name="Freeform 123"/>
            <p:cNvSpPr/>
            <p:nvPr/>
          </p:nvSpPr>
          <p:spPr bwMode="auto">
            <a:xfrm>
              <a:off x="1686" y="2773"/>
              <a:ext cx="67" cy="79"/>
            </a:xfrm>
            <a:custGeom>
              <a:avLst/>
              <a:gdLst>
                <a:gd name="T0" fmla="*/ 0 w 67"/>
                <a:gd name="T1" fmla="*/ 79 h 79"/>
                <a:gd name="T2" fmla="*/ 67 w 67"/>
                <a:gd name="T3" fmla="*/ 39 h 79"/>
                <a:gd name="T4" fmla="*/ 0 w 67"/>
                <a:gd name="T5" fmla="*/ 0 h 79"/>
                <a:gd name="T6" fmla="*/ 0 w 67"/>
                <a:gd name="T7" fmla="*/ 79 h 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 h="79">
                  <a:moveTo>
                    <a:pt x="0" y="79"/>
                  </a:moveTo>
                  <a:lnTo>
                    <a:pt x="67" y="39"/>
                  </a:lnTo>
                  <a:lnTo>
                    <a:pt x="0" y="0"/>
                  </a:lnTo>
                  <a:lnTo>
                    <a:pt x="0" y="7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9389" name="Group 124"/>
          <p:cNvGrpSpPr/>
          <p:nvPr/>
        </p:nvGrpSpPr>
        <p:grpSpPr bwMode="auto">
          <a:xfrm>
            <a:off x="6865938" y="4497388"/>
            <a:ext cx="742950" cy="127000"/>
            <a:chOff x="3365" y="2833"/>
            <a:chExt cx="468" cy="80"/>
          </a:xfrm>
        </p:grpSpPr>
        <p:sp>
          <p:nvSpPr>
            <p:cNvPr id="439402" name="Line 125"/>
            <p:cNvSpPr>
              <a:spLocks noChangeShapeType="1"/>
            </p:cNvSpPr>
            <p:nvPr/>
          </p:nvSpPr>
          <p:spPr bwMode="auto">
            <a:xfrm>
              <a:off x="3365" y="2872"/>
              <a:ext cx="403" cy="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9403" name="Freeform 126"/>
            <p:cNvSpPr/>
            <p:nvPr/>
          </p:nvSpPr>
          <p:spPr bwMode="auto">
            <a:xfrm>
              <a:off x="3766" y="2833"/>
              <a:ext cx="67" cy="80"/>
            </a:xfrm>
            <a:custGeom>
              <a:avLst/>
              <a:gdLst>
                <a:gd name="T0" fmla="*/ 0 w 67"/>
                <a:gd name="T1" fmla="*/ 80 h 80"/>
                <a:gd name="T2" fmla="*/ 67 w 67"/>
                <a:gd name="T3" fmla="*/ 39 h 80"/>
                <a:gd name="T4" fmla="*/ 0 w 67"/>
                <a:gd name="T5" fmla="*/ 0 h 80"/>
                <a:gd name="T6" fmla="*/ 0 w 67"/>
                <a:gd name="T7" fmla="*/ 80 h 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 h="80">
                  <a:moveTo>
                    <a:pt x="0" y="80"/>
                  </a:moveTo>
                  <a:lnTo>
                    <a:pt x="67" y="39"/>
                  </a:lnTo>
                  <a:lnTo>
                    <a:pt x="0" y="0"/>
                  </a:lnTo>
                  <a:lnTo>
                    <a:pt x="0" y="8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9390" name="Group 127"/>
          <p:cNvGrpSpPr/>
          <p:nvPr/>
        </p:nvGrpSpPr>
        <p:grpSpPr bwMode="auto">
          <a:xfrm>
            <a:off x="6865938" y="5364163"/>
            <a:ext cx="742950" cy="125412"/>
            <a:chOff x="3365" y="3379"/>
            <a:chExt cx="468" cy="79"/>
          </a:xfrm>
        </p:grpSpPr>
        <p:sp>
          <p:nvSpPr>
            <p:cNvPr id="439400" name="Line 128"/>
            <p:cNvSpPr>
              <a:spLocks noChangeShapeType="1"/>
            </p:cNvSpPr>
            <p:nvPr/>
          </p:nvSpPr>
          <p:spPr bwMode="auto">
            <a:xfrm>
              <a:off x="3365" y="3418"/>
              <a:ext cx="403" cy="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9401" name="Freeform 129"/>
            <p:cNvSpPr/>
            <p:nvPr/>
          </p:nvSpPr>
          <p:spPr bwMode="auto">
            <a:xfrm>
              <a:off x="3766" y="3379"/>
              <a:ext cx="67" cy="79"/>
            </a:xfrm>
            <a:custGeom>
              <a:avLst/>
              <a:gdLst>
                <a:gd name="T0" fmla="*/ 0 w 67"/>
                <a:gd name="T1" fmla="*/ 79 h 79"/>
                <a:gd name="T2" fmla="*/ 67 w 67"/>
                <a:gd name="T3" fmla="*/ 39 h 79"/>
                <a:gd name="T4" fmla="*/ 0 w 67"/>
                <a:gd name="T5" fmla="*/ 0 h 79"/>
                <a:gd name="T6" fmla="*/ 0 w 67"/>
                <a:gd name="T7" fmla="*/ 79 h 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 h="79">
                  <a:moveTo>
                    <a:pt x="0" y="79"/>
                  </a:moveTo>
                  <a:lnTo>
                    <a:pt x="67" y="39"/>
                  </a:lnTo>
                  <a:lnTo>
                    <a:pt x="0" y="0"/>
                  </a:lnTo>
                  <a:lnTo>
                    <a:pt x="0" y="7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9391" name="Group 130"/>
          <p:cNvGrpSpPr/>
          <p:nvPr/>
        </p:nvGrpSpPr>
        <p:grpSpPr bwMode="auto">
          <a:xfrm>
            <a:off x="8434388" y="4978400"/>
            <a:ext cx="742950" cy="127000"/>
            <a:chOff x="4353" y="3136"/>
            <a:chExt cx="468" cy="80"/>
          </a:xfrm>
        </p:grpSpPr>
        <p:sp>
          <p:nvSpPr>
            <p:cNvPr id="439398" name="Line 131"/>
            <p:cNvSpPr>
              <a:spLocks noChangeShapeType="1"/>
            </p:cNvSpPr>
            <p:nvPr/>
          </p:nvSpPr>
          <p:spPr bwMode="auto">
            <a:xfrm>
              <a:off x="4353" y="3175"/>
              <a:ext cx="403" cy="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9399" name="Freeform 132"/>
            <p:cNvSpPr/>
            <p:nvPr/>
          </p:nvSpPr>
          <p:spPr bwMode="auto">
            <a:xfrm>
              <a:off x="4754" y="3136"/>
              <a:ext cx="67" cy="80"/>
            </a:xfrm>
            <a:custGeom>
              <a:avLst/>
              <a:gdLst>
                <a:gd name="T0" fmla="*/ 0 w 67"/>
                <a:gd name="T1" fmla="*/ 80 h 80"/>
                <a:gd name="T2" fmla="*/ 67 w 67"/>
                <a:gd name="T3" fmla="*/ 39 h 80"/>
                <a:gd name="T4" fmla="*/ 0 w 67"/>
                <a:gd name="T5" fmla="*/ 0 h 80"/>
                <a:gd name="T6" fmla="*/ 0 w 67"/>
                <a:gd name="T7" fmla="*/ 80 h 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 h="80">
                  <a:moveTo>
                    <a:pt x="0" y="80"/>
                  </a:moveTo>
                  <a:lnTo>
                    <a:pt x="67" y="39"/>
                  </a:lnTo>
                  <a:lnTo>
                    <a:pt x="0" y="0"/>
                  </a:lnTo>
                  <a:lnTo>
                    <a:pt x="0" y="8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9392" name="Group 133"/>
          <p:cNvGrpSpPr/>
          <p:nvPr/>
        </p:nvGrpSpPr>
        <p:grpSpPr bwMode="auto">
          <a:xfrm>
            <a:off x="3565526" y="5267325"/>
            <a:ext cx="741363" cy="127000"/>
            <a:chOff x="1286" y="3318"/>
            <a:chExt cx="467" cy="80"/>
          </a:xfrm>
        </p:grpSpPr>
        <p:sp>
          <p:nvSpPr>
            <p:cNvPr id="439396" name="Line 134"/>
            <p:cNvSpPr>
              <a:spLocks noChangeShapeType="1"/>
            </p:cNvSpPr>
            <p:nvPr/>
          </p:nvSpPr>
          <p:spPr bwMode="auto">
            <a:xfrm>
              <a:off x="1286" y="3357"/>
              <a:ext cx="402" cy="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9397" name="Freeform 135"/>
            <p:cNvSpPr/>
            <p:nvPr/>
          </p:nvSpPr>
          <p:spPr bwMode="auto">
            <a:xfrm>
              <a:off x="1686" y="3318"/>
              <a:ext cx="67" cy="80"/>
            </a:xfrm>
            <a:custGeom>
              <a:avLst/>
              <a:gdLst>
                <a:gd name="T0" fmla="*/ 0 w 67"/>
                <a:gd name="T1" fmla="*/ 80 h 80"/>
                <a:gd name="T2" fmla="*/ 67 w 67"/>
                <a:gd name="T3" fmla="*/ 39 h 80"/>
                <a:gd name="T4" fmla="*/ 0 w 67"/>
                <a:gd name="T5" fmla="*/ 0 h 80"/>
                <a:gd name="T6" fmla="*/ 0 w 67"/>
                <a:gd name="T7" fmla="*/ 80 h 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 h="80">
                  <a:moveTo>
                    <a:pt x="0" y="80"/>
                  </a:moveTo>
                  <a:lnTo>
                    <a:pt x="67" y="39"/>
                  </a:lnTo>
                  <a:lnTo>
                    <a:pt x="0" y="0"/>
                  </a:lnTo>
                  <a:lnTo>
                    <a:pt x="0" y="8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39393" name="Group 136"/>
          <p:cNvGrpSpPr/>
          <p:nvPr/>
        </p:nvGrpSpPr>
        <p:grpSpPr bwMode="auto">
          <a:xfrm>
            <a:off x="3565526" y="5459413"/>
            <a:ext cx="741363" cy="127000"/>
            <a:chOff x="1286" y="3439"/>
            <a:chExt cx="467" cy="80"/>
          </a:xfrm>
        </p:grpSpPr>
        <p:sp>
          <p:nvSpPr>
            <p:cNvPr id="439394" name="Line 137"/>
            <p:cNvSpPr>
              <a:spLocks noChangeShapeType="1"/>
            </p:cNvSpPr>
            <p:nvPr/>
          </p:nvSpPr>
          <p:spPr bwMode="auto">
            <a:xfrm flipH="1">
              <a:off x="1351" y="3479"/>
              <a:ext cx="402" cy="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39395" name="Freeform 138"/>
            <p:cNvSpPr/>
            <p:nvPr/>
          </p:nvSpPr>
          <p:spPr bwMode="auto">
            <a:xfrm>
              <a:off x="1286" y="3439"/>
              <a:ext cx="68" cy="80"/>
            </a:xfrm>
            <a:custGeom>
              <a:avLst/>
              <a:gdLst>
                <a:gd name="T0" fmla="*/ 68 w 68"/>
                <a:gd name="T1" fmla="*/ 0 h 80"/>
                <a:gd name="T2" fmla="*/ 0 w 68"/>
                <a:gd name="T3" fmla="*/ 40 h 80"/>
                <a:gd name="T4" fmla="*/ 68 w 68"/>
                <a:gd name="T5" fmla="*/ 80 h 80"/>
                <a:gd name="T6" fmla="*/ 68 w 68"/>
                <a:gd name="T7" fmla="*/ 0 h 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8" h="80">
                  <a:moveTo>
                    <a:pt x="68" y="0"/>
                  </a:moveTo>
                  <a:lnTo>
                    <a:pt x="0" y="40"/>
                  </a:lnTo>
                  <a:lnTo>
                    <a:pt x="68" y="80"/>
                  </a:lnTo>
                  <a:lnTo>
                    <a:pt x="68"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spTree>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1"/>
          <p:cNvSpPr>
            <a:spLocks noGrp="1"/>
          </p:cNvSpPr>
          <p:nvPr>
            <p:ph type="sldNum" sz="quarter" idx="10"/>
          </p:nvPr>
        </p:nvSpPr>
        <p:spPr/>
        <p:txBody>
          <a:bodyPr/>
          <a:lstStyle/>
          <a:p>
            <a:pPr fontAlgn="base">
              <a:spcBef>
                <a:spcPct val="0"/>
              </a:spcBef>
              <a:spcAft>
                <a:spcPct val="0"/>
              </a:spcAft>
              <a:defRPr/>
            </a:pPr>
            <a:fld id="{9D741B8D-A292-4818-9421-D39B388B2A75}" type="slidenum">
              <a:rPr lang="ja-JP" altLang="en-US">
                <a:latin typeface="Arial" panose="020B0604020202020204"/>
              </a:rPr>
            </a:fld>
            <a:endParaRPr lang="en-US" altLang="ja-JP">
              <a:latin typeface="Arial" panose="020B0604020202020204"/>
            </a:endParaRPr>
          </a:p>
        </p:txBody>
      </p:sp>
      <p:sp>
        <p:nvSpPr>
          <p:cNvPr id="595970" name="Rectangle 2"/>
          <p:cNvSpPr>
            <a:spLocks noChangeArrowheads="1"/>
          </p:cNvSpPr>
          <p:nvPr/>
        </p:nvSpPr>
        <p:spPr bwMode="auto">
          <a:xfrm>
            <a:off x="2063751" y="990600"/>
            <a:ext cx="8208963"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276350" indent="-51943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929130" indent="-462280">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565400" indent="-446405">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3270250" indent="-514350">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727450" indent="-51435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4184650" indent="-51435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641850" indent="-51435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5099050" indent="-51435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Aft>
                <a:spcPct val="0"/>
              </a:spcAft>
              <a:buClr>
                <a:srgbClr val="CC0000"/>
              </a:buClr>
              <a:buSzPct val="60000"/>
              <a:buBlip>
                <a:blip r:embed="rId1"/>
              </a:buBlip>
            </a:pPr>
            <a:r>
              <a:rPr lang="en-US" altLang="zh-CN" sz="2600" b="1">
                <a:solidFill>
                  <a:srgbClr val="FF0000"/>
                </a:solidFill>
                <a:latin typeface="宋体" panose="02010600030101010101" pitchFamily="2" charset="-122"/>
              </a:rPr>
              <a:t> </a:t>
            </a:r>
            <a:r>
              <a:rPr lang="zh-CN" altLang="en-US" sz="2600" b="1">
                <a:solidFill>
                  <a:srgbClr val="FF0000"/>
                </a:solidFill>
                <a:latin typeface="宋体" panose="02010600030101010101" pitchFamily="2" charset="-122"/>
              </a:rPr>
              <a:t>机器学习</a:t>
            </a:r>
            <a:r>
              <a:rPr lang="zh-CN" altLang="en-US" sz="2600" b="1">
                <a:solidFill>
                  <a:srgbClr val="000000"/>
                </a:solidFill>
                <a:latin typeface="宋体" panose="02010600030101010101" pitchFamily="2" charset="-122"/>
              </a:rPr>
              <a:t>：</a:t>
            </a:r>
            <a:r>
              <a:rPr lang="zh-CN" altLang="en-US" sz="2600" b="1">
                <a:solidFill>
                  <a:srgbClr val="000000"/>
                </a:solidFill>
              </a:rPr>
              <a:t>机器学习（</a:t>
            </a:r>
            <a:r>
              <a:rPr lang="en-US" altLang="zh-CN" sz="2600" b="1">
                <a:solidFill>
                  <a:srgbClr val="000000"/>
                </a:solidFill>
              </a:rPr>
              <a:t>Machine learning</a:t>
            </a:r>
            <a:r>
              <a:rPr lang="zh-CN" altLang="en-US" sz="2600" b="1">
                <a:solidFill>
                  <a:srgbClr val="000000"/>
                </a:solidFill>
              </a:rPr>
              <a:t>）使计算机能模拟人的学习行为，自动地通过学习来获取知识和技能，不断改善性能，实现自我完善。</a:t>
            </a:r>
            <a:r>
              <a:rPr lang="zh-CN" altLang="en-US" sz="2600" b="1">
                <a:solidFill>
                  <a:srgbClr val="000000"/>
                </a:solidFill>
                <a:latin typeface="宋体" panose="02010600030101010101" pitchFamily="2" charset="-122"/>
              </a:rPr>
              <a:t> </a:t>
            </a:r>
            <a:endParaRPr lang="zh-CN" altLang="en-US" sz="2600" b="1">
              <a:solidFill>
                <a:srgbClr val="000000"/>
              </a:solidFill>
              <a:latin typeface="宋体" panose="02010600030101010101" pitchFamily="2" charset="-122"/>
            </a:endParaRPr>
          </a:p>
        </p:txBody>
      </p:sp>
      <p:sp>
        <p:nvSpPr>
          <p:cNvPr id="440324" name="Rectangle 3"/>
          <p:cNvSpPr>
            <a:spLocks noChangeArrowheads="1"/>
          </p:cNvSpPr>
          <p:nvPr/>
        </p:nvSpPr>
        <p:spPr bwMode="auto">
          <a:xfrm>
            <a:off x="1524000" y="1"/>
            <a:ext cx="9144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530">
              <a:defRPr>
                <a:solidFill>
                  <a:schemeClr val="tx1"/>
                </a:solidFill>
                <a:latin typeface="Verdana" panose="020B0604030504040204" pitchFamily="34" charset="0"/>
                <a:ea typeface="宋体" panose="02010600030101010101" pitchFamily="2" charset="-122"/>
              </a:defRPr>
            </a:lvl1pPr>
            <a:lvl2pPr indent="176530">
              <a:defRPr>
                <a:solidFill>
                  <a:schemeClr val="tx1"/>
                </a:solidFill>
                <a:latin typeface="Verdana" panose="020B0604030504040204" pitchFamily="34" charset="0"/>
                <a:ea typeface="宋体" panose="02010600030101010101" pitchFamily="2" charset="-122"/>
              </a:defRPr>
            </a:lvl2pPr>
            <a:lvl3pPr indent="176530">
              <a:defRPr>
                <a:solidFill>
                  <a:schemeClr val="tx1"/>
                </a:solidFill>
                <a:latin typeface="Verdana" panose="020B0604030504040204" pitchFamily="34" charset="0"/>
                <a:ea typeface="宋体" panose="02010600030101010101" pitchFamily="2" charset="-122"/>
              </a:defRPr>
            </a:lvl3pPr>
            <a:lvl4pPr indent="176530">
              <a:defRPr>
                <a:solidFill>
                  <a:schemeClr val="tx1"/>
                </a:solidFill>
                <a:latin typeface="Verdana" panose="020B0604030504040204" pitchFamily="34" charset="0"/>
                <a:ea typeface="宋体" panose="02010600030101010101" pitchFamily="2" charset="-122"/>
              </a:defRPr>
            </a:lvl4pPr>
            <a:lvl5pPr indent="176530">
              <a:defRPr>
                <a:solidFill>
                  <a:schemeClr val="tx1"/>
                </a:solidFill>
                <a:latin typeface="Verdana" panose="020B0604030504040204" pitchFamily="34" charset="0"/>
                <a:ea typeface="宋体" panose="02010600030101010101" pitchFamily="2" charset="-122"/>
              </a:defRPr>
            </a:lvl5pPr>
            <a:lvl6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600">
                <a:solidFill>
                  <a:srgbClr val="FFFFFF"/>
                </a:solidFill>
                <a:latin typeface="Times New Roman" panose="02020603050405020304" pitchFamily="18" charset="0"/>
                <a:ea typeface="黑体" panose="02010609060101010101" pitchFamily="49" charset="-122"/>
              </a:rPr>
              <a:t>10.5  </a:t>
            </a:r>
            <a:r>
              <a:rPr lang="zh-CN" altLang="en-US" sz="3600">
                <a:solidFill>
                  <a:srgbClr val="FFFFFF"/>
                </a:solidFill>
                <a:latin typeface="Times New Roman" panose="02020603050405020304" pitchFamily="18" charset="0"/>
                <a:ea typeface="黑体" panose="02010609060101010101" pitchFamily="49" charset="-122"/>
              </a:rPr>
              <a:t>机器学习</a:t>
            </a:r>
            <a:endParaRPr lang="zh-CN" altLang="en-US" sz="3600">
              <a:solidFill>
                <a:srgbClr val="FFFFFF"/>
              </a:solidFill>
              <a:latin typeface="Times New Roman" panose="02020603050405020304" pitchFamily="18" charset="0"/>
              <a:ea typeface="黑体" panose="02010609060101010101" pitchFamily="49" charset="-122"/>
            </a:endParaRPr>
          </a:p>
        </p:txBody>
      </p:sp>
      <p:sp>
        <p:nvSpPr>
          <p:cNvPr id="595972" name="Text Box 4"/>
          <p:cNvSpPr txBox="1">
            <a:spLocks noChangeArrowheads="1"/>
          </p:cNvSpPr>
          <p:nvPr/>
        </p:nvSpPr>
        <p:spPr bwMode="auto">
          <a:xfrm>
            <a:off x="2057400" y="2743201"/>
            <a:ext cx="8229600" cy="3533775"/>
          </a:xfrm>
          <a:prstGeom prst="rect">
            <a:avLst/>
          </a:prstGeom>
          <a:gradFill rotWithShape="0">
            <a:gsLst>
              <a:gs pos="0">
                <a:schemeClr val="bg1"/>
              </a:gs>
              <a:gs pos="50000">
                <a:srgbClr val="D9FFD9"/>
              </a:gs>
              <a:gs pos="100000">
                <a:schemeClr val="bg1"/>
              </a:gs>
            </a:gsLst>
            <a:lin ang="18900000" scaled="1"/>
          </a:gradFill>
          <a:ln w="9525">
            <a:solidFill>
              <a:srgbClr val="008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914400" indent="-457200">
              <a:defRPr>
                <a:solidFill>
                  <a:schemeClr val="tx1"/>
                </a:solidFill>
                <a:latin typeface="Arial" panose="020B0604020202020204" pitchFamily="34" charset="0"/>
                <a:ea typeface="宋体" panose="02010600030101010101" pitchFamily="2" charset="-122"/>
              </a:defRPr>
            </a:lvl2pPr>
            <a:lvl3pPr marL="1371600" indent="-457200">
              <a:defRPr>
                <a:solidFill>
                  <a:schemeClr val="tx1"/>
                </a:solidFill>
                <a:latin typeface="Arial" panose="020B0604020202020204" pitchFamily="34" charset="0"/>
                <a:ea typeface="宋体" panose="02010600030101010101" pitchFamily="2" charset="-122"/>
              </a:defRPr>
            </a:lvl3pPr>
            <a:lvl4pPr marL="1828800" indent="-457200">
              <a:defRPr>
                <a:solidFill>
                  <a:schemeClr val="tx1"/>
                </a:solidFill>
                <a:latin typeface="Arial" panose="020B0604020202020204" pitchFamily="34" charset="0"/>
                <a:ea typeface="宋体" panose="02010600030101010101" pitchFamily="2" charset="-122"/>
              </a:defRPr>
            </a:lvl4pPr>
            <a:lvl5pPr marL="2286000" indent="-457200">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lnSpc>
                <a:spcPct val="120000"/>
              </a:lnSpc>
              <a:spcBef>
                <a:spcPct val="20000"/>
              </a:spcBef>
              <a:spcAft>
                <a:spcPct val="0"/>
              </a:spcAft>
              <a:buClr>
                <a:srgbClr val="000000"/>
              </a:buClr>
              <a:defRPr/>
            </a:pPr>
            <a:r>
              <a:rPr lang="zh-CN" altLang="en-US" sz="2400" b="1">
                <a:solidFill>
                  <a:srgbClr val="000000"/>
                </a:solidFill>
                <a:latin typeface="Times New Roman" panose="02020603050405020304" pitchFamily="18" charset="0"/>
              </a:rPr>
              <a:t>（</a:t>
            </a:r>
            <a:r>
              <a:rPr lang="en-US" altLang="zh-CN" sz="2400" b="1">
                <a:solidFill>
                  <a:srgbClr val="000000"/>
                </a:solidFill>
                <a:latin typeface="Times New Roman" panose="02020603050405020304" pitchFamily="18" charset="0"/>
              </a:rPr>
              <a:t>1</a:t>
            </a:r>
            <a:r>
              <a:rPr lang="zh-CN" altLang="en-US" sz="2400" b="1">
                <a:solidFill>
                  <a:srgbClr val="000000"/>
                </a:solidFill>
                <a:latin typeface="Times New Roman" panose="02020603050405020304" pitchFamily="18" charset="0"/>
              </a:rPr>
              <a:t>）学习机理</a:t>
            </a:r>
            <a:endParaRPr lang="zh-CN" altLang="en-US" sz="2400" b="1">
              <a:solidFill>
                <a:srgbClr val="000000"/>
              </a:solidFill>
              <a:latin typeface="Times New Roman" panose="02020603050405020304" pitchFamily="18" charset="0"/>
            </a:endParaRPr>
          </a:p>
          <a:p>
            <a:pPr fontAlgn="base">
              <a:lnSpc>
                <a:spcPct val="120000"/>
              </a:lnSpc>
              <a:spcBef>
                <a:spcPct val="20000"/>
              </a:spcBef>
              <a:spcAft>
                <a:spcPct val="0"/>
              </a:spcAft>
              <a:buClr>
                <a:srgbClr val="000000"/>
              </a:buClr>
              <a:defRPr/>
            </a:pPr>
            <a:r>
              <a:rPr lang="zh-CN" altLang="en-US" sz="2400">
                <a:solidFill>
                  <a:srgbClr val="000000"/>
                </a:solidFill>
                <a:latin typeface="Times New Roman" panose="02020603050405020304" pitchFamily="18" charset="0"/>
              </a:rPr>
              <a:t>          </a:t>
            </a:r>
            <a:r>
              <a:rPr lang="zh-CN" altLang="en-US" sz="2400" b="1">
                <a:solidFill>
                  <a:srgbClr val="000000"/>
                </a:solidFill>
                <a:latin typeface="Times New Roman" panose="02020603050405020304" pitchFamily="18" charset="0"/>
              </a:rPr>
              <a:t>人类获取知识、技能和抽象概念的天赋能力。 </a:t>
            </a:r>
            <a:endParaRPr lang="zh-CN" altLang="en-US" sz="2400" b="1">
              <a:solidFill>
                <a:srgbClr val="000000"/>
              </a:solidFill>
              <a:latin typeface="Times New Roman" panose="02020603050405020304" pitchFamily="18" charset="0"/>
            </a:endParaRPr>
          </a:p>
          <a:p>
            <a:pPr fontAlgn="base">
              <a:lnSpc>
                <a:spcPct val="120000"/>
              </a:lnSpc>
              <a:spcBef>
                <a:spcPct val="20000"/>
              </a:spcBef>
              <a:spcAft>
                <a:spcPct val="0"/>
              </a:spcAft>
              <a:buClr>
                <a:srgbClr val="000000"/>
              </a:buClr>
              <a:defRPr/>
            </a:pPr>
            <a:r>
              <a:rPr lang="zh-CN" altLang="en-US" sz="2400" b="1">
                <a:solidFill>
                  <a:srgbClr val="000000"/>
                </a:solidFill>
                <a:latin typeface="Times New Roman" panose="02020603050405020304" pitchFamily="18" charset="0"/>
              </a:rPr>
              <a:t>（</a:t>
            </a:r>
            <a:r>
              <a:rPr lang="en-US" altLang="zh-CN" sz="2400" b="1">
                <a:solidFill>
                  <a:srgbClr val="000000"/>
                </a:solidFill>
                <a:latin typeface="Times New Roman" panose="02020603050405020304" pitchFamily="18" charset="0"/>
              </a:rPr>
              <a:t>2</a:t>
            </a:r>
            <a:r>
              <a:rPr lang="zh-CN" altLang="en-US" sz="2400" b="1">
                <a:solidFill>
                  <a:srgbClr val="000000"/>
                </a:solidFill>
                <a:latin typeface="Times New Roman" panose="02020603050405020304" pitchFamily="18" charset="0"/>
              </a:rPr>
              <a:t>）学习方法</a:t>
            </a:r>
            <a:endParaRPr lang="zh-CN" altLang="en-US" sz="2400" b="1">
              <a:solidFill>
                <a:srgbClr val="000000"/>
              </a:solidFill>
              <a:latin typeface="Times New Roman" panose="02020603050405020304" pitchFamily="18" charset="0"/>
            </a:endParaRPr>
          </a:p>
          <a:p>
            <a:pPr fontAlgn="base">
              <a:lnSpc>
                <a:spcPct val="120000"/>
              </a:lnSpc>
              <a:spcBef>
                <a:spcPct val="20000"/>
              </a:spcBef>
              <a:spcAft>
                <a:spcPct val="0"/>
              </a:spcAft>
              <a:buClr>
                <a:srgbClr val="000000"/>
              </a:buClr>
              <a:defRPr/>
            </a:pPr>
            <a:r>
              <a:rPr lang="zh-CN" altLang="en-US" sz="2400" b="1">
                <a:solidFill>
                  <a:srgbClr val="000000"/>
                </a:solidFill>
                <a:latin typeface="Verdana" panose="020B0604030504040204" pitchFamily="34" charset="0"/>
              </a:rPr>
              <a:t>       机器学习方法的构造是在对生物学习机理进行简化的基础上，用计算的方法进行再现。</a:t>
            </a:r>
            <a:r>
              <a:rPr lang="zh-CN" altLang="en-US" sz="2400">
                <a:solidFill>
                  <a:srgbClr val="000000"/>
                </a:solidFill>
                <a:latin typeface="Verdana" panose="020B0604030504040204" pitchFamily="34" charset="0"/>
              </a:rPr>
              <a:t> </a:t>
            </a:r>
            <a:endParaRPr lang="zh-CN" altLang="en-US" sz="2400" b="1">
              <a:solidFill>
                <a:srgbClr val="000000"/>
              </a:solidFill>
              <a:latin typeface="Times New Roman" panose="02020603050405020304" pitchFamily="18" charset="0"/>
            </a:endParaRPr>
          </a:p>
          <a:p>
            <a:pPr fontAlgn="base">
              <a:lnSpc>
                <a:spcPct val="120000"/>
              </a:lnSpc>
              <a:spcBef>
                <a:spcPct val="20000"/>
              </a:spcBef>
              <a:spcAft>
                <a:spcPct val="0"/>
              </a:spcAft>
              <a:buClr>
                <a:srgbClr val="000000"/>
              </a:buClr>
              <a:defRPr/>
            </a:pPr>
            <a:r>
              <a:rPr lang="zh-CN" altLang="en-US" sz="2400" b="1">
                <a:solidFill>
                  <a:srgbClr val="000000"/>
                </a:solidFill>
                <a:latin typeface="Times New Roman" panose="02020603050405020304" pitchFamily="18" charset="0"/>
              </a:rPr>
              <a:t>（</a:t>
            </a:r>
            <a:r>
              <a:rPr lang="en-US" altLang="zh-CN" sz="2400" b="1">
                <a:solidFill>
                  <a:srgbClr val="000000"/>
                </a:solidFill>
                <a:latin typeface="Times New Roman" panose="02020603050405020304" pitchFamily="18" charset="0"/>
              </a:rPr>
              <a:t>3</a:t>
            </a:r>
            <a:r>
              <a:rPr lang="zh-CN" altLang="en-US" sz="2400" b="1">
                <a:solidFill>
                  <a:srgbClr val="000000"/>
                </a:solidFill>
                <a:latin typeface="Times New Roman" panose="02020603050405020304" pitchFamily="18" charset="0"/>
              </a:rPr>
              <a:t>）学习系统 </a:t>
            </a:r>
            <a:endParaRPr lang="zh-CN" altLang="en-US" sz="2400" b="1">
              <a:solidFill>
                <a:srgbClr val="000000"/>
              </a:solidFill>
              <a:latin typeface="Times New Roman" panose="02020603050405020304" pitchFamily="18" charset="0"/>
            </a:endParaRPr>
          </a:p>
          <a:p>
            <a:pPr algn="just" fontAlgn="base">
              <a:lnSpc>
                <a:spcPct val="120000"/>
              </a:lnSpc>
              <a:spcBef>
                <a:spcPct val="20000"/>
              </a:spcBef>
              <a:spcAft>
                <a:spcPct val="0"/>
              </a:spcAft>
              <a:buSzPct val="60000"/>
              <a:buBlip>
                <a:blip r:embed="rId1"/>
              </a:buBlip>
              <a:defRPr/>
            </a:pPr>
            <a:r>
              <a:rPr kumimoji="1" lang="zh-CN" altLang="en-US" sz="2400">
                <a:solidFill>
                  <a:srgbClr val="000000"/>
                </a:solidFill>
                <a:latin typeface="Verdana" panose="020B0604030504040204" pitchFamily="34" charset="0"/>
              </a:rPr>
              <a:t> </a:t>
            </a:r>
            <a:r>
              <a:rPr kumimoji="1" lang="zh-CN" altLang="en-US" sz="2400" b="1">
                <a:solidFill>
                  <a:srgbClr val="000000"/>
                </a:solidFill>
                <a:latin typeface="Verdana" panose="020B0604030504040204" pitchFamily="34" charset="0"/>
              </a:rPr>
              <a:t>能够在一定程度上实现机器学习的系统。</a:t>
            </a:r>
            <a:endParaRPr kumimoji="1" lang="zh-CN" altLang="en-US" sz="2400">
              <a:solidFill>
                <a:srgbClr val="000000"/>
              </a:solidFill>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5970">
                                            <p:txEl>
                                              <p:pRg st="0" end="0"/>
                                            </p:txEl>
                                          </p:spTgt>
                                        </p:tgtEl>
                                        <p:attrNameLst>
                                          <p:attrName>style.visibility</p:attrName>
                                        </p:attrNameLst>
                                      </p:cBhvr>
                                      <p:to>
                                        <p:strVal val="visible"/>
                                      </p:to>
                                    </p:set>
                                    <p:anim calcmode="lin" valueType="num">
                                      <p:cBhvr additive="base">
                                        <p:cTn id="7" dur="500" fill="hold"/>
                                        <p:tgtEl>
                                          <p:spTgt spid="59597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9597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595972"/>
                                        </p:tgtEl>
                                        <p:attrNameLst>
                                          <p:attrName>style.visibility</p:attrName>
                                        </p:attrNameLst>
                                      </p:cBhvr>
                                      <p:to>
                                        <p:strVal val="visible"/>
                                      </p:to>
                                    </p:set>
                                    <p:animEffect transition="in" filter="slide(fromBottom)">
                                      <p:cBhvr>
                                        <p:cTn id="13" dur="500"/>
                                        <p:tgtEl>
                                          <p:spTgt spid="5959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5970" grpId="0" autoUpdateAnimBg="0" build="p"/>
      <p:bldP spid="595972" grpId="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p:cNvSpPr>
            <a:spLocks noGrp="1"/>
          </p:cNvSpPr>
          <p:nvPr>
            <p:ph type="sldNum" sz="quarter" idx="10"/>
          </p:nvPr>
        </p:nvSpPr>
        <p:spPr/>
        <p:txBody>
          <a:bodyPr/>
          <a:lstStyle/>
          <a:p>
            <a:pPr fontAlgn="base">
              <a:spcBef>
                <a:spcPct val="0"/>
              </a:spcBef>
              <a:spcAft>
                <a:spcPct val="0"/>
              </a:spcAft>
              <a:defRPr/>
            </a:pPr>
            <a:fld id="{86F441D5-E83E-4D20-B6AC-80E74BE12BC3}" type="slidenum">
              <a:rPr lang="ja-JP" altLang="en-US">
                <a:latin typeface="Arial" panose="020B0604020202020204"/>
              </a:rPr>
            </a:fld>
            <a:endParaRPr lang="en-US" altLang="ja-JP">
              <a:latin typeface="Arial" panose="020B0604020202020204"/>
            </a:endParaRPr>
          </a:p>
        </p:txBody>
      </p:sp>
      <p:sp>
        <p:nvSpPr>
          <p:cNvPr id="596994" name="Rectangle 2"/>
          <p:cNvSpPr>
            <a:spLocks noChangeArrowheads="1"/>
          </p:cNvSpPr>
          <p:nvPr/>
        </p:nvSpPr>
        <p:spPr bwMode="auto">
          <a:xfrm>
            <a:off x="2057401" y="914400"/>
            <a:ext cx="8208963"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276350" indent="-51943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929130" indent="-462280">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565400" indent="-446405">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3270250" indent="-514350">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727450" indent="-51435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4184650" indent="-51435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641850" indent="-51435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5099050" indent="-51435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Aft>
                <a:spcPct val="0"/>
              </a:spcAft>
              <a:buClr>
                <a:srgbClr val="CC0000"/>
              </a:buClr>
              <a:buSzPct val="60000"/>
              <a:buBlip>
                <a:blip r:embed="rId1"/>
              </a:buBlip>
            </a:pPr>
            <a:r>
              <a:rPr lang="zh-CN" altLang="en-US" sz="2600" b="1">
                <a:solidFill>
                  <a:srgbClr val="000000"/>
                </a:solidFill>
              </a:rPr>
              <a:t>一个学习系统一般应该有环境、学习、知识库、执行与评价等四个基本部分组成。</a:t>
            </a:r>
            <a:endParaRPr lang="zh-CN" altLang="en-US" sz="2600" b="1">
              <a:solidFill>
                <a:srgbClr val="000000"/>
              </a:solidFill>
              <a:latin typeface="宋体" panose="02010600030101010101" pitchFamily="2" charset="-122"/>
            </a:endParaRPr>
          </a:p>
        </p:txBody>
      </p:sp>
      <p:sp>
        <p:nvSpPr>
          <p:cNvPr id="441348" name="Rectangle 3"/>
          <p:cNvSpPr>
            <a:spLocks noChangeArrowheads="1"/>
          </p:cNvSpPr>
          <p:nvPr/>
        </p:nvSpPr>
        <p:spPr bwMode="auto">
          <a:xfrm>
            <a:off x="1524000" y="1"/>
            <a:ext cx="9144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530">
              <a:defRPr>
                <a:solidFill>
                  <a:schemeClr val="tx1"/>
                </a:solidFill>
                <a:latin typeface="Verdana" panose="020B0604030504040204" pitchFamily="34" charset="0"/>
                <a:ea typeface="宋体" panose="02010600030101010101" pitchFamily="2" charset="-122"/>
              </a:defRPr>
            </a:lvl1pPr>
            <a:lvl2pPr indent="176530">
              <a:defRPr>
                <a:solidFill>
                  <a:schemeClr val="tx1"/>
                </a:solidFill>
                <a:latin typeface="Verdana" panose="020B0604030504040204" pitchFamily="34" charset="0"/>
                <a:ea typeface="宋体" panose="02010600030101010101" pitchFamily="2" charset="-122"/>
              </a:defRPr>
            </a:lvl2pPr>
            <a:lvl3pPr indent="176530">
              <a:defRPr>
                <a:solidFill>
                  <a:schemeClr val="tx1"/>
                </a:solidFill>
                <a:latin typeface="Verdana" panose="020B0604030504040204" pitchFamily="34" charset="0"/>
                <a:ea typeface="宋体" panose="02010600030101010101" pitchFamily="2" charset="-122"/>
              </a:defRPr>
            </a:lvl3pPr>
            <a:lvl4pPr indent="176530">
              <a:defRPr>
                <a:solidFill>
                  <a:schemeClr val="tx1"/>
                </a:solidFill>
                <a:latin typeface="Verdana" panose="020B0604030504040204" pitchFamily="34" charset="0"/>
                <a:ea typeface="宋体" panose="02010600030101010101" pitchFamily="2" charset="-122"/>
              </a:defRPr>
            </a:lvl4pPr>
            <a:lvl5pPr indent="176530">
              <a:defRPr>
                <a:solidFill>
                  <a:schemeClr val="tx1"/>
                </a:solidFill>
                <a:latin typeface="Verdana" panose="020B0604030504040204" pitchFamily="34" charset="0"/>
                <a:ea typeface="宋体" panose="02010600030101010101" pitchFamily="2" charset="-122"/>
              </a:defRPr>
            </a:lvl5pPr>
            <a:lvl6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600">
                <a:solidFill>
                  <a:srgbClr val="FFFFFF"/>
                </a:solidFill>
                <a:latin typeface="Times New Roman" panose="02020603050405020304" pitchFamily="18" charset="0"/>
                <a:ea typeface="黑体" panose="02010609060101010101" pitchFamily="49" charset="-122"/>
              </a:rPr>
              <a:t>10.5.1  </a:t>
            </a:r>
            <a:r>
              <a:rPr lang="zh-CN" altLang="en-US" sz="3600">
                <a:solidFill>
                  <a:srgbClr val="FFFFFF"/>
                </a:solidFill>
                <a:latin typeface="Times New Roman" panose="02020603050405020304" pitchFamily="18" charset="0"/>
                <a:ea typeface="黑体" panose="02010609060101010101" pitchFamily="49" charset="-122"/>
              </a:rPr>
              <a:t>机器学习的基本概念</a:t>
            </a:r>
            <a:endParaRPr lang="zh-CN" altLang="en-US" sz="3600">
              <a:solidFill>
                <a:srgbClr val="FFFFFF"/>
              </a:solidFill>
              <a:latin typeface="Times New Roman" panose="02020603050405020304" pitchFamily="18" charset="0"/>
              <a:ea typeface="黑体" panose="02010609060101010101" pitchFamily="49" charset="-122"/>
            </a:endParaRPr>
          </a:p>
        </p:txBody>
      </p:sp>
      <p:pic>
        <p:nvPicPr>
          <p:cNvPr id="44134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2057401"/>
            <a:ext cx="7010400" cy="202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1350" name="Text Box 5"/>
          <p:cNvSpPr txBox="1">
            <a:spLocks noChangeArrowheads="1"/>
          </p:cNvSpPr>
          <p:nvPr/>
        </p:nvSpPr>
        <p:spPr bwMode="auto">
          <a:xfrm>
            <a:off x="1676400" y="4229101"/>
            <a:ext cx="88392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lnSpc>
                <a:spcPct val="120000"/>
              </a:lnSpc>
              <a:spcBef>
                <a:spcPct val="0"/>
              </a:spcBef>
              <a:spcAft>
                <a:spcPct val="0"/>
              </a:spcAft>
            </a:pPr>
            <a:r>
              <a:rPr lang="en-US" altLang="zh-CN" sz="2400" b="1">
                <a:solidFill>
                  <a:srgbClr val="000000"/>
                </a:solidFill>
                <a:latin typeface="Times New Roman" panose="02020603050405020304" pitchFamily="18" charset="0"/>
              </a:rPr>
              <a:t>“</a:t>
            </a:r>
            <a:r>
              <a:rPr lang="zh-CN" altLang="en-US" sz="2400" b="1">
                <a:solidFill>
                  <a:srgbClr val="000000"/>
                </a:solidFill>
                <a:latin typeface="宋体" panose="02010600030101010101" pitchFamily="2" charset="-122"/>
              </a:rPr>
              <a:t>示例空间</a:t>
            </a:r>
            <a:r>
              <a:rPr lang="zh-CN" altLang="en-US" sz="2400" b="1">
                <a:solidFill>
                  <a:srgbClr val="000000"/>
                </a:solidFill>
                <a:latin typeface="Times New Roman" panose="02020603050405020304" pitchFamily="18" charset="0"/>
              </a:rPr>
              <a:t>”</a:t>
            </a:r>
            <a:r>
              <a:rPr lang="zh-CN" altLang="en-US" sz="2400" b="1">
                <a:solidFill>
                  <a:srgbClr val="000000"/>
                </a:solidFill>
                <a:latin typeface="宋体" panose="02010600030101010101" pitchFamily="2" charset="-122"/>
              </a:rPr>
              <a:t>是所有可对系统进行训练的示例集合。</a:t>
            </a:r>
            <a:endParaRPr lang="zh-CN" altLang="en-US" sz="2400" b="1">
              <a:solidFill>
                <a:srgbClr val="000000"/>
              </a:solidFill>
              <a:latin typeface="Times New Roman" panose="02020603050405020304" pitchFamily="18" charset="0"/>
              <a:cs typeface="Times New Roman" panose="02020603050405020304" pitchFamily="18" charset="0"/>
            </a:endParaRPr>
          </a:p>
          <a:p>
            <a:pPr fontAlgn="base">
              <a:lnSpc>
                <a:spcPct val="120000"/>
              </a:lnSpc>
              <a:spcBef>
                <a:spcPct val="0"/>
              </a:spcBef>
              <a:spcAft>
                <a:spcPct val="0"/>
              </a:spcAft>
            </a:pPr>
            <a:r>
              <a:rPr lang="zh-CN" altLang="en-US" sz="2400" b="1">
                <a:solidFill>
                  <a:srgbClr val="000000"/>
                </a:solidFill>
                <a:latin typeface="Times New Roman" panose="02020603050405020304" pitchFamily="18" charset="0"/>
              </a:rPr>
              <a:t>“</a:t>
            </a:r>
            <a:r>
              <a:rPr lang="zh-CN" altLang="en-US" sz="2400" b="1">
                <a:solidFill>
                  <a:srgbClr val="000000"/>
                </a:solidFill>
                <a:latin typeface="宋体" panose="02010600030101010101" pitchFamily="2" charset="-122"/>
              </a:rPr>
              <a:t>搜索</a:t>
            </a:r>
            <a:r>
              <a:rPr lang="zh-CN" altLang="en-US" sz="2400" b="1">
                <a:solidFill>
                  <a:srgbClr val="000000"/>
                </a:solidFill>
                <a:latin typeface="Times New Roman" panose="02020603050405020304" pitchFamily="18" charset="0"/>
              </a:rPr>
              <a:t>”</a:t>
            </a:r>
            <a:r>
              <a:rPr lang="zh-CN" altLang="en-US" sz="2400" b="1">
                <a:solidFill>
                  <a:srgbClr val="000000"/>
                </a:solidFill>
                <a:latin typeface="宋体" panose="02010600030101010101" pitchFamily="2" charset="-122"/>
              </a:rPr>
              <a:t>的作用是从示例空间中查找所需的示例。</a:t>
            </a:r>
            <a:endParaRPr lang="zh-CN" altLang="en-US" sz="2400" b="1">
              <a:solidFill>
                <a:srgbClr val="000000"/>
              </a:solidFill>
              <a:latin typeface="Times New Roman" panose="02020603050405020304" pitchFamily="18" charset="0"/>
              <a:cs typeface="Times New Roman" panose="02020603050405020304" pitchFamily="18" charset="0"/>
            </a:endParaRPr>
          </a:p>
          <a:p>
            <a:pPr fontAlgn="base">
              <a:lnSpc>
                <a:spcPct val="120000"/>
              </a:lnSpc>
              <a:spcBef>
                <a:spcPct val="0"/>
              </a:spcBef>
              <a:spcAft>
                <a:spcPct val="0"/>
              </a:spcAft>
            </a:pPr>
            <a:r>
              <a:rPr lang="zh-CN" altLang="en-US" sz="2400" b="1">
                <a:solidFill>
                  <a:srgbClr val="000000"/>
                </a:solidFill>
                <a:latin typeface="Times New Roman" panose="02020603050405020304" pitchFamily="18" charset="0"/>
              </a:rPr>
              <a:t>“</a:t>
            </a:r>
            <a:r>
              <a:rPr lang="zh-CN" altLang="en-US" sz="2400" b="1">
                <a:solidFill>
                  <a:srgbClr val="000000"/>
                </a:solidFill>
                <a:latin typeface="宋体" panose="02010600030101010101" pitchFamily="2" charset="-122"/>
              </a:rPr>
              <a:t>解释</a:t>
            </a:r>
            <a:r>
              <a:rPr lang="zh-CN" altLang="en-US" sz="2400" b="1">
                <a:solidFill>
                  <a:srgbClr val="000000"/>
                </a:solidFill>
                <a:latin typeface="Times New Roman" panose="02020603050405020304" pitchFamily="18" charset="0"/>
              </a:rPr>
              <a:t>”</a:t>
            </a:r>
            <a:r>
              <a:rPr lang="zh-CN" altLang="en-US" sz="2400" b="1">
                <a:solidFill>
                  <a:srgbClr val="000000"/>
                </a:solidFill>
                <a:latin typeface="宋体" panose="02010600030101010101" pitchFamily="2" charset="-122"/>
              </a:rPr>
              <a:t>是从搜索到的示例中抽象出所需的有关信息形成知识。</a:t>
            </a:r>
            <a:endParaRPr lang="zh-CN" altLang="en-US" sz="2400" b="1">
              <a:solidFill>
                <a:srgbClr val="000000"/>
              </a:solidFill>
              <a:latin typeface="Times New Roman" panose="02020603050405020304" pitchFamily="18" charset="0"/>
              <a:cs typeface="Times New Roman" panose="02020603050405020304" pitchFamily="18" charset="0"/>
            </a:endParaRPr>
          </a:p>
          <a:p>
            <a:pPr fontAlgn="base">
              <a:lnSpc>
                <a:spcPct val="120000"/>
              </a:lnSpc>
              <a:spcBef>
                <a:spcPct val="0"/>
              </a:spcBef>
              <a:spcAft>
                <a:spcPct val="0"/>
              </a:spcAft>
            </a:pPr>
            <a:r>
              <a:rPr lang="zh-CN" altLang="en-US" sz="2400" b="1">
                <a:solidFill>
                  <a:srgbClr val="000000"/>
                </a:solidFill>
                <a:latin typeface="Times New Roman" panose="02020603050405020304" pitchFamily="18" charset="0"/>
              </a:rPr>
              <a:t>“</a:t>
            </a:r>
            <a:r>
              <a:rPr lang="zh-CN" altLang="en-US" sz="2400" b="1">
                <a:solidFill>
                  <a:srgbClr val="000000"/>
                </a:solidFill>
                <a:latin typeface="宋体" panose="02010600030101010101" pitchFamily="2" charset="-122"/>
              </a:rPr>
              <a:t>形成知识</a:t>
            </a:r>
            <a:r>
              <a:rPr lang="zh-CN" altLang="en-US" sz="2400" b="1">
                <a:solidFill>
                  <a:srgbClr val="000000"/>
                </a:solidFill>
                <a:latin typeface="Times New Roman" panose="02020603050405020304" pitchFamily="18" charset="0"/>
              </a:rPr>
              <a:t>”</a:t>
            </a:r>
            <a:r>
              <a:rPr lang="zh-CN" altLang="en-US" sz="2400" b="1">
                <a:solidFill>
                  <a:srgbClr val="000000"/>
                </a:solidFill>
                <a:latin typeface="宋体" panose="02010600030101010101" pitchFamily="2" charset="-122"/>
              </a:rPr>
              <a:t>是把解释得到的信息综合、归纳形成一般性的知识。</a:t>
            </a:r>
            <a:endParaRPr lang="zh-CN" altLang="en-US" sz="2400" b="1">
              <a:solidFill>
                <a:srgbClr val="000000"/>
              </a:solidFill>
              <a:latin typeface="Times New Roman" panose="02020603050405020304" pitchFamily="18" charset="0"/>
              <a:cs typeface="Times New Roman" panose="02020603050405020304" pitchFamily="18" charset="0"/>
            </a:endParaRPr>
          </a:p>
          <a:p>
            <a:pPr fontAlgn="base">
              <a:lnSpc>
                <a:spcPct val="120000"/>
              </a:lnSpc>
              <a:spcBef>
                <a:spcPct val="0"/>
              </a:spcBef>
              <a:spcAft>
                <a:spcPct val="0"/>
              </a:spcAft>
            </a:pPr>
            <a:r>
              <a:rPr lang="zh-CN" altLang="en-US" sz="2400" b="1">
                <a:solidFill>
                  <a:srgbClr val="000000"/>
                </a:solidFill>
                <a:latin typeface="Times New Roman" panose="02020603050405020304" pitchFamily="18" charset="0"/>
              </a:rPr>
              <a:t>“</a:t>
            </a:r>
            <a:r>
              <a:rPr lang="zh-CN" altLang="en-US" sz="2400" b="1">
                <a:solidFill>
                  <a:srgbClr val="000000"/>
                </a:solidFill>
                <a:latin typeface="宋体" panose="02010600030101010101" pitchFamily="2" charset="-122"/>
              </a:rPr>
              <a:t>验证</a:t>
            </a:r>
            <a:r>
              <a:rPr lang="zh-CN" altLang="en-US" sz="2400" b="1">
                <a:solidFill>
                  <a:srgbClr val="000000"/>
                </a:solidFill>
                <a:latin typeface="Times New Roman" panose="02020603050405020304" pitchFamily="18" charset="0"/>
              </a:rPr>
              <a:t>”</a:t>
            </a:r>
            <a:r>
              <a:rPr lang="zh-CN" altLang="en-US" sz="2400" b="1">
                <a:solidFill>
                  <a:srgbClr val="000000"/>
                </a:solidFill>
                <a:latin typeface="宋体" panose="02010600030101010101" pitchFamily="2" charset="-122"/>
              </a:rPr>
              <a:t>的作用是检验所形成的知识的正确性。</a:t>
            </a:r>
            <a:endParaRPr lang="zh-CN" altLang="en-US" sz="2400" b="1">
              <a:solidFill>
                <a:srgbClr val="000000"/>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6994">
                                            <p:txEl>
                                              <p:pRg st="0" end="0"/>
                                            </p:txEl>
                                          </p:spTgt>
                                        </p:tgtEl>
                                        <p:attrNameLst>
                                          <p:attrName>style.visibility</p:attrName>
                                        </p:attrNameLst>
                                      </p:cBhvr>
                                      <p:to>
                                        <p:strVal val="visible"/>
                                      </p:to>
                                    </p:set>
                                    <p:anim calcmode="lin" valueType="num">
                                      <p:cBhvr additive="base">
                                        <p:cTn id="7" dur="500" fill="hold"/>
                                        <p:tgtEl>
                                          <p:spTgt spid="59699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9699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6994" grpId="0" autoUpdateAnimBg="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1"/>
          <p:cNvSpPr>
            <a:spLocks noGrp="1"/>
          </p:cNvSpPr>
          <p:nvPr>
            <p:ph type="sldNum" sz="quarter" idx="10"/>
          </p:nvPr>
        </p:nvSpPr>
        <p:spPr/>
        <p:txBody>
          <a:bodyPr/>
          <a:lstStyle/>
          <a:p>
            <a:pPr fontAlgn="base">
              <a:spcBef>
                <a:spcPct val="0"/>
              </a:spcBef>
              <a:spcAft>
                <a:spcPct val="0"/>
              </a:spcAft>
              <a:defRPr/>
            </a:pPr>
            <a:fld id="{22FB241D-1D09-4852-85ED-F91F02B5F3BD}" type="slidenum">
              <a:rPr lang="ja-JP" altLang="en-US">
                <a:latin typeface="Arial" panose="020B0604020202020204"/>
              </a:rPr>
            </a:fld>
            <a:endParaRPr lang="en-US" altLang="ja-JP">
              <a:latin typeface="Arial" panose="020B0604020202020204"/>
            </a:endParaRPr>
          </a:p>
        </p:txBody>
      </p:sp>
      <p:sp>
        <p:nvSpPr>
          <p:cNvPr id="598018" name="Rectangle 2"/>
          <p:cNvSpPr>
            <a:spLocks noChangeArrowheads="1"/>
          </p:cNvSpPr>
          <p:nvPr/>
        </p:nvSpPr>
        <p:spPr bwMode="auto">
          <a:xfrm>
            <a:off x="1752600" y="838200"/>
            <a:ext cx="86868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276350" indent="-51943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929130" indent="-462280">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565400" indent="-446405">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3270250" indent="-514350">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727450" indent="-51435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4184650" indent="-51435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641850" indent="-51435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5099050" indent="-51435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Bef>
                <a:spcPct val="30000"/>
              </a:spcBef>
              <a:spcAft>
                <a:spcPct val="0"/>
              </a:spcAft>
              <a:buClr>
                <a:srgbClr val="CC0000"/>
              </a:buClr>
              <a:buSzPct val="60000"/>
              <a:buBlip>
                <a:blip r:embed="rId1"/>
              </a:buBlip>
            </a:pPr>
            <a:r>
              <a:rPr lang="en-US" altLang="zh-CN" sz="2600" b="1">
                <a:solidFill>
                  <a:srgbClr val="FF0000"/>
                </a:solidFill>
                <a:latin typeface="宋体" panose="02010600030101010101" pitchFamily="2" charset="-122"/>
              </a:rPr>
              <a:t> </a:t>
            </a:r>
            <a:r>
              <a:rPr lang="zh-CN" altLang="en-US" sz="2600" b="1">
                <a:solidFill>
                  <a:srgbClr val="000000"/>
                </a:solidFill>
              </a:rPr>
              <a:t>知识发现和数据挖掘的目的：从数据集中抽取和精化一般规律或模式。</a:t>
            </a:r>
            <a:endParaRPr lang="zh-CN" altLang="en-US" sz="2600" b="1">
              <a:solidFill>
                <a:srgbClr val="000000"/>
              </a:solidFill>
            </a:endParaRPr>
          </a:p>
          <a:p>
            <a:pPr algn="just" fontAlgn="base">
              <a:spcBef>
                <a:spcPct val="30000"/>
              </a:spcBef>
              <a:spcAft>
                <a:spcPct val="0"/>
              </a:spcAft>
              <a:buClr>
                <a:srgbClr val="CC0000"/>
              </a:buClr>
              <a:buSzPct val="60000"/>
              <a:buBlip>
                <a:blip r:embed="rId1"/>
              </a:buBlip>
            </a:pPr>
            <a:r>
              <a:rPr lang="zh-CN" altLang="en-US" sz="2600" b="1">
                <a:solidFill>
                  <a:srgbClr val="000000"/>
                </a:solidFill>
                <a:latin typeface="宋体" panose="02010600030101010101" pitchFamily="2" charset="-122"/>
              </a:rPr>
              <a:t>知识发现过程分为：数据准备、数据挖掘以及结果的解释评估等三步。</a:t>
            </a:r>
            <a:endParaRPr lang="zh-CN" altLang="en-US" sz="2600" b="1">
              <a:solidFill>
                <a:srgbClr val="000000"/>
              </a:solidFill>
              <a:latin typeface="Times New Roman" panose="02020603050405020304" pitchFamily="18" charset="0"/>
              <a:cs typeface="Times New Roman" panose="02020603050405020304" pitchFamily="18" charset="0"/>
            </a:endParaRPr>
          </a:p>
          <a:p>
            <a:pPr algn="just" fontAlgn="base">
              <a:spcBef>
                <a:spcPct val="30000"/>
              </a:spcBef>
              <a:spcAft>
                <a:spcPct val="0"/>
              </a:spcAft>
              <a:buClr>
                <a:srgbClr val="CC0000"/>
              </a:buClr>
              <a:buSzPct val="60000"/>
              <a:buBlip>
                <a:blip r:embed="rId1"/>
              </a:buBlip>
            </a:pPr>
            <a:r>
              <a:rPr lang="en-US" altLang="zh-CN" sz="2600" b="1">
                <a:solidFill>
                  <a:srgbClr val="000000"/>
                </a:solidFill>
                <a:latin typeface="Times New Roman" panose="02020603050405020304" pitchFamily="18" charset="0"/>
                <a:cs typeface="Times New Roman" panose="02020603050405020304" pitchFamily="18" charset="0"/>
              </a:rPr>
              <a:t>1.</a:t>
            </a:r>
            <a:r>
              <a:rPr lang="zh-CN" altLang="en-US" sz="2600" b="1">
                <a:solidFill>
                  <a:srgbClr val="000000"/>
                </a:solidFill>
                <a:latin typeface="宋体" panose="02010600030101010101" pitchFamily="2" charset="-122"/>
              </a:rPr>
              <a:t>数据准备：数据选、数据预处理和数据变换。</a:t>
            </a:r>
            <a:endParaRPr lang="zh-CN" altLang="en-US" sz="2600" b="1">
              <a:solidFill>
                <a:srgbClr val="000000"/>
              </a:solidFill>
              <a:latin typeface="宋体" panose="02010600030101010101" pitchFamily="2" charset="-122"/>
            </a:endParaRPr>
          </a:p>
          <a:p>
            <a:pPr algn="just" fontAlgn="base">
              <a:spcBef>
                <a:spcPct val="30000"/>
              </a:spcBef>
              <a:spcAft>
                <a:spcPct val="0"/>
              </a:spcAft>
              <a:buClr>
                <a:srgbClr val="CC0000"/>
              </a:buClr>
              <a:buSzPct val="60000"/>
              <a:buBlip>
                <a:blip r:embed="rId1"/>
              </a:buBlip>
            </a:pPr>
            <a:r>
              <a:rPr lang="zh-CN" altLang="en-US" sz="2600" b="1">
                <a:solidFill>
                  <a:srgbClr val="000000"/>
                </a:solidFill>
                <a:latin typeface="宋体" panose="02010600030101010101" pitchFamily="2" charset="-122"/>
              </a:rPr>
              <a:t>数据选取就是根据用户的需要从原始数据库中抽取的一组数据。</a:t>
            </a:r>
            <a:endParaRPr lang="zh-CN" altLang="en-US" sz="2600" b="1">
              <a:solidFill>
                <a:srgbClr val="000000"/>
              </a:solidFill>
              <a:latin typeface="宋体" panose="02010600030101010101" pitchFamily="2" charset="-122"/>
            </a:endParaRPr>
          </a:p>
          <a:p>
            <a:pPr algn="just" fontAlgn="base">
              <a:spcBef>
                <a:spcPct val="30000"/>
              </a:spcBef>
              <a:spcAft>
                <a:spcPct val="0"/>
              </a:spcAft>
              <a:buClr>
                <a:srgbClr val="CC0000"/>
              </a:buClr>
              <a:buSzPct val="60000"/>
              <a:buBlip>
                <a:blip r:embed="rId1"/>
              </a:buBlip>
            </a:pPr>
            <a:r>
              <a:rPr lang="zh-CN" altLang="en-US" sz="2600" b="1">
                <a:solidFill>
                  <a:srgbClr val="000000"/>
                </a:solidFill>
                <a:latin typeface="宋体" panose="02010600030101010101" pitchFamily="2" charset="-122"/>
              </a:rPr>
              <a:t>数据预处理一般可能包括消除噪声、推导计算缺值数据、消除重复记录、完成数据类型转换等。</a:t>
            </a:r>
            <a:endParaRPr lang="zh-CN" altLang="en-US" sz="2600" b="1">
              <a:solidFill>
                <a:srgbClr val="000000"/>
              </a:solidFill>
              <a:latin typeface="宋体" panose="02010600030101010101" pitchFamily="2" charset="-122"/>
            </a:endParaRPr>
          </a:p>
          <a:p>
            <a:pPr algn="just" fontAlgn="base">
              <a:spcBef>
                <a:spcPct val="30000"/>
              </a:spcBef>
              <a:spcAft>
                <a:spcPct val="0"/>
              </a:spcAft>
              <a:buClr>
                <a:srgbClr val="CC0000"/>
              </a:buClr>
              <a:buSzPct val="60000"/>
              <a:buBlip>
                <a:blip r:embed="rId1"/>
              </a:buBlip>
            </a:pPr>
            <a:r>
              <a:rPr lang="zh-CN" altLang="en-US" sz="2600" b="1">
                <a:solidFill>
                  <a:srgbClr val="000000"/>
                </a:solidFill>
                <a:latin typeface="宋体" panose="02010600030101010101" pitchFamily="2" charset="-122"/>
              </a:rPr>
              <a:t>数据变换是从初始特征中找出真正有用的特征以减少数据开采时要考虑的特征或变量个数。</a:t>
            </a:r>
            <a:endParaRPr lang="zh-CN" altLang="en-US" sz="2600" b="1">
              <a:solidFill>
                <a:srgbClr val="000000"/>
              </a:solidFill>
              <a:latin typeface="Times New Roman" panose="02020603050405020304" pitchFamily="18" charset="0"/>
              <a:cs typeface="Times New Roman" panose="02020603050405020304" pitchFamily="18" charset="0"/>
            </a:endParaRPr>
          </a:p>
        </p:txBody>
      </p:sp>
      <p:sp>
        <p:nvSpPr>
          <p:cNvPr id="442372" name="Rectangle 3"/>
          <p:cNvSpPr>
            <a:spLocks noChangeArrowheads="1"/>
          </p:cNvSpPr>
          <p:nvPr/>
        </p:nvSpPr>
        <p:spPr bwMode="auto">
          <a:xfrm>
            <a:off x="1524000" y="1"/>
            <a:ext cx="9144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530">
              <a:defRPr>
                <a:solidFill>
                  <a:schemeClr val="tx1"/>
                </a:solidFill>
                <a:latin typeface="Verdana" panose="020B0604030504040204" pitchFamily="34" charset="0"/>
                <a:ea typeface="宋体" panose="02010600030101010101" pitchFamily="2" charset="-122"/>
              </a:defRPr>
            </a:lvl1pPr>
            <a:lvl2pPr indent="176530">
              <a:defRPr>
                <a:solidFill>
                  <a:schemeClr val="tx1"/>
                </a:solidFill>
                <a:latin typeface="Verdana" panose="020B0604030504040204" pitchFamily="34" charset="0"/>
                <a:ea typeface="宋体" panose="02010600030101010101" pitchFamily="2" charset="-122"/>
              </a:defRPr>
            </a:lvl2pPr>
            <a:lvl3pPr indent="176530">
              <a:defRPr>
                <a:solidFill>
                  <a:schemeClr val="tx1"/>
                </a:solidFill>
                <a:latin typeface="Verdana" panose="020B0604030504040204" pitchFamily="34" charset="0"/>
                <a:ea typeface="宋体" panose="02010600030101010101" pitchFamily="2" charset="-122"/>
              </a:defRPr>
            </a:lvl3pPr>
            <a:lvl4pPr indent="176530">
              <a:defRPr>
                <a:solidFill>
                  <a:schemeClr val="tx1"/>
                </a:solidFill>
                <a:latin typeface="Verdana" panose="020B0604030504040204" pitchFamily="34" charset="0"/>
                <a:ea typeface="宋体" panose="02010600030101010101" pitchFamily="2" charset="-122"/>
              </a:defRPr>
            </a:lvl4pPr>
            <a:lvl5pPr indent="176530">
              <a:defRPr>
                <a:solidFill>
                  <a:schemeClr val="tx1"/>
                </a:solidFill>
                <a:latin typeface="Verdana" panose="020B0604030504040204" pitchFamily="34" charset="0"/>
                <a:ea typeface="宋体" panose="02010600030101010101" pitchFamily="2" charset="-122"/>
              </a:defRPr>
            </a:lvl5pPr>
            <a:lvl6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600">
                <a:solidFill>
                  <a:srgbClr val="FFFFFF"/>
                </a:solidFill>
                <a:latin typeface="Times New Roman" panose="02020603050405020304" pitchFamily="18" charset="0"/>
                <a:ea typeface="黑体" panose="02010609060101010101" pitchFamily="49" charset="-122"/>
              </a:rPr>
              <a:t>10.6  </a:t>
            </a:r>
            <a:r>
              <a:rPr lang="zh-CN" altLang="en-US" sz="3600">
                <a:solidFill>
                  <a:srgbClr val="FFFFFF"/>
                </a:solidFill>
                <a:latin typeface="Times New Roman" panose="02020603050405020304" pitchFamily="18" charset="0"/>
                <a:ea typeface="黑体" panose="02010609060101010101" pitchFamily="49" charset="-122"/>
              </a:rPr>
              <a:t>知识发现与数据挖掘</a:t>
            </a:r>
            <a:endParaRPr lang="zh-CN" altLang="en-US" sz="3600">
              <a:solidFill>
                <a:srgbClr val="FFFFFF"/>
              </a:solidFill>
              <a:latin typeface="Times New Roman" panose="02020603050405020304" pitchFamily="18" charset="0"/>
              <a:ea typeface="黑体" panose="02010609060101010101"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8018">
                                            <p:txEl>
                                              <p:pRg st="0" end="0"/>
                                            </p:txEl>
                                          </p:spTgt>
                                        </p:tgtEl>
                                        <p:attrNameLst>
                                          <p:attrName>style.visibility</p:attrName>
                                        </p:attrNameLst>
                                      </p:cBhvr>
                                      <p:to>
                                        <p:strVal val="visible"/>
                                      </p:to>
                                    </p:set>
                                    <p:anim calcmode="lin" valueType="num">
                                      <p:cBhvr additive="base">
                                        <p:cTn id="7" dur="500" fill="hold"/>
                                        <p:tgtEl>
                                          <p:spTgt spid="59801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9801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98018">
                                            <p:txEl>
                                              <p:pRg st="1" end="1"/>
                                            </p:txEl>
                                          </p:spTgt>
                                        </p:tgtEl>
                                        <p:attrNameLst>
                                          <p:attrName>style.visibility</p:attrName>
                                        </p:attrNameLst>
                                      </p:cBhvr>
                                      <p:to>
                                        <p:strVal val="visible"/>
                                      </p:to>
                                    </p:set>
                                    <p:anim calcmode="lin" valueType="num">
                                      <p:cBhvr additive="base">
                                        <p:cTn id="13" dur="500" fill="hold"/>
                                        <p:tgtEl>
                                          <p:spTgt spid="598018">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9801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98018">
                                            <p:txEl>
                                              <p:pRg st="2" end="2"/>
                                            </p:txEl>
                                          </p:spTgt>
                                        </p:tgtEl>
                                        <p:attrNameLst>
                                          <p:attrName>style.visibility</p:attrName>
                                        </p:attrNameLst>
                                      </p:cBhvr>
                                      <p:to>
                                        <p:strVal val="visible"/>
                                      </p:to>
                                    </p:set>
                                    <p:anim calcmode="lin" valueType="num">
                                      <p:cBhvr additive="base">
                                        <p:cTn id="19" dur="500" fill="hold"/>
                                        <p:tgtEl>
                                          <p:spTgt spid="598018">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9801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98018">
                                            <p:txEl>
                                              <p:pRg st="3" end="3"/>
                                            </p:txEl>
                                          </p:spTgt>
                                        </p:tgtEl>
                                        <p:attrNameLst>
                                          <p:attrName>style.visibility</p:attrName>
                                        </p:attrNameLst>
                                      </p:cBhvr>
                                      <p:to>
                                        <p:strVal val="visible"/>
                                      </p:to>
                                    </p:set>
                                    <p:anim calcmode="lin" valueType="num">
                                      <p:cBhvr additive="base">
                                        <p:cTn id="25" dur="500" fill="hold"/>
                                        <p:tgtEl>
                                          <p:spTgt spid="598018">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9801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98018">
                                            <p:txEl>
                                              <p:pRg st="4" end="4"/>
                                            </p:txEl>
                                          </p:spTgt>
                                        </p:tgtEl>
                                        <p:attrNameLst>
                                          <p:attrName>style.visibility</p:attrName>
                                        </p:attrNameLst>
                                      </p:cBhvr>
                                      <p:to>
                                        <p:strVal val="visible"/>
                                      </p:to>
                                    </p:set>
                                    <p:anim calcmode="lin" valueType="num">
                                      <p:cBhvr additive="base">
                                        <p:cTn id="31" dur="500" fill="hold"/>
                                        <p:tgtEl>
                                          <p:spTgt spid="598018">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98018">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598018">
                                            <p:txEl>
                                              <p:pRg st="5" end="5"/>
                                            </p:txEl>
                                          </p:spTgt>
                                        </p:tgtEl>
                                        <p:attrNameLst>
                                          <p:attrName>style.visibility</p:attrName>
                                        </p:attrNameLst>
                                      </p:cBhvr>
                                      <p:to>
                                        <p:strVal val="visible"/>
                                      </p:to>
                                    </p:set>
                                    <p:anim calcmode="lin" valueType="num">
                                      <p:cBhvr additive="base">
                                        <p:cTn id="37" dur="500" fill="hold"/>
                                        <p:tgtEl>
                                          <p:spTgt spid="598018">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598018">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8018" grpId="0" autoUpdateAnimBg="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1"/>
          <p:cNvSpPr>
            <a:spLocks noGrp="1"/>
          </p:cNvSpPr>
          <p:nvPr>
            <p:ph type="sldNum" sz="quarter" idx="10"/>
          </p:nvPr>
        </p:nvSpPr>
        <p:spPr/>
        <p:txBody>
          <a:bodyPr/>
          <a:lstStyle/>
          <a:p>
            <a:pPr fontAlgn="base">
              <a:spcBef>
                <a:spcPct val="0"/>
              </a:spcBef>
              <a:spcAft>
                <a:spcPct val="0"/>
              </a:spcAft>
              <a:defRPr/>
            </a:pPr>
            <a:fld id="{CFC31336-C247-49F4-B802-9FCA1A02BFD1}" type="slidenum">
              <a:rPr lang="ja-JP" altLang="en-US">
                <a:latin typeface="Arial" panose="020B0604020202020204"/>
              </a:rPr>
            </a:fld>
            <a:endParaRPr lang="en-US" altLang="ja-JP">
              <a:latin typeface="Arial" panose="020B0604020202020204"/>
            </a:endParaRPr>
          </a:p>
        </p:txBody>
      </p:sp>
      <p:sp>
        <p:nvSpPr>
          <p:cNvPr id="599042" name="Rectangle 2"/>
          <p:cNvSpPr>
            <a:spLocks noChangeArrowheads="1"/>
          </p:cNvSpPr>
          <p:nvPr/>
        </p:nvSpPr>
        <p:spPr bwMode="auto">
          <a:xfrm>
            <a:off x="1752600" y="838200"/>
            <a:ext cx="86868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276350" indent="-51943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929130" indent="-462280">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565400" indent="-446405">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3270250" indent="-514350">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727450" indent="-51435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4184650" indent="-51435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641850" indent="-51435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5099050" indent="-51435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gn="just" fontAlgn="base">
              <a:spcBef>
                <a:spcPct val="30000"/>
              </a:spcBef>
              <a:spcAft>
                <a:spcPct val="0"/>
              </a:spcAft>
              <a:buClr>
                <a:srgbClr val="CC0000"/>
              </a:buClr>
              <a:buSzPct val="60000"/>
              <a:buBlip>
                <a:blip r:embed="rId1"/>
              </a:buBlip>
            </a:pPr>
            <a:r>
              <a:rPr lang="en-US" altLang="zh-CN" sz="2600" b="1">
                <a:solidFill>
                  <a:srgbClr val="000000"/>
                </a:solidFill>
                <a:latin typeface="Times New Roman" panose="02020603050405020304" pitchFamily="18" charset="0"/>
                <a:cs typeface="Times New Roman" panose="02020603050405020304" pitchFamily="18" charset="0"/>
              </a:rPr>
              <a:t>2.</a:t>
            </a:r>
            <a:r>
              <a:rPr lang="zh-CN" altLang="en-US" sz="2600" b="1">
                <a:solidFill>
                  <a:srgbClr val="000000"/>
                </a:solidFill>
                <a:latin typeface="宋体" panose="02010600030101010101" pitchFamily="2" charset="-122"/>
              </a:rPr>
              <a:t>数据挖掘</a:t>
            </a:r>
            <a:endParaRPr lang="zh-CN" altLang="en-US" sz="2600" b="1">
              <a:solidFill>
                <a:srgbClr val="000000"/>
              </a:solidFill>
              <a:latin typeface="Times New Roman" panose="02020603050405020304" pitchFamily="18" charset="0"/>
              <a:cs typeface="Times New Roman" panose="02020603050405020304" pitchFamily="18" charset="0"/>
            </a:endParaRPr>
          </a:p>
          <a:p>
            <a:pPr algn="just" fontAlgn="base">
              <a:spcBef>
                <a:spcPct val="30000"/>
              </a:spcBef>
              <a:spcAft>
                <a:spcPct val="0"/>
              </a:spcAft>
              <a:buClr>
                <a:srgbClr val="CC0000"/>
              </a:buClr>
              <a:buSzPct val="60000"/>
              <a:buBlip>
                <a:blip r:embed="rId1"/>
              </a:buBlip>
            </a:pPr>
            <a:r>
              <a:rPr lang="zh-CN" altLang="en-US" sz="2600" b="1">
                <a:solidFill>
                  <a:srgbClr val="000000"/>
                </a:solidFill>
                <a:latin typeface="宋体" panose="02010600030101010101" pitchFamily="2" charset="-122"/>
              </a:rPr>
              <a:t>数据挖掘阶段首先要确定挖掘的任务或目的是什么，如数据总结、分类、聚类、关联规则或序列模式等。</a:t>
            </a:r>
            <a:endParaRPr lang="zh-CN" altLang="en-US" sz="2600" b="1">
              <a:solidFill>
                <a:srgbClr val="000000"/>
              </a:solidFill>
              <a:latin typeface="宋体" panose="02010600030101010101" pitchFamily="2" charset="-122"/>
            </a:endParaRPr>
          </a:p>
          <a:p>
            <a:pPr algn="just" fontAlgn="base">
              <a:spcBef>
                <a:spcPct val="30000"/>
              </a:spcBef>
              <a:spcAft>
                <a:spcPct val="0"/>
              </a:spcAft>
              <a:buClr>
                <a:srgbClr val="CC0000"/>
              </a:buClr>
              <a:buSzPct val="60000"/>
              <a:buBlip>
                <a:blip r:embed="rId1"/>
              </a:buBlip>
            </a:pPr>
            <a:r>
              <a:rPr lang="zh-CN" altLang="en-US" sz="2600" b="1">
                <a:solidFill>
                  <a:srgbClr val="000000"/>
                </a:solidFill>
                <a:latin typeface="宋体" panose="02010600030101010101" pitchFamily="2" charset="-122"/>
              </a:rPr>
              <a:t>确定了挖掘任务后，就要决定使用什么样的挖掘算法。同样的任务可以用不同的算法来实现。</a:t>
            </a:r>
            <a:endParaRPr lang="zh-CN" altLang="en-US" sz="2600" b="1">
              <a:solidFill>
                <a:srgbClr val="000000"/>
              </a:solidFill>
              <a:latin typeface="宋体" panose="02010600030101010101" pitchFamily="2" charset="-122"/>
            </a:endParaRPr>
          </a:p>
          <a:p>
            <a:pPr algn="just" fontAlgn="base">
              <a:spcBef>
                <a:spcPct val="30000"/>
              </a:spcBef>
              <a:spcAft>
                <a:spcPct val="0"/>
              </a:spcAft>
              <a:buClr>
                <a:srgbClr val="CC0000"/>
              </a:buClr>
              <a:buSzPct val="60000"/>
              <a:buBlip>
                <a:blip r:embed="rId1"/>
              </a:buBlip>
            </a:pPr>
            <a:r>
              <a:rPr lang="zh-CN" altLang="en-US" sz="2600" b="1">
                <a:solidFill>
                  <a:srgbClr val="000000"/>
                </a:solidFill>
                <a:latin typeface="宋体" panose="02010600030101010101" pitchFamily="2" charset="-122"/>
              </a:rPr>
              <a:t>选择实现算法有两个考虑因素：</a:t>
            </a:r>
            <a:endParaRPr lang="zh-CN" altLang="en-US" sz="2600" b="1">
              <a:solidFill>
                <a:srgbClr val="000000"/>
              </a:solidFill>
              <a:latin typeface="宋体" panose="02010600030101010101" pitchFamily="2" charset="-122"/>
            </a:endParaRPr>
          </a:p>
          <a:p>
            <a:pPr algn="just" fontAlgn="base">
              <a:spcBef>
                <a:spcPct val="30000"/>
              </a:spcBef>
              <a:spcAft>
                <a:spcPct val="0"/>
              </a:spcAft>
              <a:buClr>
                <a:srgbClr val="CC0000"/>
              </a:buClr>
              <a:buSzPct val="60000"/>
              <a:buBlip>
                <a:blip r:embed="rId1"/>
              </a:buBlip>
            </a:pPr>
            <a:r>
              <a:rPr lang="zh-CN" altLang="en-US" sz="2600" b="1">
                <a:solidFill>
                  <a:srgbClr val="000000"/>
                </a:solidFill>
                <a:latin typeface="宋体" panose="02010600030101010101" pitchFamily="2" charset="-122"/>
              </a:rPr>
              <a:t>一是不同的数据有不同的特点，因此需要用与之相关的算法来挖掘；</a:t>
            </a:r>
            <a:endParaRPr lang="zh-CN" altLang="en-US" sz="2600" b="1">
              <a:solidFill>
                <a:srgbClr val="000000"/>
              </a:solidFill>
              <a:latin typeface="宋体" panose="02010600030101010101" pitchFamily="2" charset="-122"/>
            </a:endParaRPr>
          </a:p>
          <a:p>
            <a:pPr algn="just" fontAlgn="base">
              <a:spcBef>
                <a:spcPct val="30000"/>
              </a:spcBef>
              <a:spcAft>
                <a:spcPct val="0"/>
              </a:spcAft>
              <a:buClr>
                <a:srgbClr val="CC0000"/>
              </a:buClr>
              <a:buSzPct val="60000"/>
              <a:buBlip>
                <a:blip r:embed="rId1"/>
              </a:buBlip>
            </a:pPr>
            <a:r>
              <a:rPr lang="zh-CN" altLang="en-US" sz="2600" b="1">
                <a:solidFill>
                  <a:srgbClr val="000000"/>
                </a:solidFill>
                <a:latin typeface="宋体" panose="02010600030101010101" pitchFamily="2" charset="-122"/>
              </a:rPr>
              <a:t>二是用户或实际运行系统的要求，有的用户可能希望获取描述型的、容易理解的知识，而有的用户系统的目的是获取预测准确度尽可能高的预测型知识。</a:t>
            </a:r>
            <a:endParaRPr lang="zh-CN" altLang="en-US" sz="2600" b="1">
              <a:solidFill>
                <a:srgbClr val="000000"/>
              </a:solidFill>
              <a:latin typeface="宋体" panose="02010600030101010101" pitchFamily="2" charset="-122"/>
            </a:endParaRPr>
          </a:p>
        </p:txBody>
      </p:sp>
      <p:sp>
        <p:nvSpPr>
          <p:cNvPr id="443396" name="Rectangle 3"/>
          <p:cNvSpPr>
            <a:spLocks noChangeArrowheads="1"/>
          </p:cNvSpPr>
          <p:nvPr/>
        </p:nvSpPr>
        <p:spPr bwMode="auto">
          <a:xfrm>
            <a:off x="1524000" y="1"/>
            <a:ext cx="9144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530">
              <a:defRPr>
                <a:solidFill>
                  <a:schemeClr val="tx1"/>
                </a:solidFill>
                <a:latin typeface="Verdana" panose="020B0604030504040204" pitchFamily="34" charset="0"/>
                <a:ea typeface="宋体" panose="02010600030101010101" pitchFamily="2" charset="-122"/>
              </a:defRPr>
            </a:lvl1pPr>
            <a:lvl2pPr indent="176530">
              <a:defRPr>
                <a:solidFill>
                  <a:schemeClr val="tx1"/>
                </a:solidFill>
                <a:latin typeface="Verdana" panose="020B0604030504040204" pitchFamily="34" charset="0"/>
                <a:ea typeface="宋体" panose="02010600030101010101" pitchFamily="2" charset="-122"/>
              </a:defRPr>
            </a:lvl2pPr>
            <a:lvl3pPr indent="176530">
              <a:defRPr>
                <a:solidFill>
                  <a:schemeClr val="tx1"/>
                </a:solidFill>
                <a:latin typeface="Verdana" panose="020B0604030504040204" pitchFamily="34" charset="0"/>
                <a:ea typeface="宋体" panose="02010600030101010101" pitchFamily="2" charset="-122"/>
              </a:defRPr>
            </a:lvl3pPr>
            <a:lvl4pPr indent="176530">
              <a:defRPr>
                <a:solidFill>
                  <a:schemeClr val="tx1"/>
                </a:solidFill>
                <a:latin typeface="Verdana" panose="020B0604030504040204" pitchFamily="34" charset="0"/>
                <a:ea typeface="宋体" panose="02010600030101010101" pitchFamily="2" charset="-122"/>
              </a:defRPr>
            </a:lvl4pPr>
            <a:lvl5pPr indent="176530">
              <a:defRPr>
                <a:solidFill>
                  <a:schemeClr val="tx1"/>
                </a:solidFill>
                <a:latin typeface="Verdana" panose="020B0604030504040204" pitchFamily="34" charset="0"/>
                <a:ea typeface="宋体" panose="02010600030101010101" pitchFamily="2" charset="-122"/>
              </a:defRPr>
            </a:lvl5pPr>
            <a:lvl6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600">
                <a:solidFill>
                  <a:srgbClr val="FFFFFF"/>
                </a:solidFill>
                <a:latin typeface="Times New Roman" panose="02020603050405020304" pitchFamily="18" charset="0"/>
                <a:ea typeface="黑体" panose="02010609060101010101" pitchFamily="49" charset="-122"/>
              </a:rPr>
              <a:t>10.6  </a:t>
            </a:r>
            <a:r>
              <a:rPr lang="zh-CN" altLang="en-US" sz="3600">
                <a:solidFill>
                  <a:srgbClr val="FFFFFF"/>
                </a:solidFill>
                <a:latin typeface="Times New Roman" panose="02020603050405020304" pitchFamily="18" charset="0"/>
                <a:ea typeface="黑体" panose="02010609060101010101" pitchFamily="49" charset="-122"/>
              </a:rPr>
              <a:t>知识发现与数据挖掘</a:t>
            </a:r>
            <a:endParaRPr lang="zh-CN" altLang="en-US" sz="3600">
              <a:solidFill>
                <a:srgbClr val="FFFFFF"/>
              </a:solidFill>
              <a:latin typeface="Times New Roman" panose="02020603050405020304" pitchFamily="18" charset="0"/>
              <a:ea typeface="黑体" panose="02010609060101010101"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9042">
                                            <p:txEl>
                                              <p:pRg st="0" end="0"/>
                                            </p:txEl>
                                          </p:spTgt>
                                        </p:tgtEl>
                                        <p:attrNameLst>
                                          <p:attrName>style.visibility</p:attrName>
                                        </p:attrNameLst>
                                      </p:cBhvr>
                                      <p:to>
                                        <p:strVal val="visible"/>
                                      </p:to>
                                    </p:set>
                                    <p:anim calcmode="lin" valueType="num">
                                      <p:cBhvr additive="base">
                                        <p:cTn id="7" dur="500" fill="hold"/>
                                        <p:tgtEl>
                                          <p:spTgt spid="59904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9904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99042">
                                            <p:txEl>
                                              <p:pRg st="1" end="1"/>
                                            </p:txEl>
                                          </p:spTgt>
                                        </p:tgtEl>
                                        <p:attrNameLst>
                                          <p:attrName>style.visibility</p:attrName>
                                        </p:attrNameLst>
                                      </p:cBhvr>
                                      <p:to>
                                        <p:strVal val="visible"/>
                                      </p:to>
                                    </p:set>
                                    <p:anim calcmode="lin" valueType="num">
                                      <p:cBhvr additive="base">
                                        <p:cTn id="13" dur="500" fill="hold"/>
                                        <p:tgtEl>
                                          <p:spTgt spid="59904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9904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99042">
                                            <p:txEl>
                                              <p:pRg st="2" end="2"/>
                                            </p:txEl>
                                          </p:spTgt>
                                        </p:tgtEl>
                                        <p:attrNameLst>
                                          <p:attrName>style.visibility</p:attrName>
                                        </p:attrNameLst>
                                      </p:cBhvr>
                                      <p:to>
                                        <p:strVal val="visible"/>
                                      </p:to>
                                    </p:set>
                                    <p:anim calcmode="lin" valueType="num">
                                      <p:cBhvr additive="base">
                                        <p:cTn id="19" dur="500" fill="hold"/>
                                        <p:tgtEl>
                                          <p:spTgt spid="59904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9904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99042">
                                            <p:txEl>
                                              <p:pRg st="3" end="3"/>
                                            </p:txEl>
                                          </p:spTgt>
                                        </p:tgtEl>
                                        <p:attrNameLst>
                                          <p:attrName>style.visibility</p:attrName>
                                        </p:attrNameLst>
                                      </p:cBhvr>
                                      <p:to>
                                        <p:strVal val="visible"/>
                                      </p:to>
                                    </p:set>
                                    <p:anim calcmode="lin" valueType="num">
                                      <p:cBhvr additive="base">
                                        <p:cTn id="25" dur="500" fill="hold"/>
                                        <p:tgtEl>
                                          <p:spTgt spid="599042">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9904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99042">
                                            <p:txEl>
                                              <p:pRg st="4" end="4"/>
                                            </p:txEl>
                                          </p:spTgt>
                                        </p:tgtEl>
                                        <p:attrNameLst>
                                          <p:attrName>style.visibility</p:attrName>
                                        </p:attrNameLst>
                                      </p:cBhvr>
                                      <p:to>
                                        <p:strVal val="visible"/>
                                      </p:to>
                                    </p:set>
                                    <p:anim calcmode="lin" valueType="num">
                                      <p:cBhvr additive="base">
                                        <p:cTn id="31" dur="500" fill="hold"/>
                                        <p:tgtEl>
                                          <p:spTgt spid="599042">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99042">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599042">
                                            <p:txEl>
                                              <p:pRg st="5" end="5"/>
                                            </p:txEl>
                                          </p:spTgt>
                                        </p:tgtEl>
                                        <p:attrNameLst>
                                          <p:attrName>style.visibility</p:attrName>
                                        </p:attrNameLst>
                                      </p:cBhvr>
                                      <p:to>
                                        <p:strVal val="visible"/>
                                      </p:to>
                                    </p:set>
                                    <p:anim calcmode="lin" valueType="num">
                                      <p:cBhvr additive="base">
                                        <p:cTn id="37" dur="500" fill="hold"/>
                                        <p:tgtEl>
                                          <p:spTgt spid="599042">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599042">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9042" grpId="0" autoUpdateAnimBg="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1"/>
          <p:cNvSpPr>
            <a:spLocks noGrp="1"/>
          </p:cNvSpPr>
          <p:nvPr>
            <p:ph type="sldNum" sz="quarter" idx="10"/>
          </p:nvPr>
        </p:nvSpPr>
        <p:spPr/>
        <p:txBody>
          <a:bodyPr/>
          <a:lstStyle/>
          <a:p>
            <a:pPr fontAlgn="base">
              <a:spcBef>
                <a:spcPct val="0"/>
              </a:spcBef>
              <a:spcAft>
                <a:spcPct val="0"/>
              </a:spcAft>
              <a:defRPr/>
            </a:pPr>
            <a:fld id="{F8C90C03-4F16-4476-BF44-B3FD3BBA3EE1}" type="slidenum">
              <a:rPr lang="ja-JP" altLang="en-US">
                <a:latin typeface="Arial" panose="020B0604020202020204"/>
              </a:rPr>
            </a:fld>
            <a:endParaRPr lang="en-US" altLang="ja-JP">
              <a:latin typeface="Arial" panose="020B0604020202020204"/>
            </a:endParaRPr>
          </a:p>
        </p:txBody>
      </p:sp>
      <p:sp>
        <p:nvSpPr>
          <p:cNvPr id="600066" name="Rectangle 2"/>
          <p:cNvSpPr>
            <a:spLocks noChangeArrowheads="1"/>
          </p:cNvSpPr>
          <p:nvPr/>
        </p:nvSpPr>
        <p:spPr bwMode="auto">
          <a:xfrm>
            <a:off x="1828800" y="990600"/>
            <a:ext cx="86868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276350" indent="-51943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929130" indent="-462280">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565400" indent="-446405">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3270250" indent="-514350">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727450" indent="-51435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4184650" indent="-51435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641850" indent="-51435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5099050" indent="-51435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gn="just" fontAlgn="base">
              <a:spcBef>
                <a:spcPct val="30000"/>
              </a:spcBef>
              <a:spcAft>
                <a:spcPct val="0"/>
              </a:spcAft>
              <a:buClr>
                <a:srgbClr val="CC0000"/>
              </a:buClr>
              <a:buSzPct val="60000"/>
              <a:buBlip>
                <a:blip r:embed="rId1"/>
              </a:buBlip>
            </a:pPr>
            <a:r>
              <a:rPr lang="en-US" altLang="zh-CN" sz="2600" b="1">
                <a:solidFill>
                  <a:srgbClr val="000000"/>
                </a:solidFill>
                <a:latin typeface="Times New Roman" panose="02020603050405020304" pitchFamily="18" charset="0"/>
                <a:cs typeface="Times New Roman" panose="02020603050405020304" pitchFamily="18" charset="0"/>
              </a:rPr>
              <a:t>3.</a:t>
            </a:r>
            <a:r>
              <a:rPr lang="zh-CN" altLang="en-US" sz="2600" b="1">
                <a:solidFill>
                  <a:srgbClr val="000000"/>
                </a:solidFill>
                <a:latin typeface="宋体" panose="02010600030101010101" pitchFamily="2" charset="-122"/>
              </a:rPr>
              <a:t>结果解释和评价</a:t>
            </a:r>
            <a:endParaRPr lang="zh-CN" altLang="en-US" sz="2600" b="1">
              <a:solidFill>
                <a:srgbClr val="000000"/>
              </a:solidFill>
              <a:latin typeface="Times New Roman" panose="02020603050405020304" pitchFamily="18" charset="0"/>
              <a:cs typeface="Times New Roman" panose="02020603050405020304" pitchFamily="18" charset="0"/>
            </a:endParaRPr>
          </a:p>
          <a:p>
            <a:pPr algn="just" fontAlgn="base">
              <a:spcBef>
                <a:spcPct val="30000"/>
              </a:spcBef>
              <a:spcAft>
                <a:spcPct val="0"/>
              </a:spcAft>
              <a:buClr>
                <a:srgbClr val="CC0000"/>
              </a:buClr>
              <a:buSzPct val="60000"/>
              <a:buBlip>
                <a:blip r:embed="rId1"/>
              </a:buBlip>
            </a:pPr>
            <a:r>
              <a:rPr lang="zh-CN" altLang="en-US" sz="2600" b="1">
                <a:solidFill>
                  <a:srgbClr val="000000"/>
                </a:solidFill>
                <a:latin typeface="宋体" panose="02010600030101010101" pitchFamily="2" charset="-122"/>
              </a:rPr>
              <a:t>数据挖掘阶段发现的知识模式中可能存在冗余或无关的模式，所以还要经过用户或机器的评价。</a:t>
            </a:r>
            <a:endParaRPr lang="zh-CN" altLang="en-US" sz="2600" b="1">
              <a:solidFill>
                <a:srgbClr val="000000"/>
              </a:solidFill>
              <a:latin typeface="宋体" panose="02010600030101010101" pitchFamily="2" charset="-122"/>
            </a:endParaRPr>
          </a:p>
          <a:p>
            <a:pPr algn="just" fontAlgn="base">
              <a:spcBef>
                <a:spcPct val="30000"/>
              </a:spcBef>
              <a:spcAft>
                <a:spcPct val="0"/>
              </a:spcAft>
              <a:buClr>
                <a:srgbClr val="CC0000"/>
              </a:buClr>
              <a:buSzPct val="60000"/>
              <a:buBlip>
                <a:blip r:embed="rId1"/>
              </a:buBlip>
            </a:pPr>
            <a:r>
              <a:rPr lang="zh-CN" altLang="en-US" sz="2600" b="1">
                <a:solidFill>
                  <a:srgbClr val="000000"/>
                </a:solidFill>
                <a:latin typeface="宋体" panose="02010600030101010101" pitchFamily="2" charset="-122"/>
              </a:rPr>
              <a:t>若发现所得模式不满足用户要求，则需要退回到发现阶段之前，如重新选取数据，采用新的数据变换方法，设定新的数据挖掘参数值，甚至换一种挖掘算法。</a:t>
            </a:r>
            <a:endParaRPr lang="zh-CN" altLang="en-US" sz="2600" b="1">
              <a:solidFill>
                <a:srgbClr val="000000"/>
              </a:solidFill>
              <a:latin typeface="宋体" panose="02010600030101010101" pitchFamily="2" charset="-122"/>
            </a:endParaRPr>
          </a:p>
          <a:p>
            <a:pPr algn="just" fontAlgn="base">
              <a:spcBef>
                <a:spcPct val="30000"/>
              </a:spcBef>
              <a:spcAft>
                <a:spcPct val="0"/>
              </a:spcAft>
              <a:buClr>
                <a:srgbClr val="CC0000"/>
              </a:buClr>
              <a:buSzPct val="60000"/>
              <a:buBlip>
                <a:blip r:embed="rId1"/>
              </a:buBlip>
            </a:pPr>
            <a:r>
              <a:rPr lang="zh-CN" altLang="en-US" sz="2600" b="1">
                <a:solidFill>
                  <a:srgbClr val="000000"/>
                </a:solidFill>
                <a:latin typeface="宋体" panose="02010600030101010101" pitchFamily="2" charset="-122"/>
              </a:rPr>
              <a:t>由于</a:t>
            </a:r>
            <a:r>
              <a:rPr lang="en-US" altLang="zh-CN" sz="2600" b="1">
                <a:solidFill>
                  <a:srgbClr val="000000"/>
                </a:solidFill>
                <a:latin typeface="Times New Roman" panose="02020603050405020304" pitchFamily="18" charset="0"/>
                <a:cs typeface="Times New Roman" panose="02020603050405020304" pitchFamily="18" charset="0"/>
              </a:rPr>
              <a:t>KDD</a:t>
            </a:r>
            <a:r>
              <a:rPr lang="zh-CN" altLang="en-US" sz="2600" b="1">
                <a:solidFill>
                  <a:srgbClr val="000000"/>
                </a:solidFill>
                <a:latin typeface="宋体" panose="02010600030101010101" pitchFamily="2" charset="-122"/>
              </a:rPr>
              <a:t>最终是面向人的，因此可能要对发现的模式进行可视化，或者把结果转换为用户易懂的另一种表示，如把分类决策树转换为</a:t>
            </a:r>
            <a:r>
              <a:rPr lang="zh-CN" altLang="en-US" sz="2600" b="1">
                <a:solidFill>
                  <a:srgbClr val="000000"/>
                </a:solidFill>
                <a:latin typeface="Times New Roman" panose="02020603050405020304" pitchFamily="18" charset="0"/>
              </a:rPr>
              <a:t>“</a:t>
            </a:r>
            <a:r>
              <a:rPr lang="en-US" altLang="zh-CN" sz="2600" b="1">
                <a:solidFill>
                  <a:srgbClr val="000000"/>
                </a:solidFill>
                <a:latin typeface="Times New Roman" panose="02020603050405020304" pitchFamily="18" charset="0"/>
                <a:cs typeface="Times New Roman" panose="02020603050405020304" pitchFamily="18" charset="0"/>
              </a:rPr>
              <a:t>if-then</a:t>
            </a:r>
            <a:r>
              <a:rPr lang="en-US" altLang="zh-CN" sz="2600" b="1">
                <a:solidFill>
                  <a:srgbClr val="000000"/>
                </a:solidFill>
                <a:cs typeface="Times New Roman" panose="02020603050405020304" pitchFamily="18" charset="0"/>
              </a:rPr>
              <a:t>…</a:t>
            </a:r>
            <a:r>
              <a:rPr lang="en-US" altLang="zh-CN" sz="2600" b="1">
                <a:solidFill>
                  <a:srgbClr val="000000"/>
                </a:solidFill>
                <a:latin typeface="Times New Roman" panose="02020603050405020304" pitchFamily="18" charset="0"/>
              </a:rPr>
              <a:t>”</a:t>
            </a:r>
            <a:r>
              <a:rPr lang="zh-CN" altLang="en-US" sz="2600" b="1">
                <a:solidFill>
                  <a:srgbClr val="000000"/>
                </a:solidFill>
                <a:latin typeface="宋体" panose="02010600030101010101" pitchFamily="2" charset="-122"/>
              </a:rPr>
              <a:t>规则。 </a:t>
            </a:r>
            <a:endParaRPr lang="zh-CN" altLang="en-US" sz="2600" b="1">
              <a:solidFill>
                <a:srgbClr val="000000"/>
              </a:solidFill>
              <a:latin typeface="宋体" panose="02010600030101010101" pitchFamily="2" charset="-122"/>
            </a:endParaRPr>
          </a:p>
        </p:txBody>
      </p:sp>
      <p:sp>
        <p:nvSpPr>
          <p:cNvPr id="444420" name="Rectangle 3"/>
          <p:cNvSpPr>
            <a:spLocks noChangeArrowheads="1"/>
          </p:cNvSpPr>
          <p:nvPr/>
        </p:nvSpPr>
        <p:spPr bwMode="auto">
          <a:xfrm>
            <a:off x="1524000" y="1"/>
            <a:ext cx="9144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530">
              <a:defRPr>
                <a:solidFill>
                  <a:schemeClr val="tx1"/>
                </a:solidFill>
                <a:latin typeface="Verdana" panose="020B0604030504040204" pitchFamily="34" charset="0"/>
                <a:ea typeface="宋体" panose="02010600030101010101" pitchFamily="2" charset="-122"/>
              </a:defRPr>
            </a:lvl1pPr>
            <a:lvl2pPr indent="176530">
              <a:defRPr>
                <a:solidFill>
                  <a:schemeClr val="tx1"/>
                </a:solidFill>
                <a:latin typeface="Verdana" panose="020B0604030504040204" pitchFamily="34" charset="0"/>
                <a:ea typeface="宋体" panose="02010600030101010101" pitchFamily="2" charset="-122"/>
              </a:defRPr>
            </a:lvl2pPr>
            <a:lvl3pPr indent="176530">
              <a:defRPr>
                <a:solidFill>
                  <a:schemeClr val="tx1"/>
                </a:solidFill>
                <a:latin typeface="Verdana" panose="020B0604030504040204" pitchFamily="34" charset="0"/>
                <a:ea typeface="宋体" panose="02010600030101010101" pitchFamily="2" charset="-122"/>
              </a:defRPr>
            </a:lvl3pPr>
            <a:lvl4pPr indent="176530">
              <a:defRPr>
                <a:solidFill>
                  <a:schemeClr val="tx1"/>
                </a:solidFill>
                <a:latin typeface="Verdana" panose="020B0604030504040204" pitchFamily="34" charset="0"/>
                <a:ea typeface="宋体" panose="02010600030101010101" pitchFamily="2" charset="-122"/>
              </a:defRPr>
            </a:lvl4pPr>
            <a:lvl5pPr indent="176530">
              <a:defRPr>
                <a:solidFill>
                  <a:schemeClr val="tx1"/>
                </a:solidFill>
                <a:latin typeface="Verdana" panose="020B0604030504040204" pitchFamily="34" charset="0"/>
                <a:ea typeface="宋体" panose="02010600030101010101" pitchFamily="2" charset="-122"/>
              </a:defRPr>
            </a:lvl5pPr>
            <a:lvl6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600">
                <a:solidFill>
                  <a:srgbClr val="FFFFFF"/>
                </a:solidFill>
                <a:latin typeface="Times New Roman" panose="02020603050405020304" pitchFamily="18" charset="0"/>
                <a:ea typeface="黑体" panose="02010609060101010101" pitchFamily="49" charset="-122"/>
              </a:rPr>
              <a:t>10.6  </a:t>
            </a:r>
            <a:r>
              <a:rPr lang="zh-CN" altLang="en-US" sz="3600">
                <a:solidFill>
                  <a:srgbClr val="FFFFFF"/>
                </a:solidFill>
                <a:latin typeface="Times New Roman" panose="02020603050405020304" pitchFamily="18" charset="0"/>
                <a:ea typeface="黑体" panose="02010609060101010101" pitchFamily="49" charset="-122"/>
              </a:rPr>
              <a:t>知识发现与数据挖掘</a:t>
            </a:r>
            <a:endParaRPr lang="zh-CN" altLang="en-US" sz="3600">
              <a:solidFill>
                <a:srgbClr val="FFFFFF"/>
              </a:solidFill>
              <a:latin typeface="Times New Roman" panose="02020603050405020304" pitchFamily="18" charset="0"/>
              <a:ea typeface="黑体" panose="02010609060101010101"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00066">
                                            <p:txEl>
                                              <p:pRg st="0" end="0"/>
                                            </p:txEl>
                                          </p:spTgt>
                                        </p:tgtEl>
                                        <p:attrNameLst>
                                          <p:attrName>style.visibility</p:attrName>
                                        </p:attrNameLst>
                                      </p:cBhvr>
                                      <p:to>
                                        <p:strVal val="visible"/>
                                      </p:to>
                                    </p:set>
                                    <p:anim calcmode="lin" valueType="num">
                                      <p:cBhvr additive="base">
                                        <p:cTn id="7" dur="500" fill="hold"/>
                                        <p:tgtEl>
                                          <p:spTgt spid="60006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0006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00066">
                                            <p:txEl>
                                              <p:pRg st="1" end="1"/>
                                            </p:txEl>
                                          </p:spTgt>
                                        </p:tgtEl>
                                        <p:attrNameLst>
                                          <p:attrName>style.visibility</p:attrName>
                                        </p:attrNameLst>
                                      </p:cBhvr>
                                      <p:to>
                                        <p:strVal val="visible"/>
                                      </p:to>
                                    </p:set>
                                    <p:anim calcmode="lin" valueType="num">
                                      <p:cBhvr additive="base">
                                        <p:cTn id="13" dur="500" fill="hold"/>
                                        <p:tgtEl>
                                          <p:spTgt spid="60006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0006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00066">
                                            <p:txEl>
                                              <p:pRg st="2" end="2"/>
                                            </p:txEl>
                                          </p:spTgt>
                                        </p:tgtEl>
                                        <p:attrNameLst>
                                          <p:attrName>style.visibility</p:attrName>
                                        </p:attrNameLst>
                                      </p:cBhvr>
                                      <p:to>
                                        <p:strVal val="visible"/>
                                      </p:to>
                                    </p:set>
                                    <p:anim calcmode="lin" valueType="num">
                                      <p:cBhvr additive="base">
                                        <p:cTn id="19" dur="500" fill="hold"/>
                                        <p:tgtEl>
                                          <p:spTgt spid="600066">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0006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00066">
                                            <p:txEl>
                                              <p:pRg st="3" end="3"/>
                                            </p:txEl>
                                          </p:spTgt>
                                        </p:tgtEl>
                                        <p:attrNameLst>
                                          <p:attrName>style.visibility</p:attrName>
                                        </p:attrNameLst>
                                      </p:cBhvr>
                                      <p:to>
                                        <p:strVal val="visible"/>
                                      </p:to>
                                    </p:set>
                                    <p:anim calcmode="lin" valueType="num">
                                      <p:cBhvr additive="base">
                                        <p:cTn id="25" dur="500" fill="hold"/>
                                        <p:tgtEl>
                                          <p:spTgt spid="600066">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00066">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0066" grpId="0" autoUpdateAnimBg="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1"/>
          <p:cNvSpPr>
            <a:spLocks noGrp="1"/>
          </p:cNvSpPr>
          <p:nvPr>
            <p:ph type="sldNum" sz="quarter" idx="10"/>
          </p:nvPr>
        </p:nvSpPr>
        <p:spPr/>
        <p:txBody>
          <a:bodyPr/>
          <a:lstStyle/>
          <a:p>
            <a:pPr fontAlgn="base">
              <a:spcBef>
                <a:spcPct val="0"/>
              </a:spcBef>
              <a:spcAft>
                <a:spcPct val="0"/>
              </a:spcAft>
              <a:defRPr/>
            </a:pPr>
            <a:fld id="{CFB26532-EFC3-4FCA-BFCE-01D4DE2FC5E9}" type="slidenum">
              <a:rPr lang="ja-JP" altLang="en-US">
                <a:latin typeface="Arial" panose="020B0604020202020204"/>
              </a:rPr>
            </a:fld>
            <a:endParaRPr lang="en-US" altLang="ja-JP">
              <a:latin typeface="Arial" panose="020B0604020202020204"/>
            </a:endParaRPr>
          </a:p>
        </p:txBody>
      </p:sp>
      <p:sp>
        <p:nvSpPr>
          <p:cNvPr id="601090" name="Rectangle 2"/>
          <p:cNvSpPr>
            <a:spLocks noChangeArrowheads="1"/>
          </p:cNvSpPr>
          <p:nvPr/>
        </p:nvSpPr>
        <p:spPr bwMode="auto">
          <a:xfrm>
            <a:off x="1676400" y="990600"/>
            <a:ext cx="88392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276350" indent="-51943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929130" indent="-462280">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565400" indent="-446405">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3270250" indent="-514350">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727450" indent="-51435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4184650" indent="-51435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641850" indent="-51435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5099050" indent="-51435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gn="just" fontAlgn="base">
              <a:spcBef>
                <a:spcPct val="30000"/>
              </a:spcBef>
              <a:spcAft>
                <a:spcPct val="0"/>
              </a:spcAft>
              <a:buClr>
                <a:srgbClr val="CC0000"/>
              </a:buClr>
              <a:buSzPct val="60000"/>
              <a:buBlip>
                <a:blip r:embed="rId1"/>
              </a:buBlip>
            </a:pPr>
            <a:r>
              <a:rPr lang="zh-CN" altLang="en-US" sz="2400" b="1">
                <a:solidFill>
                  <a:srgbClr val="000000"/>
                </a:solidFill>
                <a:latin typeface="Times New Roman" panose="02020603050405020304" pitchFamily="18" charset="0"/>
              </a:rPr>
              <a:t>知识发现的任务：</a:t>
            </a:r>
            <a:endParaRPr lang="zh-CN" altLang="en-US" sz="2400" b="1">
              <a:solidFill>
                <a:srgbClr val="000000"/>
              </a:solidFill>
              <a:latin typeface="宋体" panose="02010600030101010101" pitchFamily="2" charset="-122"/>
            </a:endParaRPr>
          </a:p>
          <a:p>
            <a:pPr algn="just" fontAlgn="base">
              <a:spcBef>
                <a:spcPct val="30000"/>
              </a:spcBef>
              <a:spcAft>
                <a:spcPct val="0"/>
              </a:spcAft>
              <a:buClr>
                <a:srgbClr val="CC0000"/>
              </a:buClr>
              <a:buSzPct val="60000"/>
              <a:buBlip>
                <a:blip r:embed="rId1"/>
              </a:buBlip>
            </a:pPr>
            <a:r>
              <a:rPr lang="zh-CN" altLang="en-US" sz="2400" b="1">
                <a:solidFill>
                  <a:srgbClr val="000000"/>
                </a:solidFill>
                <a:latin typeface="Times New Roman" panose="02020603050405020304" pitchFamily="18" charset="0"/>
              </a:rPr>
              <a:t>数据总结：对数据进行浓缩，给出它的紧凑描述。</a:t>
            </a:r>
            <a:endParaRPr lang="zh-CN" altLang="en-US" sz="2400" b="1">
              <a:solidFill>
                <a:srgbClr val="000000"/>
              </a:solidFill>
              <a:latin typeface="宋体" panose="02010600030101010101" pitchFamily="2" charset="-122"/>
            </a:endParaRPr>
          </a:p>
          <a:p>
            <a:pPr algn="just" fontAlgn="base">
              <a:spcBef>
                <a:spcPct val="30000"/>
              </a:spcBef>
              <a:spcAft>
                <a:spcPct val="0"/>
              </a:spcAft>
              <a:buClr>
                <a:srgbClr val="CC0000"/>
              </a:buClr>
              <a:buSzPct val="60000"/>
              <a:buBlip>
                <a:blip r:embed="rId1"/>
              </a:buBlip>
            </a:pPr>
            <a:r>
              <a:rPr lang="zh-CN" altLang="en-US" sz="2400" b="1">
                <a:solidFill>
                  <a:srgbClr val="000000"/>
                </a:solidFill>
                <a:latin typeface="Times New Roman" panose="02020603050405020304" pitchFamily="18" charset="0"/>
              </a:rPr>
              <a:t>概念描述：从学习任务相关的数据中提取总体特征。</a:t>
            </a:r>
            <a:endParaRPr lang="zh-CN" altLang="en-US" sz="2400" b="1">
              <a:solidFill>
                <a:srgbClr val="000000"/>
              </a:solidFill>
              <a:latin typeface="宋体" panose="02010600030101010101" pitchFamily="2" charset="-122"/>
            </a:endParaRPr>
          </a:p>
          <a:p>
            <a:pPr algn="just" fontAlgn="base">
              <a:spcBef>
                <a:spcPct val="30000"/>
              </a:spcBef>
              <a:spcAft>
                <a:spcPct val="0"/>
              </a:spcAft>
              <a:buClr>
                <a:srgbClr val="CC0000"/>
              </a:buClr>
              <a:buSzPct val="60000"/>
              <a:buBlip>
                <a:blip r:embed="rId1"/>
              </a:buBlip>
            </a:pPr>
            <a:r>
              <a:rPr lang="zh-CN" altLang="en-US" sz="2400" b="1">
                <a:solidFill>
                  <a:srgbClr val="000000"/>
                </a:solidFill>
                <a:latin typeface="Times New Roman" panose="02020603050405020304" pitchFamily="18" charset="0"/>
              </a:rPr>
              <a:t>分类：提出一个分类函数或分类模型（也常常称作分类器），该模型能把数据库中的数据项映射到给定类别中的一个。</a:t>
            </a:r>
            <a:endParaRPr lang="zh-CN" altLang="en-US" sz="2400" b="1">
              <a:solidFill>
                <a:srgbClr val="000000"/>
              </a:solidFill>
              <a:latin typeface="宋体" panose="02010600030101010101" pitchFamily="2" charset="-122"/>
            </a:endParaRPr>
          </a:p>
          <a:p>
            <a:pPr algn="just" fontAlgn="base">
              <a:spcBef>
                <a:spcPct val="30000"/>
              </a:spcBef>
              <a:spcAft>
                <a:spcPct val="0"/>
              </a:spcAft>
              <a:buClr>
                <a:srgbClr val="CC0000"/>
              </a:buClr>
              <a:buSzPct val="60000"/>
              <a:buBlip>
                <a:blip r:embed="rId1"/>
              </a:buBlip>
            </a:pPr>
            <a:r>
              <a:rPr lang="zh-CN" altLang="en-US" sz="2400" b="1">
                <a:solidFill>
                  <a:srgbClr val="000000"/>
                </a:solidFill>
                <a:latin typeface="Times New Roman" panose="02020603050405020304" pitchFamily="18" charset="0"/>
              </a:rPr>
              <a:t>聚类：根据数据的不同特征，将其划分为不同的类。包括统计方法、机器学习方法、神经网络方法和面向数据库的聚类方法等。</a:t>
            </a:r>
            <a:endParaRPr lang="zh-CN" altLang="en-US" sz="2400" b="1">
              <a:solidFill>
                <a:srgbClr val="000000"/>
              </a:solidFill>
              <a:latin typeface="宋体" panose="02010600030101010101" pitchFamily="2" charset="-122"/>
            </a:endParaRPr>
          </a:p>
          <a:p>
            <a:pPr algn="just" fontAlgn="base">
              <a:spcBef>
                <a:spcPct val="30000"/>
              </a:spcBef>
              <a:spcAft>
                <a:spcPct val="0"/>
              </a:spcAft>
              <a:buClr>
                <a:srgbClr val="CC0000"/>
              </a:buClr>
              <a:buSzPct val="60000"/>
              <a:buBlip>
                <a:blip r:embed="rId1"/>
              </a:buBlip>
            </a:pPr>
            <a:r>
              <a:rPr lang="zh-CN" altLang="en-US" sz="2400" b="1">
                <a:solidFill>
                  <a:srgbClr val="000000"/>
                </a:solidFill>
                <a:latin typeface="Times New Roman" panose="02020603050405020304" pitchFamily="18" charset="0"/>
              </a:rPr>
              <a:t>相关性分析：发现特征之间或数据之间的相互依赖关系。</a:t>
            </a:r>
            <a:endParaRPr lang="zh-CN" altLang="en-US" sz="2400" b="1">
              <a:solidFill>
                <a:srgbClr val="000000"/>
              </a:solidFill>
              <a:latin typeface="宋体" panose="02010600030101010101" pitchFamily="2" charset="-122"/>
            </a:endParaRPr>
          </a:p>
          <a:p>
            <a:pPr algn="just" fontAlgn="base">
              <a:spcBef>
                <a:spcPct val="30000"/>
              </a:spcBef>
              <a:spcAft>
                <a:spcPct val="0"/>
              </a:spcAft>
              <a:buClr>
                <a:srgbClr val="CC0000"/>
              </a:buClr>
              <a:buSzPct val="60000"/>
              <a:buBlip>
                <a:blip r:embed="rId1"/>
              </a:buBlip>
            </a:pPr>
            <a:r>
              <a:rPr lang="zh-CN" altLang="en-US" sz="2400" b="1">
                <a:solidFill>
                  <a:srgbClr val="000000"/>
                </a:solidFill>
                <a:latin typeface="Times New Roman" panose="02020603050405020304" pitchFamily="18" charset="0"/>
              </a:rPr>
              <a:t>偏差分析：寻找观察结果与参照量之间的有意义的差别。</a:t>
            </a:r>
            <a:endParaRPr lang="zh-CN" altLang="en-US" sz="2400" b="1">
              <a:solidFill>
                <a:srgbClr val="000000"/>
              </a:solidFill>
              <a:latin typeface="宋体" panose="02010600030101010101" pitchFamily="2" charset="-122"/>
            </a:endParaRPr>
          </a:p>
          <a:p>
            <a:pPr algn="just" fontAlgn="base">
              <a:spcBef>
                <a:spcPct val="30000"/>
              </a:spcBef>
              <a:spcAft>
                <a:spcPct val="0"/>
              </a:spcAft>
              <a:buClr>
                <a:srgbClr val="CC0000"/>
              </a:buClr>
              <a:buSzPct val="60000"/>
              <a:buBlip>
                <a:blip r:embed="rId1"/>
              </a:buBlip>
            </a:pPr>
            <a:r>
              <a:rPr lang="zh-CN" altLang="en-US" sz="2400" b="1">
                <a:solidFill>
                  <a:srgbClr val="000000"/>
                </a:solidFill>
                <a:latin typeface="Times New Roman" panose="02020603050405020304" pitchFamily="18" charset="0"/>
              </a:rPr>
              <a:t>建模：通过数据挖掘，构造出能描述一种活动、状态或现象的数学模型。</a:t>
            </a:r>
            <a:endParaRPr lang="zh-CN" altLang="en-US" sz="2400" b="1">
              <a:solidFill>
                <a:srgbClr val="000000"/>
              </a:solidFill>
              <a:latin typeface="Times New Roman" panose="02020603050405020304" pitchFamily="18" charset="0"/>
            </a:endParaRPr>
          </a:p>
        </p:txBody>
      </p:sp>
      <p:sp>
        <p:nvSpPr>
          <p:cNvPr id="445444" name="Rectangle 3"/>
          <p:cNvSpPr>
            <a:spLocks noChangeArrowheads="1"/>
          </p:cNvSpPr>
          <p:nvPr/>
        </p:nvSpPr>
        <p:spPr bwMode="auto">
          <a:xfrm>
            <a:off x="1524000" y="1"/>
            <a:ext cx="9144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530">
              <a:defRPr>
                <a:solidFill>
                  <a:schemeClr val="tx1"/>
                </a:solidFill>
                <a:latin typeface="Verdana" panose="020B0604030504040204" pitchFamily="34" charset="0"/>
                <a:ea typeface="宋体" panose="02010600030101010101" pitchFamily="2" charset="-122"/>
              </a:defRPr>
            </a:lvl1pPr>
            <a:lvl2pPr indent="176530">
              <a:defRPr>
                <a:solidFill>
                  <a:schemeClr val="tx1"/>
                </a:solidFill>
                <a:latin typeface="Verdana" panose="020B0604030504040204" pitchFamily="34" charset="0"/>
                <a:ea typeface="宋体" panose="02010600030101010101" pitchFamily="2" charset="-122"/>
              </a:defRPr>
            </a:lvl2pPr>
            <a:lvl3pPr indent="176530">
              <a:defRPr>
                <a:solidFill>
                  <a:schemeClr val="tx1"/>
                </a:solidFill>
                <a:latin typeface="Verdana" panose="020B0604030504040204" pitchFamily="34" charset="0"/>
                <a:ea typeface="宋体" panose="02010600030101010101" pitchFamily="2" charset="-122"/>
              </a:defRPr>
            </a:lvl3pPr>
            <a:lvl4pPr indent="176530">
              <a:defRPr>
                <a:solidFill>
                  <a:schemeClr val="tx1"/>
                </a:solidFill>
                <a:latin typeface="Verdana" panose="020B0604030504040204" pitchFamily="34" charset="0"/>
                <a:ea typeface="宋体" panose="02010600030101010101" pitchFamily="2" charset="-122"/>
              </a:defRPr>
            </a:lvl4pPr>
            <a:lvl5pPr indent="176530">
              <a:defRPr>
                <a:solidFill>
                  <a:schemeClr val="tx1"/>
                </a:solidFill>
                <a:latin typeface="Verdana" panose="020B0604030504040204" pitchFamily="34" charset="0"/>
                <a:ea typeface="宋体" panose="02010600030101010101" pitchFamily="2" charset="-122"/>
              </a:defRPr>
            </a:lvl5pPr>
            <a:lvl6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600">
                <a:solidFill>
                  <a:srgbClr val="FFFFFF"/>
                </a:solidFill>
                <a:latin typeface="Times New Roman" panose="02020603050405020304" pitchFamily="18" charset="0"/>
                <a:ea typeface="黑体" panose="02010609060101010101" pitchFamily="49" charset="-122"/>
              </a:rPr>
              <a:t>10.6  </a:t>
            </a:r>
            <a:r>
              <a:rPr lang="zh-CN" altLang="en-US" sz="3600">
                <a:solidFill>
                  <a:srgbClr val="FFFFFF"/>
                </a:solidFill>
                <a:latin typeface="Times New Roman" panose="02020603050405020304" pitchFamily="18" charset="0"/>
                <a:ea typeface="黑体" panose="02010609060101010101" pitchFamily="49" charset="-122"/>
              </a:rPr>
              <a:t>知识发现与数据挖掘</a:t>
            </a:r>
            <a:endParaRPr lang="zh-CN" altLang="en-US" sz="3600">
              <a:solidFill>
                <a:srgbClr val="FFFFFF"/>
              </a:solidFill>
              <a:latin typeface="Times New Roman" panose="02020603050405020304" pitchFamily="18" charset="0"/>
              <a:ea typeface="黑体" panose="02010609060101010101"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01090">
                                            <p:txEl>
                                              <p:pRg st="0" end="0"/>
                                            </p:txEl>
                                          </p:spTgt>
                                        </p:tgtEl>
                                        <p:attrNameLst>
                                          <p:attrName>style.visibility</p:attrName>
                                        </p:attrNameLst>
                                      </p:cBhvr>
                                      <p:to>
                                        <p:strVal val="visible"/>
                                      </p:to>
                                    </p:set>
                                    <p:anim calcmode="lin" valueType="num">
                                      <p:cBhvr additive="base">
                                        <p:cTn id="7" dur="500" fill="hold"/>
                                        <p:tgtEl>
                                          <p:spTgt spid="60109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0109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01090">
                                            <p:txEl>
                                              <p:pRg st="1" end="1"/>
                                            </p:txEl>
                                          </p:spTgt>
                                        </p:tgtEl>
                                        <p:attrNameLst>
                                          <p:attrName>style.visibility</p:attrName>
                                        </p:attrNameLst>
                                      </p:cBhvr>
                                      <p:to>
                                        <p:strVal val="visible"/>
                                      </p:to>
                                    </p:set>
                                    <p:anim calcmode="lin" valueType="num">
                                      <p:cBhvr additive="base">
                                        <p:cTn id="13" dur="500" fill="hold"/>
                                        <p:tgtEl>
                                          <p:spTgt spid="60109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0109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01090">
                                            <p:txEl>
                                              <p:pRg st="2" end="2"/>
                                            </p:txEl>
                                          </p:spTgt>
                                        </p:tgtEl>
                                        <p:attrNameLst>
                                          <p:attrName>style.visibility</p:attrName>
                                        </p:attrNameLst>
                                      </p:cBhvr>
                                      <p:to>
                                        <p:strVal val="visible"/>
                                      </p:to>
                                    </p:set>
                                    <p:anim calcmode="lin" valueType="num">
                                      <p:cBhvr additive="base">
                                        <p:cTn id="19" dur="500" fill="hold"/>
                                        <p:tgtEl>
                                          <p:spTgt spid="601090">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0109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01090">
                                            <p:txEl>
                                              <p:pRg st="3" end="3"/>
                                            </p:txEl>
                                          </p:spTgt>
                                        </p:tgtEl>
                                        <p:attrNameLst>
                                          <p:attrName>style.visibility</p:attrName>
                                        </p:attrNameLst>
                                      </p:cBhvr>
                                      <p:to>
                                        <p:strVal val="visible"/>
                                      </p:to>
                                    </p:set>
                                    <p:anim calcmode="lin" valueType="num">
                                      <p:cBhvr additive="base">
                                        <p:cTn id="25" dur="500" fill="hold"/>
                                        <p:tgtEl>
                                          <p:spTgt spid="601090">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01090">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01090">
                                            <p:txEl>
                                              <p:pRg st="4" end="4"/>
                                            </p:txEl>
                                          </p:spTgt>
                                        </p:tgtEl>
                                        <p:attrNameLst>
                                          <p:attrName>style.visibility</p:attrName>
                                        </p:attrNameLst>
                                      </p:cBhvr>
                                      <p:to>
                                        <p:strVal val="visible"/>
                                      </p:to>
                                    </p:set>
                                    <p:anim calcmode="lin" valueType="num">
                                      <p:cBhvr additive="base">
                                        <p:cTn id="31" dur="500" fill="hold"/>
                                        <p:tgtEl>
                                          <p:spTgt spid="601090">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01090">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601090">
                                            <p:txEl>
                                              <p:pRg st="5" end="5"/>
                                            </p:txEl>
                                          </p:spTgt>
                                        </p:tgtEl>
                                        <p:attrNameLst>
                                          <p:attrName>style.visibility</p:attrName>
                                        </p:attrNameLst>
                                      </p:cBhvr>
                                      <p:to>
                                        <p:strVal val="visible"/>
                                      </p:to>
                                    </p:set>
                                    <p:anim calcmode="lin" valueType="num">
                                      <p:cBhvr additive="base">
                                        <p:cTn id="37" dur="500" fill="hold"/>
                                        <p:tgtEl>
                                          <p:spTgt spid="601090">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601090">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601090">
                                            <p:txEl>
                                              <p:pRg st="6" end="6"/>
                                            </p:txEl>
                                          </p:spTgt>
                                        </p:tgtEl>
                                        <p:attrNameLst>
                                          <p:attrName>style.visibility</p:attrName>
                                        </p:attrNameLst>
                                      </p:cBhvr>
                                      <p:to>
                                        <p:strVal val="visible"/>
                                      </p:to>
                                    </p:set>
                                    <p:anim calcmode="lin" valueType="num">
                                      <p:cBhvr additive="base">
                                        <p:cTn id="43" dur="500" fill="hold"/>
                                        <p:tgtEl>
                                          <p:spTgt spid="601090">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601090">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601090">
                                            <p:txEl>
                                              <p:pRg st="7" end="7"/>
                                            </p:txEl>
                                          </p:spTgt>
                                        </p:tgtEl>
                                        <p:attrNameLst>
                                          <p:attrName>style.visibility</p:attrName>
                                        </p:attrNameLst>
                                      </p:cBhvr>
                                      <p:to>
                                        <p:strVal val="visible"/>
                                      </p:to>
                                    </p:set>
                                    <p:anim calcmode="lin" valueType="num">
                                      <p:cBhvr additive="base">
                                        <p:cTn id="49" dur="500" fill="hold"/>
                                        <p:tgtEl>
                                          <p:spTgt spid="601090">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601090">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1090" grpId="0" autoUpdateAnimBg="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1"/>
          <p:cNvSpPr>
            <a:spLocks noGrp="1"/>
          </p:cNvSpPr>
          <p:nvPr>
            <p:ph type="sldNum" sz="quarter" idx="10"/>
          </p:nvPr>
        </p:nvSpPr>
        <p:spPr/>
        <p:txBody>
          <a:bodyPr/>
          <a:lstStyle/>
          <a:p>
            <a:pPr fontAlgn="base">
              <a:spcBef>
                <a:spcPct val="0"/>
              </a:spcBef>
              <a:spcAft>
                <a:spcPct val="0"/>
              </a:spcAft>
              <a:defRPr/>
            </a:pPr>
            <a:fld id="{61E55C49-C37E-47F2-B936-C22EC434F594}" type="slidenum">
              <a:rPr lang="ja-JP" altLang="en-US">
                <a:latin typeface="Arial" panose="020B0604020202020204"/>
              </a:rPr>
            </a:fld>
            <a:endParaRPr lang="en-US" altLang="ja-JP">
              <a:latin typeface="Arial" panose="020B0604020202020204"/>
            </a:endParaRPr>
          </a:p>
        </p:txBody>
      </p:sp>
      <p:sp>
        <p:nvSpPr>
          <p:cNvPr id="602114" name="Rectangle 2"/>
          <p:cNvSpPr>
            <a:spLocks noChangeArrowheads="1"/>
          </p:cNvSpPr>
          <p:nvPr/>
        </p:nvSpPr>
        <p:spPr bwMode="auto">
          <a:xfrm>
            <a:off x="1676400" y="990600"/>
            <a:ext cx="88392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276350" indent="-51943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929130" indent="-462280">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565400" indent="-446405">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3270250" indent="-514350">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727450" indent="-51435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4184650" indent="-51435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641850" indent="-51435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5099050" indent="-51435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gn="just" fontAlgn="base">
              <a:spcBef>
                <a:spcPct val="50000"/>
              </a:spcBef>
              <a:spcAft>
                <a:spcPct val="0"/>
              </a:spcAft>
              <a:buClr>
                <a:srgbClr val="CC0000"/>
              </a:buClr>
              <a:buSzPct val="60000"/>
              <a:buBlip>
                <a:blip r:embed="rId1"/>
              </a:buBlip>
            </a:pPr>
            <a:r>
              <a:rPr lang="zh-CN" altLang="en-US" sz="2400" b="1">
                <a:solidFill>
                  <a:srgbClr val="000000"/>
                </a:solidFill>
                <a:latin typeface="Times New Roman" panose="02020603050405020304" pitchFamily="18" charset="0"/>
              </a:rPr>
              <a:t>知识发现的主要方法：</a:t>
            </a:r>
            <a:endParaRPr lang="zh-CN" altLang="en-US" sz="2400" b="1">
              <a:solidFill>
                <a:srgbClr val="000000"/>
              </a:solidFill>
              <a:latin typeface="Times New Roman" panose="02020603050405020304" pitchFamily="18" charset="0"/>
            </a:endParaRPr>
          </a:p>
          <a:p>
            <a:pPr algn="just" fontAlgn="base">
              <a:spcBef>
                <a:spcPct val="50000"/>
              </a:spcBef>
              <a:spcAft>
                <a:spcPct val="0"/>
              </a:spcAft>
              <a:buClr>
                <a:srgbClr val="CC0000"/>
              </a:buClr>
              <a:buSzPct val="60000"/>
              <a:buBlip>
                <a:blip r:embed="rId1"/>
              </a:buBlip>
            </a:pPr>
            <a:r>
              <a:rPr lang="en-US" altLang="zh-CN" sz="2400" b="1">
                <a:solidFill>
                  <a:srgbClr val="000000"/>
                </a:solidFill>
                <a:latin typeface="Times New Roman" panose="02020603050405020304" pitchFamily="18" charset="0"/>
              </a:rPr>
              <a:t>1.</a:t>
            </a:r>
            <a:r>
              <a:rPr lang="zh-CN" altLang="en-US" sz="2400" b="1">
                <a:solidFill>
                  <a:srgbClr val="000000"/>
                </a:solidFill>
                <a:latin typeface="Times New Roman" panose="02020603050405020304" pitchFamily="18" charset="0"/>
              </a:rPr>
              <a:t>统计方法：从事物的外在数量上的表现去推断事物可能的规律性。常见的有回归分析、判别分析、聚类分析以及探索分析等。</a:t>
            </a:r>
            <a:endParaRPr lang="zh-CN" altLang="en-US" sz="2400" b="1">
              <a:solidFill>
                <a:srgbClr val="000000"/>
              </a:solidFill>
              <a:latin typeface="Times New Roman" panose="02020603050405020304" pitchFamily="18" charset="0"/>
            </a:endParaRPr>
          </a:p>
          <a:p>
            <a:pPr algn="just" fontAlgn="base">
              <a:spcBef>
                <a:spcPct val="50000"/>
              </a:spcBef>
              <a:spcAft>
                <a:spcPct val="0"/>
              </a:spcAft>
              <a:buClr>
                <a:srgbClr val="CC0000"/>
              </a:buClr>
              <a:buSzPct val="60000"/>
              <a:buBlip>
                <a:blip r:embed="rId1"/>
              </a:buBlip>
            </a:pPr>
            <a:r>
              <a:rPr lang="en-US" altLang="zh-CN" sz="2400" b="1">
                <a:solidFill>
                  <a:srgbClr val="000000"/>
                </a:solidFill>
                <a:latin typeface="Times New Roman" panose="02020603050405020304" pitchFamily="18" charset="0"/>
              </a:rPr>
              <a:t>2.</a:t>
            </a:r>
            <a:r>
              <a:rPr lang="zh-CN" altLang="en-US" sz="2400" b="1">
                <a:solidFill>
                  <a:srgbClr val="000000"/>
                </a:solidFill>
                <a:latin typeface="Times New Roman" panose="02020603050405020304" pitchFamily="18" charset="0"/>
              </a:rPr>
              <a:t>粗糙集：粗糙集是具有三值隶属函数的模糊集，即是、不是、也许。常与规则归纳、分类和聚类方法结合起来使用。</a:t>
            </a:r>
            <a:endParaRPr lang="zh-CN" altLang="en-US" sz="2400" b="1">
              <a:solidFill>
                <a:srgbClr val="000000"/>
              </a:solidFill>
              <a:latin typeface="Times New Roman" panose="02020603050405020304" pitchFamily="18" charset="0"/>
            </a:endParaRPr>
          </a:p>
          <a:p>
            <a:pPr algn="just" fontAlgn="base">
              <a:spcBef>
                <a:spcPct val="50000"/>
              </a:spcBef>
              <a:spcAft>
                <a:spcPct val="0"/>
              </a:spcAft>
              <a:buClr>
                <a:srgbClr val="CC0000"/>
              </a:buClr>
              <a:buSzPct val="60000"/>
              <a:buBlip>
                <a:blip r:embed="rId1"/>
              </a:buBlip>
            </a:pPr>
            <a:r>
              <a:rPr lang="en-US" altLang="zh-CN" sz="2400" b="1">
                <a:solidFill>
                  <a:srgbClr val="000000"/>
                </a:solidFill>
                <a:latin typeface="Times New Roman" panose="02020603050405020304" pitchFamily="18" charset="0"/>
              </a:rPr>
              <a:t>3.</a:t>
            </a:r>
            <a:r>
              <a:rPr lang="zh-CN" altLang="en-US" sz="2400" b="1">
                <a:solidFill>
                  <a:srgbClr val="000000"/>
                </a:solidFill>
                <a:latin typeface="Times New Roman" panose="02020603050405020304" pitchFamily="18" charset="0"/>
              </a:rPr>
              <a:t>可视化：把数据、信息和知识转化为图形等，使抽象的数据信息形象化。信息可视化也是知识发现的一个有用的手段。</a:t>
            </a:r>
            <a:endParaRPr lang="zh-CN" altLang="en-US" sz="2400" b="1">
              <a:solidFill>
                <a:srgbClr val="000000"/>
              </a:solidFill>
              <a:latin typeface="Times New Roman" panose="02020603050405020304" pitchFamily="18" charset="0"/>
            </a:endParaRPr>
          </a:p>
          <a:p>
            <a:pPr algn="just" fontAlgn="base">
              <a:spcBef>
                <a:spcPct val="50000"/>
              </a:spcBef>
              <a:spcAft>
                <a:spcPct val="0"/>
              </a:spcAft>
              <a:buClr>
                <a:srgbClr val="CC0000"/>
              </a:buClr>
              <a:buSzPct val="60000"/>
              <a:buBlip>
                <a:blip r:embed="rId1"/>
              </a:buBlip>
            </a:pPr>
            <a:r>
              <a:rPr lang="en-US" altLang="zh-CN" sz="2400" b="1">
                <a:solidFill>
                  <a:srgbClr val="000000"/>
                </a:solidFill>
                <a:latin typeface="Times New Roman" panose="02020603050405020304" pitchFamily="18" charset="0"/>
              </a:rPr>
              <a:t>4.</a:t>
            </a:r>
            <a:r>
              <a:rPr lang="zh-CN" altLang="en-US" sz="2400" b="1">
                <a:solidFill>
                  <a:srgbClr val="000000"/>
                </a:solidFill>
                <a:latin typeface="Times New Roman" panose="02020603050405020304" pitchFamily="18" charset="0"/>
              </a:rPr>
              <a:t>传统机器学习方法：包括符号学习和连接学习。</a:t>
            </a:r>
            <a:endParaRPr lang="zh-CN" altLang="en-US" sz="2400" b="1">
              <a:solidFill>
                <a:srgbClr val="000000"/>
              </a:solidFill>
              <a:latin typeface="Times New Roman" panose="02020603050405020304" pitchFamily="18" charset="0"/>
            </a:endParaRPr>
          </a:p>
        </p:txBody>
      </p:sp>
      <p:sp>
        <p:nvSpPr>
          <p:cNvPr id="446468" name="Rectangle 3"/>
          <p:cNvSpPr>
            <a:spLocks noChangeArrowheads="1"/>
          </p:cNvSpPr>
          <p:nvPr/>
        </p:nvSpPr>
        <p:spPr bwMode="auto">
          <a:xfrm>
            <a:off x="1524000" y="1"/>
            <a:ext cx="9144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530">
              <a:defRPr>
                <a:solidFill>
                  <a:schemeClr val="tx1"/>
                </a:solidFill>
                <a:latin typeface="Verdana" panose="020B0604030504040204" pitchFamily="34" charset="0"/>
                <a:ea typeface="宋体" panose="02010600030101010101" pitchFamily="2" charset="-122"/>
              </a:defRPr>
            </a:lvl1pPr>
            <a:lvl2pPr indent="176530">
              <a:defRPr>
                <a:solidFill>
                  <a:schemeClr val="tx1"/>
                </a:solidFill>
                <a:latin typeface="Verdana" panose="020B0604030504040204" pitchFamily="34" charset="0"/>
                <a:ea typeface="宋体" panose="02010600030101010101" pitchFamily="2" charset="-122"/>
              </a:defRPr>
            </a:lvl2pPr>
            <a:lvl3pPr indent="176530">
              <a:defRPr>
                <a:solidFill>
                  <a:schemeClr val="tx1"/>
                </a:solidFill>
                <a:latin typeface="Verdana" panose="020B0604030504040204" pitchFamily="34" charset="0"/>
                <a:ea typeface="宋体" panose="02010600030101010101" pitchFamily="2" charset="-122"/>
              </a:defRPr>
            </a:lvl3pPr>
            <a:lvl4pPr indent="176530">
              <a:defRPr>
                <a:solidFill>
                  <a:schemeClr val="tx1"/>
                </a:solidFill>
                <a:latin typeface="Verdana" panose="020B0604030504040204" pitchFamily="34" charset="0"/>
                <a:ea typeface="宋体" panose="02010600030101010101" pitchFamily="2" charset="-122"/>
              </a:defRPr>
            </a:lvl4pPr>
            <a:lvl5pPr indent="176530">
              <a:defRPr>
                <a:solidFill>
                  <a:schemeClr val="tx1"/>
                </a:solidFill>
                <a:latin typeface="Verdana" panose="020B0604030504040204" pitchFamily="34" charset="0"/>
                <a:ea typeface="宋体" panose="02010600030101010101" pitchFamily="2" charset="-122"/>
              </a:defRPr>
            </a:lvl5pPr>
            <a:lvl6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600">
                <a:solidFill>
                  <a:srgbClr val="FFFFFF"/>
                </a:solidFill>
                <a:latin typeface="Times New Roman" panose="02020603050405020304" pitchFamily="18" charset="0"/>
                <a:ea typeface="黑体" panose="02010609060101010101" pitchFamily="49" charset="-122"/>
              </a:rPr>
              <a:t>10.6  </a:t>
            </a:r>
            <a:r>
              <a:rPr lang="zh-CN" altLang="en-US" sz="3600">
                <a:solidFill>
                  <a:srgbClr val="FFFFFF"/>
                </a:solidFill>
                <a:latin typeface="Times New Roman" panose="02020603050405020304" pitchFamily="18" charset="0"/>
                <a:ea typeface="黑体" panose="02010609060101010101" pitchFamily="49" charset="-122"/>
              </a:rPr>
              <a:t>知识发现与数据挖掘</a:t>
            </a:r>
            <a:endParaRPr lang="zh-CN" altLang="en-US" sz="3600">
              <a:solidFill>
                <a:srgbClr val="FFFFFF"/>
              </a:solidFill>
              <a:latin typeface="Times New Roman" panose="02020603050405020304" pitchFamily="18" charset="0"/>
              <a:ea typeface="黑体" panose="02010609060101010101"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02114">
                                            <p:txEl>
                                              <p:pRg st="0" end="0"/>
                                            </p:txEl>
                                          </p:spTgt>
                                        </p:tgtEl>
                                        <p:attrNameLst>
                                          <p:attrName>style.visibility</p:attrName>
                                        </p:attrNameLst>
                                      </p:cBhvr>
                                      <p:to>
                                        <p:strVal val="visible"/>
                                      </p:to>
                                    </p:set>
                                    <p:anim calcmode="lin" valueType="num">
                                      <p:cBhvr additive="base">
                                        <p:cTn id="7" dur="500" fill="hold"/>
                                        <p:tgtEl>
                                          <p:spTgt spid="60211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0211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02114">
                                            <p:txEl>
                                              <p:pRg st="1" end="1"/>
                                            </p:txEl>
                                          </p:spTgt>
                                        </p:tgtEl>
                                        <p:attrNameLst>
                                          <p:attrName>style.visibility</p:attrName>
                                        </p:attrNameLst>
                                      </p:cBhvr>
                                      <p:to>
                                        <p:strVal val="visible"/>
                                      </p:to>
                                    </p:set>
                                    <p:anim calcmode="lin" valueType="num">
                                      <p:cBhvr additive="base">
                                        <p:cTn id="13" dur="500" fill="hold"/>
                                        <p:tgtEl>
                                          <p:spTgt spid="60211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0211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02114">
                                            <p:txEl>
                                              <p:pRg st="2" end="2"/>
                                            </p:txEl>
                                          </p:spTgt>
                                        </p:tgtEl>
                                        <p:attrNameLst>
                                          <p:attrName>style.visibility</p:attrName>
                                        </p:attrNameLst>
                                      </p:cBhvr>
                                      <p:to>
                                        <p:strVal val="visible"/>
                                      </p:to>
                                    </p:set>
                                    <p:anim calcmode="lin" valueType="num">
                                      <p:cBhvr additive="base">
                                        <p:cTn id="19" dur="500" fill="hold"/>
                                        <p:tgtEl>
                                          <p:spTgt spid="602114">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0211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02114">
                                            <p:txEl>
                                              <p:pRg st="3" end="3"/>
                                            </p:txEl>
                                          </p:spTgt>
                                        </p:tgtEl>
                                        <p:attrNameLst>
                                          <p:attrName>style.visibility</p:attrName>
                                        </p:attrNameLst>
                                      </p:cBhvr>
                                      <p:to>
                                        <p:strVal val="visible"/>
                                      </p:to>
                                    </p:set>
                                    <p:anim calcmode="lin" valueType="num">
                                      <p:cBhvr additive="base">
                                        <p:cTn id="25" dur="500" fill="hold"/>
                                        <p:tgtEl>
                                          <p:spTgt spid="602114">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0211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02114">
                                            <p:txEl>
                                              <p:pRg st="4" end="4"/>
                                            </p:txEl>
                                          </p:spTgt>
                                        </p:tgtEl>
                                        <p:attrNameLst>
                                          <p:attrName>style.visibility</p:attrName>
                                        </p:attrNameLst>
                                      </p:cBhvr>
                                      <p:to>
                                        <p:strVal val="visible"/>
                                      </p:to>
                                    </p:set>
                                    <p:anim calcmode="lin" valueType="num">
                                      <p:cBhvr additive="base">
                                        <p:cTn id="31" dur="500" fill="hold"/>
                                        <p:tgtEl>
                                          <p:spTgt spid="602114">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02114">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2114" grpId="0" autoUpdateAnimBg="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1"/>
          <p:cNvSpPr>
            <a:spLocks noGrp="1"/>
          </p:cNvSpPr>
          <p:nvPr>
            <p:ph type="sldNum" sz="quarter" idx="10"/>
          </p:nvPr>
        </p:nvSpPr>
        <p:spPr/>
        <p:txBody>
          <a:bodyPr/>
          <a:lstStyle/>
          <a:p>
            <a:pPr fontAlgn="base">
              <a:spcBef>
                <a:spcPct val="0"/>
              </a:spcBef>
              <a:spcAft>
                <a:spcPct val="0"/>
              </a:spcAft>
              <a:defRPr/>
            </a:pPr>
            <a:fld id="{1DE67709-CC47-417E-A60A-D6FEDFBD564C}" type="slidenum">
              <a:rPr lang="ja-JP" altLang="en-US">
                <a:latin typeface="Arial" panose="020B0604020202020204"/>
              </a:rPr>
            </a:fld>
            <a:endParaRPr lang="en-US" altLang="ja-JP">
              <a:latin typeface="Arial" panose="020B0604020202020204"/>
            </a:endParaRPr>
          </a:p>
        </p:txBody>
      </p:sp>
      <p:sp>
        <p:nvSpPr>
          <p:cNvPr id="603138" name="Rectangle 2"/>
          <p:cNvSpPr>
            <a:spLocks noChangeArrowheads="1"/>
          </p:cNvSpPr>
          <p:nvPr/>
        </p:nvSpPr>
        <p:spPr bwMode="auto">
          <a:xfrm>
            <a:off x="1676400" y="990600"/>
            <a:ext cx="88392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276350" indent="-51943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929130" indent="-462280">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565400" indent="-446405">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3270250" indent="-514350">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727450" indent="-51435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4184650" indent="-51435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641850" indent="-51435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5099050" indent="-51435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gn="just" fontAlgn="base">
              <a:spcBef>
                <a:spcPct val="50000"/>
              </a:spcBef>
              <a:spcAft>
                <a:spcPct val="0"/>
              </a:spcAft>
              <a:buClr>
                <a:srgbClr val="CC0000"/>
              </a:buClr>
              <a:buSzPct val="60000"/>
              <a:buBlip>
                <a:blip r:embed="rId1"/>
              </a:buBlip>
            </a:pPr>
            <a:r>
              <a:rPr lang="zh-CN" altLang="en-US" sz="2400" b="1">
                <a:solidFill>
                  <a:srgbClr val="000000"/>
                </a:solidFill>
                <a:latin typeface="Times New Roman" panose="02020603050405020304" pitchFamily="18" charset="0"/>
              </a:rPr>
              <a:t>知识发现的对象：</a:t>
            </a:r>
            <a:endParaRPr lang="zh-CN" altLang="en-US" sz="2400" b="1">
              <a:solidFill>
                <a:srgbClr val="000000"/>
              </a:solidFill>
              <a:latin typeface="Times New Roman" panose="02020603050405020304" pitchFamily="18" charset="0"/>
            </a:endParaRPr>
          </a:p>
          <a:p>
            <a:pPr algn="just" fontAlgn="base">
              <a:spcBef>
                <a:spcPct val="50000"/>
              </a:spcBef>
              <a:spcAft>
                <a:spcPct val="0"/>
              </a:spcAft>
              <a:buClr>
                <a:srgbClr val="CC0000"/>
              </a:buClr>
              <a:buSzPct val="60000"/>
              <a:buBlip>
                <a:blip r:embed="rId1"/>
              </a:buBlip>
            </a:pPr>
            <a:r>
              <a:rPr lang="en-US" altLang="zh-CN" sz="2400" b="1">
                <a:solidFill>
                  <a:srgbClr val="000000"/>
                </a:solidFill>
                <a:latin typeface="Times New Roman" panose="02020603050405020304" pitchFamily="18" charset="0"/>
              </a:rPr>
              <a:t>1.</a:t>
            </a:r>
            <a:r>
              <a:rPr lang="zh-CN" altLang="en-US" sz="2400" b="1">
                <a:solidFill>
                  <a:srgbClr val="000000"/>
                </a:solidFill>
                <a:latin typeface="Times New Roman" panose="02020603050405020304" pitchFamily="18" charset="0"/>
              </a:rPr>
              <a:t>数据库：当前研究比较多的是关系数据库的知识发现。</a:t>
            </a:r>
            <a:endParaRPr lang="zh-CN" altLang="en-US" sz="2400" b="1">
              <a:solidFill>
                <a:srgbClr val="000000"/>
              </a:solidFill>
              <a:latin typeface="Times New Roman" panose="02020603050405020304" pitchFamily="18" charset="0"/>
            </a:endParaRPr>
          </a:p>
          <a:p>
            <a:pPr algn="just" fontAlgn="base">
              <a:spcBef>
                <a:spcPct val="50000"/>
              </a:spcBef>
              <a:spcAft>
                <a:spcPct val="0"/>
              </a:spcAft>
              <a:buClr>
                <a:srgbClr val="CC0000"/>
              </a:buClr>
              <a:buSzPct val="60000"/>
              <a:buBlip>
                <a:blip r:embed="rId1"/>
              </a:buBlip>
            </a:pPr>
            <a:r>
              <a:rPr lang="en-US" altLang="zh-CN" sz="2400" b="1">
                <a:solidFill>
                  <a:srgbClr val="000000"/>
                </a:solidFill>
                <a:latin typeface="Times New Roman" panose="02020603050405020304" pitchFamily="18" charset="0"/>
              </a:rPr>
              <a:t>2.</a:t>
            </a:r>
            <a:r>
              <a:rPr lang="zh-CN" altLang="en-US" sz="2400" b="1">
                <a:solidFill>
                  <a:srgbClr val="000000"/>
                </a:solidFill>
                <a:latin typeface="Times New Roman" panose="02020603050405020304" pitchFamily="18" charset="0"/>
              </a:rPr>
              <a:t>数据仓库：数据挖掘为数据仓库提供深层次数据分析的手段，数据仓库为数据挖掘提供经过良好预处理的数据源。</a:t>
            </a:r>
            <a:endParaRPr lang="zh-CN" altLang="en-US" sz="2400" b="1">
              <a:solidFill>
                <a:srgbClr val="000000"/>
              </a:solidFill>
              <a:latin typeface="Times New Roman" panose="02020603050405020304" pitchFamily="18" charset="0"/>
            </a:endParaRPr>
          </a:p>
          <a:p>
            <a:pPr algn="just" fontAlgn="base">
              <a:spcBef>
                <a:spcPct val="50000"/>
              </a:spcBef>
              <a:spcAft>
                <a:spcPct val="0"/>
              </a:spcAft>
              <a:buClr>
                <a:srgbClr val="CC0000"/>
              </a:buClr>
              <a:buSzPct val="60000"/>
              <a:buBlip>
                <a:blip r:embed="rId1"/>
              </a:buBlip>
            </a:pPr>
            <a:r>
              <a:rPr lang="en-US" altLang="zh-CN" sz="2400" b="1">
                <a:solidFill>
                  <a:srgbClr val="000000"/>
                </a:solidFill>
                <a:latin typeface="Times New Roman" panose="02020603050405020304" pitchFamily="18" charset="0"/>
              </a:rPr>
              <a:t>3. Web</a:t>
            </a:r>
            <a:r>
              <a:rPr lang="zh-CN" altLang="en-US" sz="2400" b="1">
                <a:solidFill>
                  <a:srgbClr val="000000"/>
                </a:solidFill>
                <a:latin typeface="Times New Roman" panose="02020603050405020304" pitchFamily="18" charset="0"/>
              </a:rPr>
              <a:t>信息：</a:t>
            </a:r>
            <a:r>
              <a:rPr lang="en-US" altLang="zh-CN" sz="2400" b="1">
                <a:solidFill>
                  <a:srgbClr val="000000"/>
                </a:solidFill>
                <a:latin typeface="Times New Roman" panose="02020603050405020304" pitchFamily="18" charset="0"/>
              </a:rPr>
              <a:t>Web</a:t>
            </a:r>
            <a:r>
              <a:rPr lang="zh-CN" altLang="en-US" sz="2400" b="1">
                <a:solidFill>
                  <a:srgbClr val="000000"/>
                </a:solidFill>
                <a:latin typeface="Times New Roman" panose="02020603050405020304" pitchFamily="18" charset="0"/>
              </a:rPr>
              <a:t>知识发现主要分内容发现和结构发现。内容发现是指从</a:t>
            </a:r>
            <a:r>
              <a:rPr lang="en-US" altLang="zh-CN" sz="2400" b="1">
                <a:solidFill>
                  <a:srgbClr val="000000"/>
                </a:solidFill>
                <a:latin typeface="Times New Roman" panose="02020603050405020304" pitchFamily="18" charset="0"/>
              </a:rPr>
              <a:t>Web</a:t>
            </a:r>
            <a:r>
              <a:rPr lang="zh-CN" altLang="en-US" sz="2400" b="1">
                <a:solidFill>
                  <a:srgbClr val="000000"/>
                </a:solidFill>
                <a:latin typeface="Times New Roman" panose="02020603050405020304" pitchFamily="18" charset="0"/>
              </a:rPr>
              <a:t>文档的内容中提取知识</a:t>
            </a:r>
            <a:r>
              <a:rPr lang="en-US" altLang="zh-CN" sz="2400" b="1">
                <a:solidFill>
                  <a:srgbClr val="000000"/>
                </a:solidFill>
                <a:latin typeface="Times New Roman" panose="02020603050405020304" pitchFamily="18" charset="0"/>
              </a:rPr>
              <a:t>;</a:t>
            </a:r>
            <a:r>
              <a:rPr lang="zh-CN" altLang="en-US" sz="2400" b="1">
                <a:solidFill>
                  <a:srgbClr val="000000"/>
                </a:solidFill>
                <a:latin typeface="Times New Roman" panose="02020603050405020304" pitchFamily="18" charset="0"/>
              </a:rPr>
              <a:t>结构发现是指从</a:t>
            </a:r>
            <a:r>
              <a:rPr lang="en-US" altLang="zh-CN" sz="2400" b="1">
                <a:solidFill>
                  <a:srgbClr val="000000"/>
                </a:solidFill>
                <a:latin typeface="Times New Roman" panose="02020603050405020304" pitchFamily="18" charset="0"/>
              </a:rPr>
              <a:t>Web</a:t>
            </a:r>
            <a:r>
              <a:rPr lang="zh-CN" altLang="en-US" sz="2400" b="1">
                <a:solidFill>
                  <a:srgbClr val="000000"/>
                </a:solidFill>
                <a:latin typeface="Times New Roman" panose="02020603050405020304" pitchFamily="18" charset="0"/>
              </a:rPr>
              <a:t>文档的结构信息中推导知识。</a:t>
            </a:r>
            <a:endParaRPr lang="zh-CN" altLang="en-US" sz="2400" b="1">
              <a:solidFill>
                <a:srgbClr val="000000"/>
              </a:solidFill>
              <a:latin typeface="Times New Roman" panose="02020603050405020304" pitchFamily="18" charset="0"/>
            </a:endParaRPr>
          </a:p>
          <a:p>
            <a:pPr algn="just" fontAlgn="base">
              <a:spcBef>
                <a:spcPct val="50000"/>
              </a:spcBef>
              <a:spcAft>
                <a:spcPct val="0"/>
              </a:spcAft>
              <a:buClr>
                <a:srgbClr val="CC0000"/>
              </a:buClr>
              <a:buSzPct val="60000"/>
              <a:buBlip>
                <a:blip r:embed="rId1"/>
              </a:buBlip>
            </a:pPr>
            <a:r>
              <a:rPr lang="en-US" altLang="zh-CN" sz="2400" b="1">
                <a:solidFill>
                  <a:srgbClr val="000000"/>
                </a:solidFill>
                <a:latin typeface="Times New Roman" panose="02020603050405020304" pitchFamily="18" charset="0"/>
              </a:rPr>
              <a:t>4. </a:t>
            </a:r>
            <a:r>
              <a:rPr lang="zh-CN" altLang="en-US" sz="2400" b="1">
                <a:solidFill>
                  <a:srgbClr val="000000"/>
                </a:solidFill>
                <a:latin typeface="Times New Roman" panose="02020603050405020304" pitchFamily="18" charset="0"/>
              </a:rPr>
              <a:t>图像和视频数据：图像和视频数据中也存在有用的信息。比如，地球资源卫星每天都要拍摄大量的图像或录像。</a:t>
            </a:r>
            <a:endParaRPr lang="zh-CN" altLang="en-US" sz="2400" b="1">
              <a:solidFill>
                <a:srgbClr val="000000"/>
              </a:solidFill>
              <a:latin typeface="Times New Roman" panose="02020603050405020304" pitchFamily="18" charset="0"/>
            </a:endParaRPr>
          </a:p>
        </p:txBody>
      </p:sp>
      <p:sp>
        <p:nvSpPr>
          <p:cNvPr id="447492" name="Rectangle 3"/>
          <p:cNvSpPr>
            <a:spLocks noChangeArrowheads="1"/>
          </p:cNvSpPr>
          <p:nvPr/>
        </p:nvSpPr>
        <p:spPr bwMode="auto">
          <a:xfrm>
            <a:off x="1524000" y="1"/>
            <a:ext cx="9144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530">
              <a:defRPr>
                <a:solidFill>
                  <a:schemeClr val="tx1"/>
                </a:solidFill>
                <a:latin typeface="Verdana" panose="020B0604030504040204" pitchFamily="34" charset="0"/>
                <a:ea typeface="宋体" panose="02010600030101010101" pitchFamily="2" charset="-122"/>
              </a:defRPr>
            </a:lvl1pPr>
            <a:lvl2pPr indent="176530">
              <a:defRPr>
                <a:solidFill>
                  <a:schemeClr val="tx1"/>
                </a:solidFill>
                <a:latin typeface="Verdana" panose="020B0604030504040204" pitchFamily="34" charset="0"/>
                <a:ea typeface="宋体" panose="02010600030101010101" pitchFamily="2" charset="-122"/>
              </a:defRPr>
            </a:lvl2pPr>
            <a:lvl3pPr indent="176530">
              <a:defRPr>
                <a:solidFill>
                  <a:schemeClr val="tx1"/>
                </a:solidFill>
                <a:latin typeface="Verdana" panose="020B0604030504040204" pitchFamily="34" charset="0"/>
                <a:ea typeface="宋体" panose="02010600030101010101" pitchFamily="2" charset="-122"/>
              </a:defRPr>
            </a:lvl3pPr>
            <a:lvl4pPr indent="176530">
              <a:defRPr>
                <a:solidFill>
                  <a:schemeClr val="tx1"/>
                </a:solidFill>
                <a:latin typeface="Verdana" panose="020B0604030504040204" pitchFamily="34" charset="0"/>
                <a:ea typeface="宋体" panose="02010600030101010101" pitchFamily="2" charset="-122"/>
              </a:defRPr>
            </a:lvl4pPr>
            <a:lvl5pPr indent="176530">
              <a:defRPr>
                <a:solidFill>
                  <a:schemeClr val="tx1"/>
                </a:solidFill>
                <a:latin typeface="Verdana" panose="020B0604030504040204" pitchFamily="34" charset="0"/>
                <a:ea typeface="宋体" panose="02010600030101010101" pitchFamily="2" charset="-122"/>
              </a:defRPr>
            </a:lvl5pPr>
            <a:lvl6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600">
                <a:solidFill>
                  <a:srgbClr val="FFFFFF"/>
                </a:solidFill>
                <a:latin typeface="Times New Roman" panose="02020603050405020304" pitchFamily="18" charset="0"/>
                <a:ea typeface="黑体" panose="02010609060101010101" pitchFamily="49" charset="-122"/>
              </a:rPr>
              <a:t>10.6  </a:t>
            </a:r>
            <a:r>
              <a:rPr lang="zh-CN" altLang="en-US" sz="3600">
                <a:solidFill>
                  <a:srgbClr val="FFFFFF"/>
                </a:solidFill>
                <a:latin typeface="Times New Roman" panose="02020603050405020304" pitchFamily="18" charset="0"/>
                <a:ea typeface="黑体" panose="02010609060101010101" pitchFamily="49" charset="-122"/>
              </a:rPr>
              <a:t>知识发现与数据挖掘</a:t>
            </a:r>
            <a:endParaRPr lang="zh-CN" altLang="en-US" sz="3600">
              <a:solidFill>
                <a:srgbClr val="FFFFFF"/>
              </a:solidFill>
              <a:latin typeface="Times New Roman" panose="02020603050405020304" pitchFamily="18" charset="0"/>
              <a:ea typeface="黑体" panose="02010609060101010101"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03138">
                                            <p:txEl>
                                              <p:pRg st="0" end="0"/>
                                            </p:txEl>
                                          </p:spTgt>
                                        </p:tgtEl>
                                        <p:attrNameLst>
                                          <p:attrName>style.visibility</p:attrName>
                                        </p:attrNameLst>
                                      </p:cBhvr>
                                      <p:to>
                                        <p:strVal val="visible"/>
                                      </p:to>
                                    </p:set>
                                    <p:anim calcmode="lin" valueType="num">
                                      <p:cBhvr additive="base">
                                        <p:cTn id="7" dur="500" fill="hold"/>
                                        <p:tgtEl>
                                          <p:spTgt spid="60313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0313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03138">
                                            <p:txEl>
                                              <p:pRg st="1" end="1"/>
                                            </p:txEl>
                                          </p:spTgt>
                                        </p:tgtEl>
                                        <p:attrNameLst>
                                          <p:attrName>style.visibility</p:attrName>
                                        </p:attrNameLst>
                                      </p:cBhvr>
                                      <p:to>
                                        <p:strVal val="visible"/>
                                      </p:to>
                                    </p:set>
                                    <p:anim calcmode="lin" valueType="num">
                                      <p:cBhvr additive="base">
                                        <p:cTn id="13" dur="500" fill="hold"/>
                                        <p:tgtEl>
                                          <p:spTgt spid="603138">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0313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03138">
                                            <p:txEl>
                                              <p:pRg st="2" end="2"/>
                                            </p:txEl>
                                          </p:spTgt>
                                        </p:tgtEl>
                                        <p:attrNameLst>
                                          <p:attrName>style.visibility</p:attrName>
                                        </p:attrNameLst>
                                      </p:cBhvr>
                                      <p:to>
                                        <p:strVal val="visible"/>
                                      </p:to>
                                    </p:set>
                                    <p:anim calcmode="lin" valueType="num">
                                      <p:cBhvr additive="base">
                                        <p:cTn id="19" dur="500" fill="hold"/>
                                        <p:tgtEl>
                                          <p:spTgt spid="603138">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0313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03138">
                                            <p:txEl>
                                              <p:pRg st="3" end="3"/>
                                            </p:txEl>
                                          </p:spTgt>
                                        </p:tgtEl>
                                        <p:attrNameLst>
                                          <p:attrName>style.visibility</p:attrName>
                                        </p:attrNameLst>
                                      </p:cBhvr>
                                      <p:to>
                                        <p:strVal val="visible"/>
                                      </p:to>
                                    </p:set>
                                    <p:anim calcmode="lin" valueType="num">
                                      <p:cBhvr additive="base">
                                        <p:cTn id="25" dur="500" fill="hold"/>
                                        <p:tgtEl>
                                          <p:spTgt spid="603138">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0313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03138">
                                            <p:txEl>
                                              <p:pRg st="4" end="4"/>
                                            </p:txEl>
                                          </p:spTgt>
                                        </p:tgtEl>
                                        <p:attrNameLst>
                                          <p:attrName>style.visibility</p:attrName>
                                        </p:attrNameLst>
                                      </p:cBhvr>
                                      <p:to>
                                        <p:strVal val="visible"/>
                                      </p:to>
                                    </p:set>
                                    <p:anim calcmode="lin" valueType="num">
                                      <p:cBhvr additive="base">
                                        <p:cTn id="31" dur="500" fill="hold"/>
                                        <p:tgtEl>
                                          <p:spTgt spid="603138">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03138">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3138" grpId="0" autoUpdateAnimBg="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fontAlgn="base">
              <a:spcBef>
                <a:spcPct val="0"/>
              </a:spcBef>
              <a:spcAft>
                <a:spcPct val="0"/>
              </a:spcAft>
              <a:defRPr/>
            </a:pPr>
            <a:fld id="{950A0AC4-FA55-472C-A719-ECE83E769047}" type="slidenum">
              <a:rPr lang="ja-JP" altLang="en-US">
                <a:latin typeface="Arial" panose="020B0604020202020204"/>
              </a:rPr>
            </a:fld>
            <a:endParaRPr lang="en-US" altLang="ja-JP">
              <a:latin typeface="Arial" panose="020B0604020202020204"/>
            </a:endParaRPr>
          </a:p>
        </p:txBody>
      </p:sp>
      <p:sp>
        <p:nvSpPr>
          <p:cNvPr id="448515" name="Rectangle 2"/>
          <p:cNvSpPr>
            <a:spLocks noGrp="1" noChangeArrowheads="1"/>
          </p:cNvSpPr>
          <p:nvPr>
            <p:ph type="title"/>
          </p:nvPr>
        </p:nvSpPr>
        <p:spPr/>
        <p:txBody>
          <a:bodyPr/>
          <a:lstStyle/>
          <a:p>
            <a:pPr eaLnBrk="1" hangingPunct="1"/>
            <a:r>
              <a:rPr lang="zh-CN" altLang="en-US" sz="4200" b="0">
                <a:latin typeface="Times New Roman" panose="02020603050405020304" pitchFamily="18" charset="0"/>
                <a:ea typeface="黑体" panose="02010609060101010101" pitchFamily="49" charset="-122"/>
              </a:rPr>
              <a:t>第</a:t>
            </a:r>
            <a:r>
              <a:rPr lang="en-US" altLang="zh-CN" sz="4200" b="0">
                <a:latin typeface="Times New Roman" panose="02020603050405020304" pitchFamily="18" charset="0"/>
                <a:ea typeface="黑体" panose="02010609060101010101" pitchFamily="49" charset="-122"/>
              </a:rPr>
              <a:t>10</a:t>
            </a:r>
            <a:r>
              <a:rPr lang="zh-CN" altLang="en-US" sz="4200" b="0">
                <a:latin typeface="Times New Roman" panose="02020603050405020304" pitchFamily="18" charset="0"/>
                <a:ea typeface="黑体" panose="02010609060101010101" pitchFamily="49" charset="-122"/>
              </a:rPr>
              <a:t>章  专家系统与机器学习</a:t>
            </a:r>
            <a:endParaRPr lang="zh-CN" altLang="en-US" sz="4200" b="0">
              <a:latin typeface="Times New Roman" panose="02020603050405020304" pitchFamily="18" charset="0"/>
              <a:ea typeface="黑体" panose="02010609060101010101" pitchFamily="49" charset="-122"/>
            </a:endParaRPr>
          </a:p>
        </p:txBody>
      </p:sp>
      <p:sp>
        <p:nvSpPr>
          <p:cNvPr id="448516" name="Rectangle 3"/>
          <p:cNvSpPr>
            <a:spLocks noGrp="1" noChangeArrowheads="1"/>
          </p:cNvSpPr>
          <p:nvPr>
            <p:ph type="body" idx="1"/>
          </p:nvPr>
        </p:nvSpPr>
        <p:spPr>
          <a:xfrm>
            <a:off x="2025650" y="1066801"/>
            <a:ext cx="8642350" cy="5400675"/>
          </a:xfrm>
        </p:spPr>
        <p:txBody>
          <a:bodyPr/>
          <a:lstStyle/>
          <a:p>
            <a:pPr eaLnBrk="1" hangingPunct="1">
              <a:lnSpc>
                <a:spcPct val="110000"/>
              </a:lnSpc>
              <a:spcBef>
                <a:spcPct val="30000"/>
              </a:spcBef>
            </a:pPr>
            <a:r>
              <a:rPr lang="en-US" altLang="zh-CN" b="1">
                <a:latin typeface="Times New Roman" panose="02020603050405020304" pitchFamily="18" charset="0"/>
              </a:rPr>
              <a:t>10.1  </a:t>
            </a:r>
            <a:r>
              <a:rPr lang="zh-CN" altLang="en-US" b="1">
                <a:latin typeface="Times New Roman" panose="02020603050405020304" pitchFamily="18" charset="0"/>
              </a:rPr>
              <a:t>专家系统的产生和发展 </a:t>
            </a:r>
            <a:endParaRPr lang="zh-CN" altLang="en-US" b="1">
              <a:latin typeface="Times New Roman" panose="02020603050405020304" pitchFamily="18" charset="0"/>
            </a:endParaRPr>
          </a:p>
          <a:p>
            <a:pPr eaLnBrk="1" hangingPunct="1">
              <a:lnSpc>
                <a:spcPct val="110000"/>
              </a:lnSpc>
              <a:spcBef>
                <a:spcPct val="30000"/>
              </a:spcBef>
            </a:pPr>
            <a:r>
              <a:rPr lang="en-US" altLang="zh-CN" b="1">
                <a:latin typeface="Times New Roman" panose="02020603050405020304" pitchFamily="18" charset="0"/>
              </a:rPr>
              <a:t>10.2  </a:t>
            </a:r>
            <a:r>
              <a:rPr lang="zh-CN" altLang="en-US" b="1">
                <a:latin typeface="Times New Roman" panose="02020603050405020304" pitchFamily="18" charset="0"/>
              </a:rPr>
              <a:t>专家系统的概念 </a:t>
            </a:r>
            <a:endParaRPr lang="zh-CN" altLang="en-US" b="1">
              <a:latin typeface="Times New Roman" panose="02020603050405020304" pitchFamily="18" charset="0"/>
            </a:endParaRPr>
          </a:p>
          <a:p>
            <a:pPr eaLnBrk="1" hangingPunct="1">
              <a:lnSpc>
                <a:spcPct val="110000"/>
              </a:lnSpc>
              <a:spcBef>
                <a:spcPct val="30000"/>
              </a:spcBef>
            </a:pPr>
            <a:r>
              <a:rPr lang="en-US" altLang="zh-CN" b="1">
                <a:latin typeface="Times New Roman" panose="02020603050405020304" pitchFamily="18" charset="0"/>
              </a:rPr>
              <a:t>10.3  </a:t>
            </a:r>
            <a:r>
              <a:rPr lang="zh-CN" altLang="en-US" b="1">
                <a:latin typeface="Times New Roman" panose="02020603050405020304" pitchFamily="18" charset="0"/>
              </a:rPr>
              <a:t>专家系统的工作原理</a:t>
            </a:r>
            <a:endParaRPr lang="zh-CN" altLang="en-US" b="1">
              <a:latin typeface="Times New Roman" panose="02020603050405020304" pitchFamily="18" charset="0"/>
            </a:endParaRPr>
          </a:p>
          <a:p>
            <a:pPr eaLnBrk="1" hangingPunct="1">
              <a:lnSpc>
                <a:spcPct val="110000"/>
              </a:lnSpc>
              <a:spcBef>
                <a:spcPct val="30000"/>
              </a:spcBef>
            </a:pPr>
            <a:r>
              <a:rPr lang="en-US" altLang="zh-CN" b="1">
                <a:latin typeface="Times New Roman" panose="02020603050405020304" pitchFamily="18" charset="0"/>
              </a:rPr>
              <a:t>10.4  </a:t>
            </a:r>
            <a:r>
              <a:rPr lang="zh-CN" altLang="en-US" b="1">
                <a:latin typeface="Times New Roman" panose="02020603050405020304" pitchFamily="18" charset="0"/>
              </a:rPr>
              <a:t>知识获取的主要过程与模式</a:t>
            </a:r>
            <a:endParaRPr lang="zh-CN" altLang="en-US" b="1">
              <a:latin typeface="Times New Roman" panose="02020603050405020304" pitchFamily="18" charset="0"/>
            </a:endParaRPr>
          </a:p>
          <a:p>
            <a:pPr eaLnBrk="1" hangingPunct="1">
              <a:lnSpc>
                <a:spcPct val="110000"/>
              </a:lnSpc>
              <a:spcBef>
                <a:spcPct val="30000"/>
              </a:spcBef>
            </a:pPr>
            <a:r>
              <a:rPr lang="en-US" altLang="zh-CN" b="1">
                <a:latin typeface="Times New Roman" panose="02020603050405020304" pitchFamily="18" charset="0"/>
              </a:rPr>
              <a:t>10.5  </a:t>
            </a:r>
            <a:r>
              <a:rPr lang="zh-CN" altLang="en-US" b="1">
                <a:latin typeface="Times New Roman" panose="02020603050405020304" pitchFamily="18" charset="0"/>
              </a:rPr>
              <a:t>机器学习</a:t>
            </a:r>
            <a:endParaRPr lang="zh-CN" altLang="en-US" b="1">
              <a:latin typeface="Times New Roman" panose="02020603050405020304" pitchFamily="18" charset="0"/>
            </a:endParaRPr>
          </a:p>
          <a:p>
            <a:pPr eaLnBrk="1" hangingPunct="1">
              <a:lnSpc>
                <a:spcPct val="110000"/>
              </a:lnSpc>
              <a:spcBef>
                <a:spcPct val="30000"/>
              </a:spcBef>
            </a:pPr>
            <a:r>
              <a:rPr lang="en-US" altLang="zh-CN" b="1">
                <a:latin typeface="Times New Roman" panose="02020603050405020304" pitchFamily="18" charset="0"/>
              </a:rPr>
              <a:t>10.6  </a:t>
            </a:r>
            <a:r>
              <a:rPr lang="zh-CN" altLang="en-US" b="1">
                <a:latin typeface="Times New Roman" panose="02020603050405020304" pitchFamily="18" charset="0"/>
              </a:rPr>
              <a:t>知识发现与数据挖掘</a:t>
            </a:r>
            <a:endParaRPr lang="zh-CN" altLang="en-US" b="1">
              <a:latin typeface="Times New Roman" panose="02020603050405020304" pitchFamily="18" charset="0"/>
            </a:endParaRPr>
          </a:p>
          <a:p>
            <a:pPr eaLnBrk="1" hangingPunct="1">
              <a:lnSpc>
                <a:spcPct val="110000"/>
              </a:lnSpc>
              <a:spcBef>
                <a:spcPct val="30000"/>
              </a:spcBef>
              <a:buClr>
                <a:srgbClr val="0000FF"/>
              </a:buClr>
              <a:buSzPct val="150000"/>
              <a:buFont typeface="Wingdings" panose="05000000000000000000" pitchFamily="2" charset="2"/>
              <a:buChar char="ü"/>
            </a:pPr>
            <a:r>
              <a:rPr lang="en-US" altLang="zh-CN" b="1">
                <a:solidFill>
                  <a:srgbClr val="0000FF"/>
                </a:solidFill>
                <a:latin typeface="Times New Roman" panose="02020603050405020304" pitchFamily="18" charset="0"/>
              </a:rPr>
              <a:t>10.7  </a:t>
            </a:r>
            <a:r>
              <a:rPr lang="zh-CN" altLang="en-US" b="1">
                <a:solidFill>
                  <a:srgbClr val="0000FF"/>
                </a:solidFill>
                <a:latin typeface="Times New Roman" panose="02020603050405020304" pitchFamily="18" charset="0"/>
              </a:rPr>
              <a:t>专家系统的建立</a:t>
            </a:r>
            <a:endParaRPr lang="zh-CN" altLang="en-US" b="1">
              <a:solidFill>
                <a:srgbClr val="0000FF"/>
              </a:solidFill>
              <a:latin typeface="Times New Roman" panose="02020603050405020304" pitchFamily="18" charset="0"/>
            </a:endParaRPr>
          </a:p>
          <a:p>
            <a:pPr eaLnBrk="1" hangingPunct="1">
              <a:lnSpc>
                <a:spcPct val="110000"/>
              </a:lnSpc>
              <a:spcBef>
                <a:spcPct val="30000"/>
              </a:spcBef>
            </a:pPr>
            <a:r>
              <a:rPr lang="en-US" altLang="zh-CN" b="1">
                <a:latin typeface="Times New Roman" panose="02020603050405020304" pitchFamily="18" charset="0"/>
              </a:rPr>
              <a:t>10.8  </a:t>
            </a:r>
            <a:r>
              <a:rPr lang="zh-CN" altLang="en-US" b="1">
                <a:latin typeface="Times New Roman" panose="02020603050405020304" pitchFamily="18" charset="0"/>
              </a:rPr>
              <a:t>专家系统实例</a:t>
            </a:r>
            <a:endParaRPr lang="zh-CN" altLang="en-US" b="1">
              <a:latin typeface="Times New Roman" panose="02020603050405020304" pitchFamily="18" charset="0"/>
            </a:endParaRPr>
          </a:p>
          <a:p>
            <a:pPr eaLnBrk="1" hangingPunct="1">
              <a:lnSpc>
                <a:spcPct val="110000"/>
              </a:lnSpc>
              <a:spcBef>
                <a:spcPct val="30000"/>
              </a:spcBef>
            </a:pPr>
            <a:r>
              <a:rPr lang="en-US" altLang="zh-CN" b="1">
                <a:latin typeface="Times New Roman" panose="02020603050405020304" pitchFamily="18" charset="0"/>
              </a:rPr>
              <a:t>10.9  </a:t>
            </a:r>
            <a:r>
              <a:rPr lang="zh-CN" altLang="en-US" b="1">
                <a:latin typeface="Times New Roman" panose="02020603050405020304" pitchFamily="18" charset="0"/>
              </a:rPr>
              <a:t>专家系统的开发工具</a:t>
            </a:r>
            <a:endParaRPr lang="zh-CN" altLang="en-US" b="1">
              <a:latin typeface="Times New Roman" panose="02020603050405020304" pitchFamily="18" charset="0"/>
            </a:endParaRPr>
          </a:p>
        </p:txBody>
      </p:sp>
    </p:spTree>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B2CBAB0D-12AB-4D4A-AF6D-0AB3F07BA5A7}" type="slidenum">
              <a:rPr lang="ja-JP" altLang="en-US">
                <a:latin typeface="Arial" panose="020B0604020202020204"/>
              </a:rPr>
            </a:fld>
            <a:endParaRPr lang="en-US" altLang="ja-JP">
              <a:latin typeface="Arial" panose="020B0604020202020204"/>
            </a:endParaRPr>
          </a:p>
        </p:txBody>
      </p:sp>
      <p:sp>
        <p:nvSpPr>
          <p:cNvPr id="449539" name="Rectangle 2"/>
          <p:cNvSpPr>
            <a:spLocks noGrp="1" noChangeArrowheads="1"/>
          </p:cNvSpPr>
          <p:nvPr>
            <p:ph type="title"/>
          </p:nvPr>
        </p:nvSpPr>
        <p:spPr/>
        <p:txBody>
          <a:bodyPr/>
          <a:lstStyle/>
          <a:p>
            <a:pPr eaLnBrk="1" hangingPunct="1"/>
            <a:endParaRPr lang="zh-CN" altLang="zh-CN">
              <a:latin typeface="Times New Roman" panose="02020603050405020304" pitchFamily="18" charset="0"/>
            </a:endParaRPr>
          </a:p>
        </p:txBody>
      </p:sp>
      <p:sp>
        <p:nvSpPr>
          <p:cNvPr id="605187" name="Rectangle 3"/>
          <p:cNvSpPr>
            <a:spLocks noGrp="1" noChangeArrowheads="1"/>
          </p:cNvSpPr>
          <p:nvPr>
            <p:ph type="body" idx="1"/>
          </p:nvPr>
        </p:nvSpPr>
        <p:spPr>
          <a:xfrm>
            <a:off x="2025650" y="1143001"/>
            <a:ext cx="8642350" cy="5400675"/>
          </a:xfrm>
        </p:spPr>
        <p:txBody>
          <a:bodyPr/>
          <a:lstStyle/>
          <a:p>
            <a:pPr eaLnBrk="1" hangingPunct="1">
              <a:spcBef>
                <a:spcPct val="30000"/>
              </a:spcBef>
              <a:buSzPct val="60000"/>
              <a:buFont typeface="Wingdings" panose="05000000000000000000" pitchFamily="2" charset="2"/>
              <a:buBlip>
                <a:blip r:embed="rId1"/>
              </a:buBlip>
            </a:pPr>
            <a:r>
              <a:rPr lang="en-US" altLang="zh-CN" b="1">
                <a:latin typeface="Times New Roman" panose="02020603050405020304" pitchFamily="18" charset="0"/>
              </a:rPr>
              <a:t>10.7.1 </a:t>
            </a:r>
            <a:r>
              <a:rPr lang="zh-CN" altLang="en-US" b="1">
                <a:latin typeface="Times New Roman" panose="02020603050405020304" pitchFamily="18" charset="0"/>
              </a:rPr>
              <a:t>适合于专家系统求解的问题</a:t>
            </a:r>
            <a:endParaRPr lang="zh-CN" altLang="en-US" b="1">
              <a:latin typeface="Times New Roman" panose="02020603050405020304" pitchFamily="18" charset="0"/>
            </a:endParaRPr>
          </a:p>
          <a:p>
            <a:pPr eaLnBrk="1" hangingPunct="1">
              <a:spcBef>
                <a:spcPct val="30000"/>
              </a:spcBef>
              <a:buSzPct val="60000"/>
              <a:buFont typeface="Wingdings" panose="05000000000000000000" pitchFamily="2" charset="2"/>
              <a:buBlip>
                <a:blip r:embed="rId1"/>
              </a:buBlip>
            </a:pPr>
            <a:r>
              <a:rPr lang="en-US" altLang="zh-CN" b="1">
                <a:latin typeface="Times New Roman" panose="02020603050405020304" pitchFamily="18" charset="0"/>
              </a:rPr>
              <a:t>10.7.2 </a:t>
            </a:r>
            <a:r>
              <a:rPr lang="zh-CN" altLang="en-US" b="1">
                <a:latin typeface="Times New Roman" panose="02020603050405020304" pitchFamily="18" charset="0"/>
              </a:rPr>
              <a:t>专家系统的设计原则与开发步骤</a:t>
            </a:r>
            <a:endParaRPr lang="zh-CN" altLang="en-US" b="1">
              <a:latin typeface="Times New Roman" panose="02020603050405020304" pitchFamily="18" charset="0"/>
            </a:endParaRPr>
          </a:p>
          <a:p>
            <a:pPr eaLnBrk="1" hangingPunct="1">
              <a:spcBef>
                <a:spcPct val="30000"/>
              </a:spcBef>
              <a:buSzPct val="60000"/>
              <a:buFont typeface="Wingdings" panose="05000000000000000000" pitchFamily="2" charset="2"/>
              <a:buBlip>
                <a:blip r:embed="rId1"/>
              </a:buBlip>
            </a:pPr>
            <a:r>
              <a:rPr lang="en-US" altLang="zh-CN" b="1">
                <a:latin typeface="Times New Roman" panose="02020603050405020304" pitchFamily="18" charset="0"/>
              </a:rPr>
              <a:t>10.7.3 </a:t>
            </a:r>
            <a:r>
              <a:rPr lang="zh-CN" altLang="en-US" b="1">
                <a:latin typeface="Times New Roman" panose="02020603050405020304" pitchFamily="18" charset="0"/>
              </a:rPr>
              <a:t>专家系统的评价</a:t>
            </a:r>
            <a:endParaRPr lang="zh-CN" altLang="en-US" b="1">
              <a:latin typeface="Times New Roman" panose="02020603050405020304" pitchFamily="18" charset="0"/>
            </a:endParaRPr>
          </a:p>
        </p:txBody>
      </p:sp>
      <p:sp>
        <p:nvSpPr>
          <p:cNvPr id="449541" name="Rectangle 4"/>
          <p:cNvSpPr>
            <a:spLocks noChangeArrowheads="1"/>
          </p:cNvSpPr>
          <p:nvPr/>
        </p:nvSpPr>
        <p:spPr bwMode="auto">
          <a:xfrm>
            <a:off x="1524000" y="1"/>
            <a:ext cx="9144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530">
              <a:defRPr>
                <a:solidFill>
                  <a:schemeClr val="tx1"/>
                </a:solidFill>
                <a:latin typeface="Verdana" panose="020B0604030504040204" pitchFamily="34" charset="0"/>
                <a:ea typeface="宋体" panose="02010600030101010101" pitchFamily="2" charset="-122"/>
              </a:defRPr>
            </a:lvl1pPr>
            <a:lvl2pPr indent="176530">
              <a:defRPr>
                <a:solidFill>
                  <a:schemeClr val="tx1"/>
                </a:solidFill>
                <a:latin typeface="Verdana" panose="020B0604030504040204" pitchFamily="34" charset="0"/>
                <a:ea typeface="宋体" panose="02010600030101010101" pitchFamily="2" charset="-122"/>
              </a:defRPr>
            </a:lvl2pPr>
            <a:lvl3pPr indent="176530">
              <a:defRPr>
                <a:solidFill>
                  <a:schemeClr val="tx1"/>
                </a:solidFill>
                <a:latin typeface="Verdana" panose="020B0604030504040204" pitchFamily="34" charset="0"/>
                <a:ea typeface="宋体" panose="02010600030101010101" pitchFamily="2" charset="-122"/>
              </a:defRPr>
            </a:lvl3pPr>
            <a:lvl4pPr indent="176530">
              <a:defRPr>
                <a:solidFill>
                  <a:schemeClr val="tx1"/>
                </a:solidFill>
                <a:latin typeface="Verdana" panose="020B0604030504040204" pitchFamily="34" charset="0"/>
                <a:ea typeface="宋体" panose="02010600030101010101" pitchFamily="2" charset="-122"/>
              </a:defRPr>
            </a:lvl4pPr>
            <a:lvl5pPr indent="176530">
              <a:defRPr>
                <a:solidFill>
                  <a:schemeClr val="tx1"/>
                </a:solidFill>
                <a:latin typeface="Verdana" panose="020B0604030504040204" pitchFamily="34" charset="0"/>
                <a:ea typeface="宋体" panose="02010600030101010101" pitchFamily="2" charset="-122"/>
              </a:defRPr>
            </a:lvl5pPr>
            <a:lvl6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600">
                <a:solidFill>
                  <a:srgbClr val="FFFFFF"/>
                </a:solidFill>
                <a:latin typeface="Times New Roman" panose="02020603050405020304" pitchFamily="18" charset="0"/>
                <a:ea typeface="黑体" panose="02010609060101010101" pitchFamily="49" charset="-122"/>
              </a:rPr>
              <a:t>10.7  </a:t>
            </a:r>
            <a:r>
              <a:rPr lang="zh-CN" altLang="en-US" sz="3600">
                <a:solidFill>
                  <a:srgbClr val="FFFFFF"/>
                </a:solidFill>
                <a:latin typeface="Times New Roman" panose="02020603050405020304" pitchFamily="18" charset="0"/>
                <a:ea typeface="黑体" panose="02010609060101010101" pitchFamily="49" charset="-122"/>
              </a:rPr>
              <a:t>专家系统的建立</a:t>
            </a:r>
            <a:endParaRPr lang="zh-CN" altLang="en-US" sz="3600">
              <a:solidFill>
                <a:srgbClr val="FFFFFF"/>
              </a:solidFill>
              <a:latin typeface="Times New Roman" panose="02020603050405020304" pitchFamily="18" charset="0"/>
              <a:ea typeface="黑体" panose="02010609060101010101"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05187">
                                            <p:txEl>
                                              <p:pRg st="0" end="0"/>
                                            </p:txEl>
                                          </p:spTgt>
                                        </p:tgtEl>
                                        <p:attrNameLst>
                                          <p:attrName>style.visibility</p:attrName>
                                        </p:attrNameLst>
                                      </p:cBhvr>
                                      <p:to>
                                        <p:strVal val="visible"/>
                                      </p:to>
                                    </p:set>
                                    <p:anim calcmode="lin" valueType="num">
                                      <p:cBhvr additive="base">
                                        <p:cTn id="7" dur="500" fill="hold"/>
                                        <p:tgtEl>
                                          <p:spTgt spid="60518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05187">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605187">
                                            <p:txEl>
                                              <p:pRg st="1" end="1"/>
                                            </p:txEl>
                                          </p:spTgt>
                                        </p:tgtEl>
                                        <p:attrNameLst>
                                          <p:attrName>style.visibility</p:attrName>
                                        </p:attrNameLst>
                                      </p:cBhvr>
                                      <p:to>
                                        <p:strVal val="visible"/>
                                      </p:to>
                                    </p:set>
                                    <p:anim calcmode="lin" valueType="num">
                                      <p:cBhvr additive="base">
                                        <p:cTn id="12" dur="500" fill="hold"/>
                                        <p:tgtEl>
                                          <p:spTgt spid="605187">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605187">
                                            <p:txEl>
                                              <p:pRg st="1" end="1"/>
                                            </p:txEl>
                                          </p:spTgt>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605187">
                                            <p:txEl>
                                              <p:pRg st="2" end="2"/>
                                            </p:txEl>
                                          </p:spTgt>
                                        </p:tgtEl>
                                        <p:attrNameLst>
                                          <p:attrName>style.visibility</p:attrName>
                                        </p:attrNameLst>
                                      </p:cBhvr>
                                      <p:to>
                                        <p:strVal val="visible"/>
                                      </p:to>
                                    </p:set>
                                    <p:anim calcmode="lin" valueType="num">
                                      <p:cBhvr additive="base">
                                        <p:cTn id="17" dur="500" fill="hold"/>
                                        <p:tgtEl>
                                          <p:spTgt spid="605187">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605187">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5187" grpId="0" advAuto="0" autoUpdateAnimBg="0" build="p"/>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5DC64B58-5298-49ED-BF7B-DB74FB957C81}" type="slidenum">
              <a:rPr lang="ja-JP" altLang="en-US">
                <a:latin typeface="Arial" panose="020B0604020202020204"/>
              </a:rPr>
            </a:fld>
            <a:endParaRPr lang="en-US" altLang="ja-JP">
              <a:latin typeface="Arial" panose="020B0604020202020204"/>
            </a:endParaRPr>
          </a:p>
        </p:txBody>
      </p:sp>
      <p:sp>
        <p:nvSpPr>
          <p:cNvPr id="450563" name="Rectangle 2"/>
          <p:cNvSpPr>
            <a:spLocks noGrp="1" noChangeArrowheads="1"/>
          </p:cNvSpPr>
          <p:nvPr>
            <p:ph type="title"/>
          </p:nvPr>
        </p:nvSpPr>
        <p:spPr/>
        <p:txBody>
          <a:bodyPr/>
          <a:lstStyle/>
          <a:p>
            <a:pPr eaLnBrk="1" hangingPunct="1"/>
            <a:endParaRPr lang="zh-CN" altLang="zh-CN">
              <a:latin typeface="Times New Roman" panose="02020603050405020304" pitchFamily="18" charset="0"/>
            </a:endParaRPr>
          </a:p>
        </p:txBody>
      </p:sp>
      <p:sp>
        <p:nvSpPr>
          <p:cNvPr id="450564" name="Rectangle 3"/>
          <p:cNvSpPr>
            <a:spLocks noGrp="1" noChangeArrowheads="1"/>
          </p:cNvSpPr>
          <p:nvPr>
            <p:ph type="body" idx="1"/>
          </p:nvPr>
        </p:nvSpPr>
        <p:spPr>
          <a:xfrm>
            <a:off x="2025650" y="1143001"/>
            <a:ext cx="8642350" cy="5400675"/>
          </a:xfrm>
        </p:spPr>
        <p:txBody>
          <a:bodyPr/>
          <a:lstStyle/>
          <a:p>
            <a:pPr eaLnBrk="1" hangingPunct="1">
              <a:spcBef>
                <a:spcPct val="30000"/>
              </a:spcBef>
              <a:buSzPct val="60000"/>
              <a:buFont typeface="Wingdings" panose="05000000000000000000" pitchFamily="2" charset="2"/>
              <a:buBlip>
                <a:blip r:embed="rId1"/>
              </a:buBlip>
            </a:pPr>
            <a:r>
              <a:rPr lang="en-US" altLang="zh-CN" b="1">
                <a:solidFill>
                  <a:srgbClr val="0000FF"/>
                </a:solidFill>
                <a:latin typeface="Times New Roman" panose="02020603050405020304" pitchFamily="18" charset="0"/>
              </a:rPr>
              <a:t>10.7.1 </a:t>
            </a:r>
            <a:r>
              <a:rPr lang="zh-CN" altLang="en-US" b="1">
                <a:solidFill>
                  <a:srgbClr val="0000FF"/>
                </a:solidFill>
                <a:latin typeface="Times New Roman" panose="02020603050405020304" pitchFamily="18" charset="0"/>
              </a:rPr>
              <a:t>适合于专家系统求解的问题</a:t>
            </a:r>
            <a:endParaRPr lang="zh-CN" altLang="en-US" b="1">
              <a:solidFill>
                <a:srgbClr val="0000FF"/>
              </a:solidFill>
              <a:latin typeface="Times New Roman" panose="02020603050405020304" pitchFamily="18" charset="0"/>
            </a:endParaRPr>
          </a:p>
          <a:p>
            <a:pPr eaLnBrk="1" hangingPunct="1">
              <a:spcBef>
                <a:spcPct val="30000"/>
              </a:spcBef>
              <a:buSzPct val="60000"/>
              <a:buFont typeface="Wingdings" panose="05000000000000000000" pitchFamily="2" charset="2"/>
              <a:buBlip>
                <a:blip r:embed="rId1"/>
              </a:buBlip>
            </a:pPr>
            <a:r>
              <a:rPr lang="en-US" altLang="zh-CN" b="1">
                <a:latin typeface="Times New Roman" panose="02020603050405020304" pitchFamily="18" charset="0"/>
              </a:rPr>
              <a:t>10.7.2 </a:t>
            </a:r>
            <a:r>
              <a:rPr lang="zh-CN" altLang="en-US" b="1">
                <a:latin typeface="Times New Roman" panose="02020603050405020304" pitchFamily="18" charset="0"/>
              </a:rPr>
              <a:t>专家系统的设计原则与开发步骤</a:t>
            </a:r>
            <a:endParaRPr lang="zh-CN" altLang="en-US" b="1">
              <a:latin typeface="Times New Roman" panose="02020603050405020304" pitchFamily="18" charset="0"/>
            </a:endParaRPr>
          </a:p>
          <a:p>
            <a:pPr eaLnBrk="1" hangingPunct="1">
              <a:spcBef>
                <a:spcPct val="30000"/>
              </a:spcBef>
              <a:buSzPct val="60000"/>
              <a:buFont typeface="Wingdings" panose="05000000000000000000" pitchFamily="2" charset="2"/>
              <a:buBlip>
                <a:blip r:embed="rId1"/>
              </a:buBlip>
            </a:pPr>
            <a:r>
              <a:rPr lang="en-US" altLang="zh-CN" b="1">
                <a:latin typeface="Times New Roman" panose="02020603050405020304" pitchFamily="18" charset="0"/>
              </a:rPr>
              <a:t>10.7.3 </a:t>
            </a:r>
            <a:r>
              <a:rPr lang="zh-CN" altLang="en-US" b="1">
                <a:latin typeface="Times New Roman" panose="02020603050405020304" pitchFamily="18" charset="0"/>
              </a:rPr>
              <a:t>专家系统的评价</a:t>
            </a:r>
            <a:endParaRPr lang="zh-CN" altLang="en-US" b="1">
              <a:latin typeface="Times New Roman" panose="02020603050405020304" pitchFamily="18" charset="0"/>
            </a:endParaRPr>
          </a:p>
        </p:txBody>
      </p:sp>
      <p:sp>
        <p:nvSpPr>
          <p:cNvPr id="450565" name="Rectangle 4"/>
          <p:cNvSpPr>
            <a:spLocks noChangeArrowheads="1"/>
          </p:cNvSpPr>
          <p:nvPr/>
        </p:nvSpPr>
        <p:spPr bwMode="auto">
          <a:xfrm>
            <a:off x="1524000" y="1"/>
            <a:ext cx="9144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530">
              <a:defRPr>
                <a:solidFill>
                  <a:schemeClr val="tx1"/>
                </a:solidFill>
                <a:latin typeface="Verdana" panose="020B0604030504040204" pitchFamily="34" charset="0"/>
                <a:ea typeface="宋体" panose="02010600030101010101" pitchFamily="2" charset="-122"/>
              </a:defRPr>
            </a:lvl1pPr>
            <a:lvl2pPr indent="176530">
              <a:defRPr>
                <a:solidFill>
                  <a:schemeClr val="tx1"/>
                </a:solidFill>
                <a:latin typeface="Verdana" panose="020B0604030504040204" pitchFamily="34" charset="0"/>
                <a:ea typeface="宋体" panose="02010600030101010101" pitchFamily="2" charset="-122"/>
              </a:defRPr>
            </a:lvl2pPr>
            <a:lvl3pPr indent="176530">
              <a:defRPr>
                <a:solidFill>
                  <a:schemeClr val="tx1"/>
                </a:solidFill>
                <a:latin typeface="Verdana" panose="020B0604030504040204" pitchFamily="34" charset="0"/>
                <a:ea typeface="宋体" panose="02010600030101010101" pitchFamily="2" charset="-122"/>
              </a:defRPr>
            </a:lvl3pPr>
            <a:lvl4pPr indent="176530">
              <a:defRPr>
                <a:solidFill>
                  <a:schemeClr val="tx1"/>
                </a:solidFill>
                <a:latin typeface="Verdana" panose="020B0604030504040204" pitchFamily="34" charset="0"/>
                <a:ea typeface="宋体" panose="02010600030101010101" pitchFamily="2" charset="-122"/>
              </a:defRPr>
            </a:lvl4pPr>
            <a:lvl5pPr indent="176530">
              <a:defRPr>
                <a:solidFill>
                  <a:schemeClr val="tx1"/>
                </a:solidFill>
                <a:latin typeface="Verdana" panose="020B0604030504040204" pitchFamily="34" charset="0"/>
                <a:ea typeface="宋体" panose="02010600030101010101" pitchFamily="2" charset="-122"/>
              </a:defRPr>
            </a:lvl5pPr>
            <a:lvl6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600">
                <a:solidFill>
                  <a:srgbClr val="FFFFFF"/>
                </a:solidFill>
                <a:latin typeface="Times New Roman" panose="02020603050405020304" pitchFamily="18" charset="0"/>
                <a:ea typeface="黑体" panose="02010609060101010101" pitchFamily="49" charset="-122"/>
              </a:rPr>
              <a:t>10.7  </a:t>
            </a:r>
            <a:r>
              <a:rPr lang="zh-CN" altLang="en-US" sz="3600">
                <a:solidFill>
                  <a:srgbClr val="FFFFFF"/>
                </a:solidFill>
                <a:latin typeface="Times New Roman" panose="02020603050405020304" pitchFamily="18" charset="0"/>
                <a:ea typeface="黑体" panose="02010609060101010101" pitchFamily="49" charset="-122"/>
              </a:rPr>
              <a:t>专家系统的建立</a:t>
            </a:r>
            <a:endParaRPr lang="zh-CN" altLang="en-US" sz="3600">
              <a:solidFill>
                <a:srgbClr val="FFFFFF"/>
              </a:solidFill>
              <a:latin typeface="Times New Roman" panose="02020603050405020304" pitchFamily="18" charset="0"/>
              <a:ea typeface="黑体" panose="02010609060101010101" pitchFamily="49" charset="-122"/>
            </a:endParaRPr>
          </a:p>
        </p:txBody>
      </p:sp>
    </p:spTree>
  </p:cSld>
  <p:clrMapOvr>
    <a:masterClrMapping/>
  </p:clrMapOvr>
  <p:transition>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A19615A7-C6F9-403C-B5C4-8AC3BB6B1713}" type="slidenum">
              <a:rPr lang="ja-JP" altLang="en-US">
                <a:latin typeface="Arial" panose="020B0604020202020204"/>
              </a:rPr>
            </a:fld>
            <a:endParaRPr lang="en-US" altLang="ja-JP">
              <a:latin typeface="Arial" panose="020B0604020202020204"/>
            </a:endParaRPr>
          </a:p>
        </p:txBody>
      </p:sp>
      <p:sp>
        <p:nvSpPr>
          <p:cNvPr id="451587"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rPr>
              <a:t>10.7.1  </a:t>
            </a:r>
            <a:r>
              <a:rPr lang="zh-CN" altLang="en-US" sz="4200" b="0">
                <a:latin typeface="Times New Roman" panose="02020603050405020304" pitchFamily="18" charset="0"/>
                <a:ea typeface="黑体" panose="02010609060101010101" pitchFamily="49" charset="-122"/>
              </a:rPr>
              <a:t>适合于专家系统求解的问题</a:t>
            </a:r>
            <a:endParaRPr lang="zh-CN" altLang="en-US" sz="4200" b="0">
              <a:latin typeface="Times New Roman" panose="02020603050405020304" pitchFamily="18" charset="0"/>
              <a:ea typeface="黑体" panose="02010609060101010101" pitchFamily="49" charset="-122"/>
            </a:endParaRPr>
          </a:p>
        </p:txBody>
      </p:sp>
      <p:sp>
        <p:nvSpPr>
          <p:cNvPr id="451588" name="Rectangle 3"/>
          <p:cNvSpPr>
            <a:spLocks noGrp="1" noChangeArrowheads="1"/>
          </p:cNvSpPr>
          <p:nvPr>
            <p:ph type="body" idx="1"/>
          </p:nvPr>
        </p:nvSpPr>
        <p:spPr>
          <a:xfrm>
            <a:off x="1851026" y="1060450"/>
            <a:ext cx="8512175" cy="3282950"/>
          </a:xfrm>
        </p:spPr>
        <p:txBody>
          <a:bodyPr/>
          <a:lstStyle/>
          <a:p>
            <a:pPr eaLnBrk="1" hangingPunct="1"/>
            <a:r>
              <a:rPr lang="zh-CN" altLang="en-US" b="1"/>
              <a:t>如何选择适合专家系统开发的问题</a:t>
            </a:r>
            <a:r>
              <a:rPr lang="en-US" altLang="zh-CN" b="1"/>
              <a:t>——</a:t>
            </a:r>
            <a:r>
              <a:rPr lang="zh-CN" altLang="en-US" b="1"/>
              <a:t>威特曼</a:t>
            </a:r>
            <a:r>
              <a:rPr lang="en-US" altLang="zh-CN" b="1">
                <a:latin typeface="Times New Roman" panose="02020603050405020304" pitchFamily="18" charset="0"/>
              </a:rPr>
              <a:t>(Waterman)</a:t>
            </a:r>
            <a:endParaRPr lang="en-US" altLang="zh-CN" b="1">
              <a:latin typeface="Times New Roman" panose="02020603050405020304" pitchFamily="18" charset="0"/>
            </a:endParaRPr>
          </a:p>
        </p:txBody>
      </p:sp>
      <p:sp>
        <p:nvSpPr>
          <p:cNvPr id="607236" name="Rectangle 4"/>
          <p:cNvSpPr>
            <a:spLocks noChangeArrowheads="1"/>
          </p:cNvSpPr>
          <p:nvPr/>
        </p:nvSpPr>
        <p:spPr bwMode="auto">
          <a:xfrm>
            <a:off x="1981200" y="2362200"/>
            <a:ext cx="8294688" cy="1981200"/>
          </a:xfrm>
          <a:prstGeom prst="rect">
            <a:avLst/>
          </a:prstGeom>
          <a:gradFill rotWithShape="1">
            <a:gsLst>
              <a:gs pos="0">
                <a:srgbClr val="00FFFF"/>
              </a:gs>
              <a:gs pos="100000">
                <a:schemeClr val="bg1"/>
              </a:gs>
            </a:gsLst>
            <a:path path="rect">
              <a:fillToRect l="100000" t="10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908050" indent="-43688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304925" indent="-395605">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9418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94230" indent="-398780">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Aft>
                <a:spcPct val="0"/>
              </a:spcAft>
              <a:buClr>
                <a:srgbClr val="0000FF"/>
              </a:buClr>
              <a:buSzPct val="60000"/>
              <a:buFont typeface="Wingdings" panose="05000000000000000000" pitchFamily="2" charset="2"/>
              <a:buChar char="l"/>
            </a:pPr>
            <a:r>
              <a:rPr lang="zh-CN" altLang="en-US" sz="2600" b="1">
                <a:solidFill>
                  <a:srgbClr val="000000"/>
                </a:solidFill>
              </a:rPr>
              <a:t>什么情况下开发专家系统是可能的？</a:t>
            </a:r>
            <a:endParaRPr lang="zh-CN" altLang="en-US" sz="2600" b="1">
              <a:solidFill>
                <a:srgbClr val="000000"/>
              </a:solidFill>
            </a:endParaRPr>
          </a:p>
          <a:p>
            <a:pPr fontAlgn="base">
              <a:spcAft>
                <a:spcPct val="0"/>
              </a:spcAft>
              <a:buClr>
                <a:srgbClr val="0000FF"/>
              </a:buClr>
              <a:buSzPct val="60000"/>
              <a:buFont typeface="Wingdings" panose="05000000000000000000" pitchFamily="2" charset="2"/>
              <a:buChar char="l"/>
            </a:pPr>
            <a:r>
              <a:rPr lang="zh-CN" altLang="en-US" sz="2600" b="1">
                <a:solidFill>
                  <a:srgbClr val="000000"/>
                </a:solidFill>
              </a:rPr>
              <a:t>什么情况下开发专家系统是合理的？</a:t>
            </a:r>
            <a:endParaRPr lang="zh-CN" altLang="en-US" sz="2600" b="1">
              <a:solidFill>
                <a:srgbClr val="000000"/>
              </a:solidFill>
            </a:endParaRPr>
          </a:p>
          <a:p>
            <a:pPr fontAlgn="base">
              <a:spcAft>
                <a:spcPct val="0"/>
              </a:spcAft>
              <a:buClr>
                <a:srgbClr val="0000FF"/>
              </a:buClr>
              <a:buSzPct val="60000"/>
              <a:buFont typeface="Wingdings" panose="05000000000000000000" pitchFamily="2" charset="2"/>
              <a:buChar char="l"/>
            </a:pPr>
            <a:r>
              <a:rPr lang="zh-CN" altLang="en-US" sz="2600" b="1">
                <a:solidFill>
                  <a:srgbClr val="000000"/>
                </a:solidFill>
              </a:rPr>
              <a:t>什么情况下开发专家系统是合适的？</a:t>
            </a:r>
            <a:endParaRPr lang="zh-CN" altLang="en-US" sz="2600" b="1">
              <a:solidFill>
                <a:srgbClr val="000000"/>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607236">
                                            <p:txEl>
                                              <p:pRg st="0" end="0"/>
                                            </p:txEl>
                                          </p:spTgt>
                                        </p:tgtEl>
                                        <p:attrNameLst>
                                          <p:attrName>style.visibility</p:attrName>
                                        </p:attrNameLst>
                                      </p:cBhvr>
                                      <p:to>
                                        <p:strVal val="visible"/>
                                      </p:to>
                                    </p:set>
                                    <p:animEffect transition="in" filter="fade">
                                      <p:cBhvr>
                                        <p:cTn id="7" dur="800" decel="100000"/>
                                        <p:tgtEl>
                                          <p:spTgt spid="607236">
                                            <p:txEl>
                                              <p:pRg st="0" end="0"/>
                                            </p:txEl>
                                          </p:spTgt>
                                        </p:tgtEl>
                                      </p:cBhvr>
                                    </p:animEffect>
                                    <p:anim calcmode="lin" valueType="num">
                                      <p:cBhvr>
                                        <p:cTn id="8" dur="800" decel="100000" fill="hold"/>
                                        <p:tgtEl>
                                          <p:spTgt spid="607236">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607236">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607236">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607236">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607236">
                                            <p:txEl>
                                              <p:pRg st="0" end="0"/>
                                            </p:txEl>
                                          </p:spTgt>
                                        </p:tgtEl>
                                        <p:attrNameLst>
                                          <p:attrName>ppt_y</p:attrName>
                                        </p:attrNameLst>
                                      </p:cBhvr>
                                      <p:tavLst>
                                        <p:tav tm="0">
                                          <p:val>
                                            <p:strVal val="#ppt_y+0.1"/>
                                          </p:val>
                                        </p:tav>
                                        <p:tav tm="100000">
                                          <p:val>
                                            <p:strVal val="#ppt_y"/>
                                          </p:val>
                                        </p:tav>
                                      </p:tavLst>
                                    </p:anim>
                                  </p:childTnLst>
                                </p:cTn>
                              </p:par>
                              <p:par>
                                <p:cTn id="13" presetID="30" presetClass="entr" presetSubtype="0" fill="hold" nodeType="withEffect">
                                  <p:stCondLst>
                                    <p:cond delay="0"/>
                                  </p:stCondLst>
                                  <p:childTnLst>
                                    <p:set>
                                      <p:cBhvr>
                                        <p:cTn id="14" dur="1" fill="hold">
                                          <p:stCondLst>
                                            <p:cond delay="0"/>
                                          </p:stCondLst>
                                        </p:cTn>
                                        <p:tgtEl>
                                          <p:spTgt spid="607236">
                                            <p:txEl>
                                              <p:pRg st="1" end="1"/>
                                            </p:txEl>
                                          </p:spTgt>
                                        </p:tgtEl>
                                        <p:attrNameLst>
                                          <p:attrName>style.visibility</p:attrName>
                                        </p:attrNameLst>
                                      </p:cBhvr>
                                      <p:to>
                                        <p:strVal val="visible"/>
                                      </p:to>
                                    </p:set>
                                    <p:animEffect transition="in" filter="fade">
                                      <p:cBhvr>
                                        <p:cTn id="15" dur="800" decel="100000"/>
                                        <p:tgtEl>
                                          <p:spTgt spid="607236">
                                            <p:txEl>
                                              <p:pRg st="1" end="1"/>
                                            </p:txEl>
                                          </p:spTgt>
                                        </p:tgtEl>
                                      </p:cBhvr>
                                    </p:animEffect>
                                    <p:anim calcmode="lin" valueType="num">
                                      <p:cBhvr>
                                        <p:cTn id="16" dur="800" decel="100000" fill="hold"/>
                                        <p:tgtEl>
                                          <p:spTgt spid="607236">
                                            <p:txEl>
                                              <p:pRg st="1" end="1"/>
                                            </p:txEl>
                                          </p:spTgt>
                                        </p:tgtEl>
                                        <p:attrNameLst>
                                          <p:attrName>style.rotation</p:attrName>
                                        </p:attrNameLst>
                                      </p:cBhvr>
                                      <p:tavLst>
                                        <p:tav tm="0">
                                          <p:val>
                                            <p:fltVal val="-90"/>
                                          </p:val>
                                        </p:tav>
                                        <p:tav tm="100000">
                                          <p:val>
                                            <p:fltVal val="0"/>
                                          </p:val>
                                        </p:tav>
                                      </p:tavLst>
                                    </p:anim>
                                    <p:anim calcmode="lin" valueType="num">
                                      <p:cBhvr>
                                        <p:cTn id="17" dur="800" decel="100000" fill="hold"/>
                                        <p:tgtEl>
                                          <p:spTgt spid="607236">
                                            <p:txEl>
                                              <p:pRg st="1" end="1"/>
                                            </p:txEl>
                                          </p:spTgt>
                                        </p:tgtEl>
                                        <p:attrNameLst>
                                          <p:attrName>ppt_x</p:attrName>
                                        </p:attrNameLst>
                                      </p:cBhvr>
                                      <p:tavLst>
                                        <p:tav tm="0">
                                          <p:val>
                                            <p:strVal val="#ppt_x+0.4"/>
                                          </p:val>
                                        </p:tav>
                                        <p:tav tm="100000">
                                          <p:val>
                                            <p:strVal val="#ppt_x-0.05"/>
                                          </p:val>
                                        </p:tav>
                                      </p:tavLst>
                                    </p:anim>
                                    <p:anim calcmode="lin" valueType="num">
                                      <p:cBhvr>
                                        <p:cTn id="18" dur="800" decel="100000" fill="hold"/>
                                        <p:tgtEl>
                                          <p:spTgt spid="607236">
                                            <p:txEl>
                                              <p:pRg st="1" end="1"/>
                                            </p:txEl>
                                          </p:spTgt>
                                        </p:tgtEl>
                                        <p:attrNameLst>
                                          <p:attrName>ppt_y</p:attrName>
                                        </p:attrNameLst>
                                      </p:cBhvr>
                                      <p:tavLst>
                                        <p:tav tm="0">
                                          <p:val>
                                            <p:strVal val="#ppt_y-0.4"/>
                                          </p:val>
                                        </p:tav>
                                        <p:tav tm="100000">
                                          <p:val>
                                            <p:strVal val="#ppt_y+0.1"/>
                                          </p:val>
                                        </p:tav>
                                      </p:tavLst>
                                    </p:anim>
                                    <p:anim calcmode="lin" valueType="num">
                                      <p:cBhvr>
                                        <p:cTn id="19" dur="200" accel="100000" fill="hold">
                                          <p:stCondLst>
                                            <p:cond delay="800"/>
                                          </p:stCondLst>
                                        </p:cTn>
                                        <p:tgtEl>
                                          <p:spTgt spid="607236">
                                            <p:txEl>
                                              <p:pRg st="1" end="1"/>
                                            </p:txEl>
                                          </p:spTgt>
                                        </p:tgtEl>
                                        <p:attrNameLst>
                                          <p:attrName>ppt_x</p:attrName>
                                        </p:attrNameLst>
                                      </p:cBhvr>
                                      <p:tavLst>
                                        <p:tav tm="0">
                                          <p:val>
                                            <p:strVal val="#ppt_x-0.05"/>
                                          </p:val>
                                        </p:tav>
                                        <p:tav tm="100000">
                                          <p:val>
                                            <p:strVal val="#ppt_x"/>
                                          </p:val>
                                        </p:tav>
                                      </p:tavLst>
                                    </p:anim>
                                    <p:anim calcmode="lin" valueType="num">
                                      <p:cBhvr>
                                        <p:cTn id="20" dur="200" accel="100000" fill="hold">
                                          <p:stCondLst>
                                            <p:cond delay="800"/>
                                          </p:stCondLst>
                                        </p:cTn>
                                        <p:tgtEl>
                                          <p:spTgt spid="607236">
                                            <p:txEl>
                                              <p:pRg st="1" end="1"/>
                                            </p:txEl>
                                          </p:spTgt>
                                        </p:tgtEl>
                                        <p:attrNameLst>
                                          <p:attrName>ppt_y</p:attrName>
                                        </p:attrNameLst>
                                      </p:cBhvr>
                                      <p:tavLst>
                                        <p:tav tm="0">
                                          <p:val>
                                            <p:strVal val="#ppt_y+0.1"/>
                                          </p:val>
                                        </p:tav>
                                        <p:tav tm="100000">
                                          <p:val>
                                            <p:strVal val="#ppt_y"/>
                                          </p:val>
                                        </p:tav>
                                      </p:tavLst>
                                    </p:anim>
                                  </p:childTnLst>
                                </p:cTn>
                              </p:par>
                              <p:par>
                                <p:cTn id="21" presetID="30" presetClass="entr" presetSubtype="0" fill="hold" nodeType="withEffect">
                                  <p:stCondLst>
                                    <p:cond delay="0"/>
                                  </p:stCondLst>
                                  <p:childTnLst>
                                    <p:set>
                                      <p:cBhvr>
                                        <p:cTn id="22" dur="1" fill="hold">
                                          <p:stCondLst>
                                            <p:cond delay="0"/>
                                          </p:stCondLst>
                                        </p:cTn>
                                        <p:tgtEl>
                                          <p:spTgt spid="607236">
                                            <p:txEl>
                                              <p:pRg st="2" end="2"/>
                                            </p:txEl>
                                          </p:spTgt>
                                        </p:tgtEl>
                                        <p:attrNameLst>
                                          <p:attrName>style.visibility</p:attrName>
                                        </p:attrNameLst>
                                      </p:cBhvr>
                                      <p:to>
                                        <p:strVal val="visible"/>
                                      </p:to>
                                    </p:set>
                                    <p:animEffect transition="in" filter="fade">
                                      <p:cBhvr>
                                        <p:cTn id="23" dur="800" decel="100000"/>
                                        <p:tgtEl>
                                          <p:spTgt spid="607236">
                                            <p:txEl>
                                              <p:pRg st="2" end="2"/>
                                            </p:txEl>
                                          </p:spTgt>
                                        </p:tgtEl>
                                      </p:cBhvr>
                                    </p:animEffect>
                                    <p:anim calcmode="lin" valueType="num">
                                      <p:cBhvr>
                                        <p:cTn id="24" dur="800" decel="100000" fill="hold"/>
                                        <p:tgtEl>
                                          <p:spTgt spid="607236">
                                            <p:txEl>
                                              <p:pRg st="2" end="2"/>
                                            </p:txEl>
                                          </p:spTgt>
                                        </p:tgtEl>
                                        <p:attrNameLst>
                                          <p:attrName>style.rotation</p:attrName>
                                        </p:attrNameLst>
                                      </p:cBhvr>
                                      <p:tavLst>
                                        <p:tav tm="0">
                                          <p:val>
                                            <p:fltVal val="-90"/>
                                          </p:val>
                                        </p:tav>
                                        <p:tav tm="100000">
                                          <p:val>
                                            <p:fltVal val="0"/>
                                          </p:val>
                                        </p:tav>
                                      </p:tavLst>
                                    </p:anim>
                                    <p:anim calcmode="lin" valueType="num">
                                      <p:cBhvr>
                                        <p:cTn id="25" dur="800" decel="100000" fill="hold"/>
                                        <p:tgtEl>
                                          <p:spTgt spid="607236">
                                            <p:txEl>
                                              <p:pRg st="2" end="2"/>
                                            </p:txEl>
                                          </p:spTgt>
                                        </p:tgtEl>
                                        <p:attrNameLst>
                                          <p:attrName>ppt_x</p:attrName>
                                        </p:attrNameLst>
                                      </p:cBhvr>
                                      <p:tavLst>
                                        <p:tav tm="0">
                                          <p:val>
                                            <p:strVal val="#ppt_x+0.4"/>
                                          </p:val>
                                        </p:tav>
                                        <p:tav tm="100000">
                                          <p:val>
                                            <p:strVal val="#ppt_x-0.05"/>
                                          </p:val>
                                        </p:tav>
                                      </p:tavLst>
                                    </p:anim>
                                    <p:anim calcmode="lin" valueType="num">
                                      <p:cBhvr>
                                        <p:cTn id="26" dur="800" decel="100000" fill="hold"/>
                                        <p:tgtEl>
                                          <p:spTgt spid="607236">
                                            <p:txEl>
                                              <p:pRg st="2" end="2"/>
                                            </p:txEl>
                                          </p:spTgt>
                                        </p:tgtEl>
                                        <p:attrNameLst>
                                          <p:attrName>ppt_y</p:attrName>
                                        </p:attrNameLst>
                                      </p:cBhvr>
                                      <p:tavLst>
                                        <p:tav tm="0">
                                          <p:val>
                                            <p:strVal val="#ppt_y-0.4"/>
                                          </p:val>
                                        </p:tav>
                                        <p:tav tm="100000">
                                          <p:val>
                                            <p:strVal val="#ppt_y+0.1"/>
                                          </p:val>
                                        </p:tav>
                                      </p:tavLst>
                                    </p:anim>
                                    <p:anim calcmode="lin" valueType="num">
                                      <p:cBhvr>
                                        <p:cTn id="27" dur="200" accel="100000" fill="hold">
                                          <p:stCondLst>
                                            <p:cond delay="800"/>
                                          </p:stCondLst>
                                        </p:cTn>
                                        <p:tgtEl>
                                          <p:spTgt spid="607236">
                                            <p:txEl>
                                              <p:pRg st="2" end="2"/>
                                            </p:txEl>
                                          </p:spTgt>
                                        </p:tgtEl>
                                        <p:attrNameLst>
                                          <p:attrName>ppt_x</p:attrName>
                                        </p:attrNameLst>
                                      </p:cBhvr>
                                      <p:tavLst>
                                        <p:tav tm="0">
                                          <p:val>
                                            <p:strVal val="#ppt_x-0.05"/>
                                          </p:val>
                                        </p:tav>
                                        <p:tav tm="100000">
                                          <p:val>
                                            <p:strVal val="#ppt_x"/>
                                          </p:val>
                                        </p:tav>
                                      </p:tavLst>
                                    </p:anim>
                                    <p:anim calcmode="lin" valueType="num">
                                      <p:cBhvr>
                                        <p:cTn id="28" dur="200" accel="100000" fill="hold">
                                          <p:stCondLst>
                                            <p:cond delay="800"/>
                                          </p:stCondLst>
                                        </p:cTn>
                                        <p:tgtEl>
                                          <p:spTgt spid="607236">
                                            <p:txEl>
                                              <p:pRg st="2" end="2"/>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A53C6814-B4B4-429A-937C-78E81AD3D1FD}" type="slidenum">
              <a:rPr lang="ja-JP" altLang="en-US">
                <a:latin typeface="Arial" panose="020B0604020202020204"/>
              </a:rPr>
            </a:fld>
            <a:endParaRPr lang="en-US" altLang="ja-JP">
              <a:latin typeface="Arial" panose="020B0604020202020204"/>
            </a:endParaRPr>
          </a:p>
        </p:txBody>
      </p:sp>
      <p:sp>
        <p:nvSpPr>
          <p:cNvPr id="452611"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rPr>
              <a:t>10.7.1  </a:t>
            </a:r>
            <a:r>
              <a:rPr lang="zh-CN" altLang="en-US" sz="4200" b="0">
                <a:latin typeface="Times New Roman" panose="02020603050405020304" pitchFamily="18" charset="0"/>
                <a:ea typeface="黑体" panose="02010609060101010101" pitchFamily="49" charset="-122"/>
              </a:rPr>
              <a:t>适合于专家系统求解的问题</a:t>
            </a:r>
            <a:r>
              <a:rPr lang="zh-CN" altLang="en-US">
                <a:latin typeface="Times New Roman" panose="02020603050405020304" pitchFamily="18" charset="0"/>
              </a:rPr>
              <a:t> </a:t>
            </a:r>
            <a:endParaRPr lang="zh-CN" altLang="en-US">
              <a:latin typeface="Times New Roman" panose="02020603050405020304" pitchFamily="18" charset="0"/>
            </a:endParaRPr>
          </a:p>
        </p:txBody>
      </p:sp>
      <p:sp>
        <p:nvSpPr>
          <p:cNvPr id="452612" name="Rectangle 3"/>
          <p:cNvSpPr>
            <a:spLocks noGrp="1" noChangeArrowheads="1"/>
          </p:cNvSpPr>
          <p:nvPr>
            <p:ph type="body" idx="1"/>
          </p:nvPr>
        </p:nvSpPr>
        <p:spPr>
          <a:xfrm>
            <a:off x="1774825" y="908050"/>
            <a:ext cx="8642350" cy="3816350"/>
          </a:xfrm>
        </p:spPr>
        <p:txBody>
          <a:bodyPr/>
          <a:lstStyle/>
          <a:p>
            <a:pPr eaLnBrk="1" hangingPunct="1">
              <a:buFont typeface="Wingdings" panose="05000000000000000000" pitchFamily="2" charset="2"/>
              <a:buNone/>
            </a:pPr>
            <a:r>
              <a:rPr lang="en-US" altLang="zh-CN" b="1">
                <a:latin typeface="Times New Roman" panose="02020603050405020304" pitchFamily="18" charset="0"/>
              </a:rPr>
              <a:t>1.  </a:t>
            </a:r>
            <a:r>
              <a:rPr lang="zh-CN" altLang="en-US" b="1">
                <a:latin typeface="Times New Roman" panose="02020603050405020304" pitchFamily="18" charset="0"/>
              </a:rPr>
              <a:t>什么情况下开发专家系统是可能的？</a:t>
            </a:r>
            <a:endParaRPr lang="zh-CN" altLang="en-US" sz="2600" b="1">
              <a:latin typeface="Times New Roman" panose="02020603050405020304" pitchFamily="18" charset="0"/>
            </a:endParaRPr>
          </a:p>
        </p:txBody>
      </p:sp>
      <p:sp>
        <p:nvSpPr>
          <p:cNvPr id="608260" name="Rectangle 4"/>
          <p:cNvSpPr>
            <a:spLocks noChangeArrowheads="1"/>
          </p:cNvSpPr>
          <p:nvPr/>
        </p:nvSpPr>
        <p:spPr bwMode="auto">
          <a:xfrm>
            <a:off x="1774825" y="1676400"/>
            <a:ext cx="8642350" cy="2514600"/>
          </a:xfrm>
          <a:prstGeom prst="rect">
            <a:avLst/>
          </a:prstGeom>
          <a:gradFill rotWithShape="1">
            <a:gsLst>
              <a:gs pos="0">
                <a:srgbClr val="FFFF00"/>
              </a:gs>
              <a:gs pos="100000">
                <a:schemeClr val="bg1"/>
              </a:gs>
            </a:gsLst>
            <a:path path="rect">
              <a:fillToRect l="100000" t="10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908050" indent="-43688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304925" indent="-395605">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9418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94230" indent="-398780">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gn="just" fontAlgn="base">
              <a:spcAft>
                <a:spcPct val="0"/>
              </a:spcAft>
              <a:buClr>
                <a:srgbClr val="CC0000"/>
              </a:buClr>
              <a:buNone/>
            </a:pPr>
            <a:r>
              <a:rPr lang="zh-CN" altLang="en-US" sz="2600" b="1">
                <a:solidFill>
                  <a:srgbClr val="000000"/>
                </a:solidFill>
                <a:latin typeface="Times New Roman" panose="02020603050405020304" pitchFamily="18" charset="0"/>
              </a:rPr>
              <a:t>（</a:t>
            </a:r>
            <a:r>
              <a:rPr lang="en-US" altLang="zh-CN" sz="2600" b="1">
                <a:solidFill>
                  <a:srgbClr val="000000"/>
                </a:solidFill>
                <a:latin typeface="Times New Roman" panose="02020603050405020304" pitchFamily="18" charset="0"/>
              </a:rPr>
              <a:t>1</a:t>
            </a:r>
            <a:r>
              <a:rPr lang="zh-CN" altLang="en-US" sz="2600" b="1">
                <a:solidFill>
                  <a:srgbClr val="000000"/>
                </a:solidFill>
                <a:latin typeface="Times New Roman" panose="02020603050405020304" pitchFamily="18" charset="0"/>
              </a:rPr>
              <a:t>）主要依靠经验性知识，不需运用大量常识性知识就  </a:t>
            </a:r>
            <a:endParaRPr lang="zh-CN" altLang="en-US" sz="2600" b="1">
              <a:solidFill>
                <a:srgbClr val="000000"/>
              </a:solidFill>
              <a:latin typeface="Times New Roman" panose="02020603050405020304" pitchFamily="18" charset="0"/>
            </a:endParaRPr>
          </a:p>
          <a:p>
            <a:pPr algn="just" fontAlgn="base">
              <a:spcAft>
                <a:spcPct val="0"/>
              </a:spcAft>
              <a:buClr>
                <a:srgbClr val="CC0000"/>
              </a:buClr>
              <a:buNone/>
            </a:pPr>
            <a:r>
              <a:rPr lang="zh-CN" altLang="en-US" sz="2600" b="1">
                <a:solidFill>
                  <a:srgbClr val="000000"/>
                </a:solidFill>
                <a:latin typeface="Times New Roman" panose="02020603050405020304" pitchFamily="18" charset="0"/>
              </a:rPr>
              <a:t>          可解决的任务。</a:t>
            </a:r>
            <a:endParaRPr lang="zh-CN" altLang="en-US" sz="2600" b="1">
              <a:solidFill>
                <a:srgbClr val="000000"/>
              </a:solidFill>
              <a:latin typeface="Times New Roman" panose="02020603050405020304" pitchFamily="18" charset="0"/>
            </a:endParaRPr>
          </a:p>
          <a:p>
            <a:pPr algn="just" fontAlgn="base">
              <a:spcAft>
                <a:spcPct val="0"/>
              </a:spcAft>
              <a:buClr>
                <a:srgbClr val="CC0000"/>
              </a:buClr>
              <a:buNone/>
            </a:pPr>
            <a:r>
              <a:rPr lang="zh-CN" altLang="en-US" sz="2600" b="1">
                <a:solidFill>
                  <a:srgbClr val="000000"/>
                </a:solidFill>
                <a:latin typeface="Times New Roman" panose="02020603050405020304" pitchFamily="18" charset="0"/>
              </a:rPr>
              <a:t>（</a:t>
            </a:r>
            <a:r>
              <a:rPr lang="en-US" altLang="zh-CN" sz="2600" b="1">
                <a:solidFill>
                  <a:srgbClr val="000000"/>
                </a:solidFill>
                <a:latin typeface="Times New Roman" panose="02020603050405020304" pitchFamily="18" charset="0"/>
              </a:rPr>
              <a:t>2</a:t>
            </a:r>
            <a:r>
              <a:rPr lang="zh-CN" altLang="en-US" sz="2600" b="1">
                <a:solidFill>
                  <a:srgbClr val="000000"/>
                </a:solidFill>
                <a:latin typeface="Times New Roman" panose="02020603050405020304" pitchFamily="18" charset="0"/>
              </a:rPr>
              <a:t>）存在真正的领域专家。</a:t>
            </a:r>
            <a:endParaRPr lang="zh-CN" altLang="en-US" sz="2600" b="1">
              <a:solidFill>
                <a:srgbClr val="000000"/>
              </a:solidFill>
              <a:latin typeface="Times New Roman" panose="02020603050405020304" pitchFamily="18" charset="0"/>
            </a:endParaRPr>
          </a:p>
          <a:p>
            <a:pPr algn="just" fontAlgn="base">
              <a:spcAft>
                <a:spcPct val="0"/>
              </a:spcAft>
              <a:buClr>
                <a:srgbClr val="CC0000"/>
              </a:buClr>
              <a:buNone/>
            </a:pPr>
            <a:r>
              <a:rPr lang="zh-CN" altLang="en-US" sz="2600" b="1">
                <a:solidFill>
                  <a:srgbClr val="000000"/>
                </a:solidFill>
                <a:latin typeface="Times New Roman" panose="02020603050405020304" pitchFamily="18" charset="0"/>
              </a:rPr>
              <a:t>（</a:t>
            </a:r>
            <a:r>
              <a:rPr lang="en-US" altLang="zh-CN" sz="2600" b="1">
                <a:solidFill>
                  <a:srgbClr val="000000"/>
                </a:solidFill>
                <a:latin typeface="Times New Roman" panose="02020603050405020304" pitchFamily="18" charset="0"/>
              </a:rPr>
              <a:t>3</a:t>
            </a:r>
            <a:r>
              <a:rPr lang="zh-CN" altLang="en-US" sz="2600" b="1">
                <a:solidFill>
                  <a:srgbClr val="000000"/>
                </a:solidFill>
                <a:latin typeface="Times New Roman" panose="02020603050405020304" pitchFamily="18" charset="0"/>
              </a:rPr>
              <a:t>）有明确的开发目标，且任务不太难实现。</a:t>
            </a:r>
            <a:endParaRPr lang="zh-CN" altLang="en-US" sz="2600" b="1">
              <a:solidFill>
                <a:srgbClr val="000000"/>
              </a:solidFill>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08260">
                                            <p:txEl>
                                              <p:pRg st="0" end="0"/>
                                            </p:txEl>
                                          </p:spTgt>
                                        </p:tgtEl>
                                        <p:attrNameLst>
                                          <p:attrName>style.visibility</p:attrName>
                                        </p:attrNameLst>
                                      </p:cBhvr>
                                      <p:to>
                                        <p:strVal val="visible"/>
                                      </p:to>
                                    </p:set>
                                    <p:anim calcmode="lin" valueType="num">
                                      <p:cBhvr additive="base">
                                        <p:cTn id="7" dur="500" fill="hold"/>
                                        <p:tgtEl>
                                          <p:spTgt spid="60826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0826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08260">
                                            <p:txEl>
                                              <p:pRg st="1" end="1"/>
                                            </p:txEl>
                                          </p:spTgt>
                                        </p:tgtEl>
                                        <p:attrNameLst>
                                          <p:attrName>style.visibility</p:attrName>
                                        </p:attrNameLst>
                                      </p:cBhvr>
                                      <p:to>
                                        <p:strVal val="visible"/>
                                      </p:to>
                                    </p:set>
                                    <p:anim calcmode="lin" valueType="num">
                                      <p:cBhvr additive="base">
                                        <p:cTn id="13" dur="500" fill="hold"/>
                                        <p:tgtEl>
                                          <p:spTgt spid="60826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0826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08260">
                                            <p:txEl>
                                              <p:pRg st="2" end="2"/>
                                            </p:txEl>
                                          </p:spTgt>
                                        </p:tgtEl>
                                        <p:attrNameLst>
                                          <p:attrName>style.visibility</p:attrName>
                                        </p:attrNameLst>
                                      </p:cBhvr>
                                      <p:to>
                                        <p:strVal val="visible"/>
                                      </p:to>
                                    </p:set>
                                    <p:anim calcmode="lin" valueType="num">
                                      <p:cBhvr additive="base">
                                        <p:cTn id="19" dur="500" fill="hold"/>
                                        <p:tgtEl>
                                          <p:spTgt spid="608260">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0826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08260">
                                            <p:txEl>
                                              <p:pRg st="3" end="3"/>
                                            </p:txEl>
                                          </p:spTgt>
                                        </p:tgtEl>
                                        <p:attrNameLst>
                                          <p:attrName>style.visibility</p:attrName>
                                        </p:attrNameLst>
                                      </p:cBhvr>
                                      <p:to>
                                        <p:strVal val="visible"/>
                                      </p:to>
                                    </p:set>
                                    <p:anim calcmode="lin" valueType="num">
                                      <p:cBhvr additive="base">
                                        <p:cTn id="25" dur="500" fill="hold"/>
                                        <p:tgtEl>
                                          <p:spTgt spid="608260">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08260">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8260" grpId="0" autoUpdateAnimBg="0" build="p"/>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03CB14D3-0702-4901-9F9A-AD9C18676837}" type="slidenum">
              <a:rPr lang="ja-JP" altLang="en-US">
                <a:latin typeface="Arial" panose="020B0604020202020204"/>
              </a:rPr>
            </a:fld>
            <a:endParaRPr lang="en-US" altLang="ja-JP">
              <a:latin typeface="Arial" panose="020B0604020202020204"/>
            </a:endParaRPr>
          </a:p>
        </p:txBody>
      </p:sp>
      <p:sp>
        <p:nvSpPr>
          <p:cNvPr id="453635"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rPr>
              <a:t>10.7.1  </a:t>
            </a:r>
            <a:r>
              <a:rPr lang="zh-CN" altLang="en-US" sz="4200" b="0">
                <a:latin typeface="Times New Roman" panose="02020603050405020304" pitchFamily="18" charset="0"/>
                <a:ea typeface="黑体" panose="02010609060101010101" pitchFamily="49" charset="-122"/>
              </a:rPr>
              <a:t>适合于专家系统求解的问题</a:t>
            </a:r>
            <a:endParaRPr lang="zh-CN" altLang="en-US" sz="4200" b="0">
              <a:latin typeface="Times New Roman" panose="02020603050405020304" pitchFamily="18" charset="0"/>
              <a:ea typeface="黑体" panose="02010609060101010101" pitchFamily="49" charset="-122"/>
            </a:endParaRPr>
          </a:p>
        </p:txBody>
      </p:sp>
      <p:sp>
        <p:nvSpPr>
          <p:cNvPr id="453636" name="Rectangle 3"/>
          <p:cNvSpPr>
            <a:spLocks noGrp="1" noChangeArrowheads="1"/>
          </p:cNvSpPr>
          <p:nvPr>
            <p:ph type="body" idx="1"/>
          </p:nvPr>
        </p:nvSpPr>
        <p:spPr>
          <a:xfrm>
            <a:off x="1774825" y="908050"/>
            <a:ext cx="8642350" cy="3435350"/>
          </a:xfrm>
        </p:spPr>
        <p:txBody>
          <a:bodyPr/>
          <a:lstStyle/>
          <a:p>
            <a:pPr eaLnBrk="1" hangingPunct="1">
              <a:buFont typeface="Wingdings" panose="05000000000000000000" pitchFamily="2" charset="2"/>
              <a:buNone/>
            </a:pPr>
            <a:r>
              <a:rPr lang="en-US" altLang="zh-CN" b="1">
                <a:latin typeface="Times New Roman" panose="02020603050405020304" pitchFamily="18" charset="0"/>
              </a:rPr>
              <a:t>2.  </a:t>
            </a:r>
            <a:r>
              <a:rPr lang="zh-CN" altLang="en-US" b="1">
                <a:latin typeface="Times New Roman" panose="02020603050405020304" pitchFamily="18" charset="0"/>
              </a:rPr>
              <a:t>什么情况下开发专家系统是合理的？</a:t>
            </a:r>
            <a:endParaRPr lang="zh-CN" altLang="en-US" sz="2700" b="1">
              <a:latin typeface="Times New Roman" panose="02020603050405020304" pitchFamily="18" charset="0"/>
            </a:endParaRPr>
          </a:p>
        </p:txBody>
      </p:sp>
      <p:sp>
        <p:nvSpPr>
          <p:cNvPr id="609284" name="Rectangle 4"/>
          <p:cNvSpPr>
            <a:spLocks noChangeArrowheads="1"/>
          </p:cNvSpPr>
          <p:nvPr/>
        </p:nvSpPr>
        <p:spPr bwMode="auto">
          <a:xfrm>
            <a:off x="1774825" y="1711326"/>
            <a:ext cx="8642350" cy="2708275"/>
          </a:xfrm>
          <a:prstGeom prst="rect">
            <a:avLst/>
          </a:prstGeom>
          <a:gradFill rotWithShape="1">
            <a:gsLst>
              <a:gs pos="0">
                <a:srgbClr val="FFFF00"/>
              </a:gs>
              <a:gs pos="100000">
                <a:schemeClr val="bg1"/>
              </a:gs>
            </a:gsLst>
            <a:path path="rect">
              <a:fillToRect l="100000" t="10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908050" indent="-43688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304925" indent="-395605">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9418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94230" indent="-398780">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Aft>
                <a:spcPct val="0"/>
              </a:spcAft>
              <a:buClr>
                <a:srgbClr val="CC0000"/>
              </a:buClr>
              <a:buNone/>
            </a:pPr>
            <a:r>
              <a:rPr lang="zh-CN" altLang="en-US" sz="2600" b="1">
                <a:solidFill>
                  <a:srgbClr val="000000"/>
                </a:solidFill>
                <a:latin typeface="Times New Roman" panose="02020603050405020304" pitchFamily="18" charset="0"/>
              </a:rPr>
              <a:t>（</a:t>
            </a:r>
            <a:r>
              <a:rPr lang="en-US" altLang="zh-CN" sz="2600" b="1">
                <a:solidFill>
                  <a:srgbClr val="000000"/>
                </a:solidFill>
                <a:latin typeface="Times New Roman" panose="02020603050405020304" pitchFamily="18" charset="0"/>
              </a:rPr>
              <a:t>1</a:t>
            </a:r>
            <a:r>
              <a:rPr lang="zh-CN" altLang="en-US" sz="2600" b="1">
                <a:solidFill>
                  <a:srgbClr val="000000"/>
                </a:solidFill>
                <a:latin typeface="Times New Roman" panose="02020603050405020304" pitchFamily="18" charset="0"/>
              </a:rPr>
              <a:t>）具有较高的经济效益。 </a:t>
            </a:r>
            <a:endParaRPr lang="zh-CN" altLang="en-US" sz="2600" b="1">
              <a:solidFill>
                <a:srgbClr val="000000"/>
              </a:solidFill>
              <a:latin typeface="Times New Roman" panose="02020603050405020304" pitchFamily="18" charset="0"/>
            </a:endParaRPr>
          </a:p>
          <a:p>
            <a:pPr fontAlgn="base">
              <a:spcAft>
                <a:spcPct val="0"/>
              </a:spcAft>
              <a:buClr>
                <a:srgbClr val="CC0000"/>
              </a:buClr>
              <a:buNone/>
            </a:pPr>
            <a:r>
              <a:rPr lang="zh-CN" altLang="en-US" sz="2600" b="1">
                <a:solidFill>
                  <a:srgbClr val="000000"/>
                </a:solidFill>
                <a:latin typeface="Times New Roman" panose="02020603050405020304" pitchFamily="18" charset="0"/>
              </a:rPr>
              <a:t>（</a:t>
            </a:r>
            <a:r>
              <a:rPr lang="en-US" altLang="zh-CN" sz="2600" b="1">
                <a:solidFill>
                  <a:srgbClr val="000000"/>
                </a:solidFill>
                <a:latin typeface="Times New Roman" panose="02020603050405020304" pitchFamily="18" charset="0"/>
              </a:rPr>
              <a:t>2</a:t>
            </a:r>
            <a:r>
              <a:rPr lang="zh-CN" altLang="en-US" sz="2600" b="1">
                <a:solidFill>
                  <a:srgbClr val="000000"/>
                </a:solidFill>
                <a:latin typeface="Times New Roman" panose="02020603050405020304" pitchFamily="18" charset="0"/>
              </a:rPr>
              <a:t>）人类专家奇缺，但在许多地方又十分需要。</a:t>
            </a:r>
            <a:endParaRPr lang="zh-CN" altLang="en-US" sz="2600" b="1">
              <a:solidFill>
                <a:srgbClr val="000000"/>
              </a:solidFill>
              <a:latin typeface="Times New Roman" panose="02020603050405020304" pitchFamily="18" charset="0"/>
            </a:endParaRPr>
          </a:p>
          <a:p>
            <a:pPr fontAlgn="base">
              <a:spcAft>
                <a:spcPct val="0"/>
              </a:spcAft>
              <a:buClr>
                <a:srgbClr val="CC0000"/>
              </a:buClr>
              <a:buNone/>
            </a:pPr>
            <a:r>
              <a:rPr lang="zh-CN" altLang="en-US" sz="2600" b="1">
                <a:solidFill>
                  <a:srgbClr val="000000"/>
                </a:solidFill>
                <a:latin typeface="Times New Roman" panose="02020603050405020304" pitchFamily="18" charset="0"/>
              </a:rPr>
              <a:t>（</a:t>
            </a:r>
            <a:r>
              <a:rPr lang="en-US" altLang="zh-CN" sz="2600" b="1">
                <a:solidFill>
                  <a:srgbClr val="000000"/>
                </a:solidFill>
                <a:latin typeface="Times New Roman" panose="02020603050405020304" pitchFamily="18" charset="0"/>
              </a:rPr>
              <a:t>3</a:t>
            </a:r>
            <a:r>
              <a:rPr lang="zh-CN" altLang="en-US" sz="2600" b="1">
                <a:solidFill>
                  <a:srgbClr val="000000"/>
                </a:solidFill>
                <a:latin typeface="Times New Roman" panose="02020603050405020304" pitchFamily="18" charset="0"/>
              </a:rPr>
              <a:t>）人类专家经验不断丢失。 </a:t>
            </a:r>
            <a:endParaRPr lang="zh-CN" altLang="en-US" sz="2600" b="1">
              <a:solidFill>
                <a:srgbClr val="000000"/>
              </a:solidFill>
              <a:latin typeface="Times New Roman" panose="02020603050405020304" pitchFamily="18" charset="0"/>
            </a:endParaRPr>
          </a:p>
          <a:p>
            <a:pPr fontAlgn="base">
              <a:spcAft>
                <a:spcPct val="0"/>
              </a:spcAft>
              <a:buClr>
                <a:srgbClr val="CC0000"/>
              </a:buClr>
              <a:buNone/>
            </a:pPr>
            <a:r>
              <a:rPr lang="zh-CN" altLang="en-US" sz="2600" b="1">
                <a:solidFill>
                  <a:srgbClr val="000000"/>
                </a:solidFill>
                <a:latin typeface="Times New Roman" panose="02020603050405020304" pitchFamily="18" charset="0"/>
              </a:rPr>
              <a:t>（</a:t>
            </a:r>
            <a:r>
              <a:rPr lang="en-US" altLang="zh-CN" sz="2600" b="1">
                <a:solidFill>
                  <a:srgbClr val="000000"/>
                </a:solidFill>
                <a:latin typeface="Times New Roman" panose="02020603050405020304" pitchFamily="18" charset="0"/>
              </a:rPr>
              <a:t>4</a:t>
            </a:r>
            <a:r>
              <a:rPr lang="zh-CN" altLang="en-US" sz="2600" b="1">
                <a:solidFill>
                  <a:srgbClr val="000000"/>
                </a:solidFill>
                <a:latin typeface="Times New Roman" panose="02020603050405020304" pitchFamily="18" charset="0"/>
              </a:rPr>
              <a:t>）危险场合需要专业知识 。 </a:t>
            </a:r>
            <a:endParaRPr lang="zh-CN" altLang="en-US" sz="2600" b="1">
              <a:solidFill>
                <a:srgbClr val="000000"/>
              </a:solidFill>
              <a:latin typeface="Times New Roman" panose="02020603050405020304" pitchFamily="18" charset="0"/>
            </a:endParaRPr>
          </a:p>
          <a:p>
            <a:pPr fontAlgn="base">
              <a:spcAft>
                <a:spcPct val="0"/>
              </a:spcAft>
              <a:buClr>
                <a:srgbClr val="CC0000"/>
              </a:buClr>
            </a:pPr>
            <a:endParaRPr lang="en-US" altLang="zh-CN" sz="2600" b="1">
              <a:solidFill>
                <a:srgbClr val="000000"/>
              </a:solidFill>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09284">
                                            <p:txEl>
                                              <p:pRg st="0" end="0"/>
                                            </p:txEl>
                                          </p:spTgt>
                                        </p:tgtEl>
                                        <p:attrNameLst>
                                          <p:attrName>style.visibility</p:attrName>
                                        </p:attrNameLst>
                                      </p:cBhvr>
                                      <p:to>
                                        <p:strVal val="visible"/>
                                      </p:to>
                                    </p:set>
                                    <p:anim calcmode="lin" valueType="num">
                                      <p:cBhvr additive="base">
                                        <p:cTn id="7" dur="500" fill="hold"/>
                                        <p:tgtEl>
                                          <p:spTgt spid="60928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0928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09284">
                                            <p:txEl>
                                              <p:pRg st="1" end="1"/>
                                            </p:txEl>
                                          </p:spTgt>
                                        </p:tgtEl>
                                        <p:attrNameLst>
                                          <p:attrName>style.visibility</p:attrName>
                                        </p:attrNameLst>
                                      </p:cBhvr>
                                      <p:to>
                                        <p:strVal val="visible"/>
                                      </p:to>
                                    </p:set>
                                    <p:anim calcmode="lin" valueType="num">
                                      <p:cBhvr additive="base">
                                        <p:cTn id="13" dur="500" fill="hold"/>
                                        <p:tgtEl>
                                          <p:spTgt spid="60928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0928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09284">
                                            <p:txEl>
                                              <p:pRg st="2" end="2"/>
                                            </p:txEl>
                                          </p:spTgt>
                                        </p:tgtEl>
                                        <p:attrNameLst>
                                          <p:attrName>style.visibility</p:attrName>
                                        </p:attrNameLst>
                                      </p:cBhvr>
                                      <p:to>
                                        <p:strVal val="visible"/>
                                      </p:to>
                                    </p:set>
                                    <p:anim calcmode="lin" valueType="num">
                                      <p:cBhvr additive="base">
                                        <p:cTn id="19" dur="500" fill="hold"/>
                                        <p:tgtEl>
                                          <p:spTgt spid="609284">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0928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09284">
                                            <p:txEl>
                                              <p:pRg st="3" end="3"/>
                                            </p:txEl>
                                          </p:spTgt>
                                        </p:tgtEl>
                                        <p:attrNameLst>
                                          <p:attrName>style.visibility</p:attrName>
                                        </p:attrNameLst>
                                      </p:cBhvr>
                                      <p:to>
                                        <p:strVal val="visible"/>
                                      </p:to>
                                    </p:set>
                                    <p:anim calcmode="lin" valueType="num">
                                      <p:cBhvr additive="base">
                                        <p:cTn id="25" dur="500" fill="hold"/>
                                        <p:tgtEl>
                                          <p:spTgt spid="609284">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09284">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9284" grpId="0" autoUpdateAnimBg="0" build="p"/>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0568672F-4F90-45AE-BA05-F7F252F0CC23}" type="slidenum">
              <a:rPr lang="ja-JP" altLang="en-US">
                <a:latin typeface="Arial" panose="020B0604020202020204"/>
              </a:rPr>
            </a:fld>
            <a:endParaRPr lang="en-US" altLang="ja-JP">
              <a:latin typeface="Arial" panose="020B0604020202020204"/>
            </a:endParaRPr>
          </a:p>
        </p:txBody>
      </p:sp>
      <p:sp>
        <p:nvSpPr>
          <p:cNvPr id="454659"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rPr>
              <a:t>10.7.1  </a:t>
            </a:r>
            <a:r>
              <a:rPr lang="zh-CN" altLang="en-US" sz="4200" b="0">
                <a:latin typeface="Times New Roman" panose="02020603050405020304" pitchFamily="18" charset="0"/>
                <a:ea typeface="黑体" panose="02010609060101010101" pitchFamily="49" charset="-122"/>
              </a:rPr>
              <a:t>适合于专家系统求解的问题</a:t>
            </a:r>
            <a:endParaRPr lang="zh-CN" altLang="en-US" sz="4200" b="0">
              <a:latin typeface="Times New Roman" panose="02020603050405020304" pitchFamily="18" charset="0"/>
              <a:ea typeface="黑体" panose="02010609060101010101" pitchFamily="49" charset="-122"/>
            </a:endParaRPr>
          </a:p>
        </p:txBody>
      </p:sp>
      <p:sp>
        <p:nvSpPr>
          <p:cNvPr id="454660" name="Rectangle 3"/>
          <p:cNvSpPr>
            <a:spLocks noGrp="1" noChangeArrowheads="1"/>
          </p:cNvSpPr>
          <p:nvPr>
            <p:ph type="body" idx="1"/>
          </p:nvPr>
        </p:nvSpPr>
        <p:spPr>
          <a:xfrm>
            <a:off x="1774825" y="990600"/>
            <a:ext cx="8642350" cy="3892550"/>
          </a:xfrm>
        </p:spPr>
        <p:txBody>
          <a:bodyPr/>
          <a:lstStyle/>
          <a:p>
            <a:pPr eaLnBrk="1" hangingPunct="1">
              <a:buFont typeface="Wingdings" panose="05000000000000000000" pitchFamily="2" charset="2"/>
              <a:buNone/>
            </a:pPr>
            <a:r>
              <a:rPr lang="en-US" altLang="zh-CN" b="1">
                <a:latin typeface="Times New Roman" panose="02020603050405020304" pitchFamily="18" charset="0"/>
              </a:rPr>
              <a:t> 3.  </a:t>
            </a:r>
            <a:r>
              <a:rPr lang="zh-CN" altLang="en-US" b="1">
                <a:latin typeface="Times New Roman" panose="02020603050405020304" pitchFamily="18" charset="0"/>
              </a:rPr>
              <a:t>什么情况下开发专家系统是合适的？</a:t>
            </a:r>
            <a:endParaRPr lang="zh-CN" altLang="en-US" sz="2700" b="1">
              <a:latin typeface="Times New Roman" panose="02020603050405020304" pitchFamily="18" charset="0"/>
            </a:endParaRPr>
          </a:p>
        </p:txBody>
      </p:sp>
      <p:sp>
        <p:nvSpPr>
          <p:cNvPr id="610308" name="Rectangle 4"/>
          <p:cNvSpPr>
            <a:spLocks noChangeArrowheads="1"/>
          </p:cNvSpPr>
          <p:nvPr/>
        </p:nvSpPr>
        <p:spPr bwMode="auto">
          <a:xfrm>
            <a:off x="1905000" y="1676400"/>
            <a:ext cx="8413750" cy="2514600"/>
          </a:xfrm>
          <a:prstGeom prst="rect">
            <a:avLst/>
          </a:prstGeom>
          <a:gradFill rotWithShape="1">
            <a:gsLst>
              <a:gs pos="0">
                <a:srgbClr val="FFFF00"/>
              </a:gs>
              <a:gs pos="100000">
                <a:schemeClr val="bg1"/>
              </a:gs>
            </a:gsLst>
            <a:path path="rect">
              <a:fillToRect l="100000" t="10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908050" indent="-43688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304925" indent="-395605">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9418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94230" indent="-398780">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Aft>
                <a:spcPct val="0"/>
              </a:spcAft>
              <a:buClr>
                <a:srgbClr val="CC0000"/>
              </a:buClr>
              <a:buNone/>
            </a:pPr>
            <a:r>
              <a:rPr lang="zh-CN" altLang="en-US" sz="2600" b="1">
                <a:solidFill>
                  <a:srgbClr val="000000"/>
                </a:solidFill>
                <a:latin typeface="Times New Roman" panose="02020603050405020304" pitchFamily="18" charset="0"/>
              </a:rPr>
              <a:t>（</a:t>
            </a:r>
            <a:r>
              <a:rPr lang="en-US" altLang="zh-CN" sz="2600" b="1">
                <a:solidFill>
                  <a:srgbClr val="000000"/>
                </a:solidFill>
                <a:latin typeface="Times New Roman" panose="02020603050405020304" pitchFamily="18" charset="0"/>
              </a:rPr>
              <a:t>1</a:t>
            </a:r>
            <a:r>
              <a:rPr lang="zh-CN" altLang="en-US" sz="2600" b="1">
                <a:solidFill>
                  <a:srgbClr val="000000"/>
                </a:solidFill>
                <a:latin typeface="Times New Roman" panose="02020603050405020304" pitchFamily="18" charset="0"/>
              </a:rPr>
              <a:t>）本质：问题能通过符号操作和符号结构进行求解，</a:t>
            </a:r>
            <a:endParaRPr lang="zh-CN" altLang="en-US" sz="2600" b="1">
              <a:solidFill>
                <a:srgbClr val="000000"/>
              </a:solidFill>
              <a:latin typeface="Times New Roman" panose="02020603050405020304" pitchFamily="18" charset="0"/>
            </a:endParaRPr>
          </a:p>
          <a:p>
            <a:pPr fontAlgn="base">
              <a:spcAft>
                <a:spcPct val="0"/>
              </a:spcAft>
              <a:buClr>
                <a:srgbClr val="CC0000"/>
              </a:buClr>
              <a:buNone/>
            </a:pPr>
            <a:r>
              <a:rPr lang="zh-CN" altLang="en-US" sz="2600" b="1">
                <a:solidFill>
                  <a:srgbClr val="000000"/>
                </a:solidFill>
                <a:latin typeface="Times New Roman" panose="02020603050405020304" pitchFamily="18" charset="0"/>
              </a:rPr>
              <a:t>          且需使用启发式知识、经验规则才能得到答案。  </a:t>
            </a:r>
            <a:endParaRPr lang="zh-CN" altLang="en-US" sz="2600" b="1">
              <a:solidFill>
                <a:srgbClr val="000000"/>
              </a:solidFill>
              <a:latin typeface="Times New Roman" panose="02020603050405020304" pitchFamily="18" charset="0"/>
            </a:endParaRPr>
          </a:p>
          <a:p>
            <a:pPr fontAlgn="base">
              <a:spcAft>
                <a:spcPct val="0"/>
              </a:spcAft>
              <a:buClr>
                <a:srgbClr val="CC0000"/>
              </a:buClr>
              <a:buNone/>
            </a:pPr>
            <a:r>
              <a:rPr lang="zh-CN" altLang="en-US" sz="2600" b="1">
                <a:solidFill>
                  <a:srgbClr val="000000"/>
                </a:solidFill>
                <a:latin typeface="Times New Roman" panose="02020603050405020304" pitchFamily="18" charset="0"/>
              </a:rPr>
              <a:t>（</a:t>
            </a:r>
            <a:r>
              <a:rPr lang="en-US" altLang="zh-CN" sz="2600" b="1">
                <a:solidFill>
                  <a:srgbClr val="000000"/>
                </a:solidFill>
                <a:latin typeface="Times New Roman" panose="02020603050405020304" pitchFamily="18" charset="0"/>
              </a:rPr>
              <a:t>2</a:t>
            </a:r>
            <a:r>
              <a:rPr lang="zh-CN" altLang="en-US" sz="2600" b="1">
                <a:solidFill>
                  <a:srgbClr val="000000"/>
                </a:solidFill>
                <a:latin typeface="Times New Roman" panose="02020603050405020304" pitchFamily="18" charset="0"/>
              </a:rPr>
              <a:t>）复杂性。 </a:t>
            </a:r>
            <a:endParaRPr lang="zh-CN" altLang="en-US" sz="2600" b="1">
              <a:solidFill>
                <a:srgbClr val="000000"/>
              </a:solidFill>
              <a:latin typeface="Times New Roman" panose="02020603050405020304" pitchFamily="18" charset="0"/>
            </a:endParaRPr>
          </a:p>
          <a:p>
            <a:pPr fontAlgn="base">
              <a:spcAft>
                <a:spcPct val="0"/>
              </a:spcAft>
              <a:buClr>
                <a:srgbClr val="CC0000"/>
              </a:buClr>
              <a:buNone/>
            </a:pPr>
            <a:r>
              <a:rPr lang="zh-CN" altLang="en-US" sz="2600" b="1">
                <a:solidFill>
                  <a:srgbClr val="000000"/>
                </a:solidFill>
                <a:latin typeface="Times New Roman" panose="02020603050405020304" pitchFamily="18" charset="0"/>
              </a:rPr>
              <a:t>（</a:t>
            </a:r>
            <a:r>
              <a:rPr lang="en-US" altLang="zh-CN" sz="2600" b="1">
                <a:solidFill>
                  <a:srgbClr val="000000"/>
                </a:solidFill>
                <a:latin typeface="Times New Roman" panose="02020603050405020304" pitchFamily="18" charset="0"/>
              </a:rPr>
              <a:t>3</a:t>
            </a:r>
            <a:r>
              <a:rPr lang="zh-CN" altLang="en-US" sz="2600" b="1">
                <a:solidFill>
                  <a:srgbClr val="000000"/>
                </a:solidFill>
                <a:latin typeface="Times New Roman" panose="02020603050405020304" pitchFamily="18" charset="0"/>
              </a:rPr>
              <a:t>）范围：所选任务的大小可驾驭、 任务有实用价值。</a:t>
            </a:r>
            <a:r>
              <a:rPr lang="zh-CN" altLang="en-US" sz="2700" b="1">
                <a:solidFill>
                  <a:srgbClr val="000000"/>
                </a:solidFill>
                <a:latin typeface="Times New Roman" panose="02020603050405020304" pitchFamily="18" charset="0"/>
              </a:rPr>
              <a:t> </a:t>
            </a:r>
            <a:endParaRPr lang="zh-CN" altLang="en-US" sz="2700" b="1">
              <a:solidFill>
                <a:srgbClr val="000000"/>
              </a:solidFill>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10308">
                                            <p:txEl>
                                              <p:pRg st="0" end="0"/>
                                            </p:txEl>
                                          </p:spTgt>
                                        </p:tgtEl>
                                        <p:attrNameLst>
                                          <p:attrName>style.visibility</p:attrName>
                                        </p:attrNameLst>
                                      </p:cBhvr>
                                      <p:to>
                                        <p:strVal val="visible"/>
                                      </p:to>
                                    </p:set>
                                    <p:animEffect transition="in" filter="box(in)">
                                      <p:cBhvr>
                                        <p:cTn id="7" dur="500"/>
                                        <p:tgtEl>
                                          <p:spTgt spid="61030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10308">
                                            <p:txEl>
                                              <p:pRg st="1" end="1"/>
                                            </p:txEl>
                                          </p:spTgt>
                                        </p:tgtEl>
                                        <p:attrNameLst>
                                          <p:attrName>style.visibility</p:attrName>
                                        </p:attrNameLst>
                                      </p:cBhvr>
                                      <p:to>
                                        <p:strVal val="visible"/>
                                      </p:to>
                                    </p:set>
                                    <p:animEffect transition="in" filter="box(in)">
                                      <p:cBhvr>
                                        <p:cTn id="12" dur="500"/>
                                        <p:tgtEl>
                                          <p:spTgt spid="61030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10308">
                                            <p:txEl>
                                              <p:pRg st="2" end="2"/>
                                            </p:txEl>
                                          </p:spTgt>
                                        </p:tgtEl>
                                        <p:attrNameLst>
                                          <p:attrName>style.visibility</p:attrName>
                                        </p:attrNameLst>
                                      </p:cBhvr>
                                      <p:to>
                                        <p:strVal val="visible"/>
                                      </p:to>
                                    </p:set>
                                    <p:animEffect transition="in" filter="box(in)">
                                      <p:cBhvr>
                                        <p:cTn id="17" dur="500"/>
                                        <p:tgtEl>
                                          <p:spTgt spid="61030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610308">
                                            <p:txEl>
                                              <p:pRg st="3" end="3"/>
                                            </p:txEl>
                                          </p:spTgt>
                                        </p:tgtEl>
                                        <p:attrNameLst>
                                          <p:attrName>style.visibility</p:attrName>
                                        </p:attrNameLst>
                                      </p:cBhvr>
                                      <p:to>
                                        <p:strVal val="visible"/>
                                      </p:to>
                                    </p:set>
                                    <p:animEffect transition="in" filter="box(in)">
                                      <p:cBhvr>
                                        <p:cTn id="22" dur="500"/>
                                        <p:tgtEl>
                                          <p:spTgt spid="61030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0308" grpId="0" autoUpdateAnimBg="0" build="p"/>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5472C174-EA52-47C2-A765-EA85E5A59A5A}" type="slidenum">
              <a:rPr lang="ja-JP" altLang="en-US">
                <a:latin typeface="Arial" panose="020B0604020202020204"/>
              </a:rPr>
            </a:fld>
            <a:endParaRPr lang="en-US" altLang="ja-JP">
              <a:latin typeface="Arial" panose="020B0604020202020204"/>
            </a:endParaRPr>
          </a:p>
        </p:txBody>
      </p:sp>
      <p:sp>
        <p:nvSpPr>
          <p:cNvPr id="455683" name="Rectangle 2"/>
          <p:cNvSpPr>
            <a:spLocks noGrp="1" noChangeArrowheads="1"/>
          </p:cNvSpPr>
          <p:nvPr>
            <p:ph type="title"/>
          </p:nvPr>
        </p:nvSpPr>
        <p:spPr/>
        <p:txBody>
          <a:bodyPr/>
          <a:lstStyle/>
          <a:p>
            <a:pPr eaLnBrk="1" hangingPunct="1"/>
            <a:endParaRPr lang="zh-CN" altLang="zh-CN">
              <a:latin typeface="Times New Roman" panose="02020603050405020304" pitchFamily="18" charset="0"/>
            </a:endParaRPr>
          </a:p>
        </p:txBody>
      </p:sp>
      <p:sp>
        <p:nvSpPr>
          <p:cNvPr id="455684" name="Rectangle 3"/>
          <p:cNvSpPr>
            <a:spLocks noGrp="1" noChangeArrowheads="1"/>
          </p:cNvSpPr>
          <p:nvPr>
            <p:ph type="body" idx="1"/>
          </p:nvPr>
        </p:nvSpPr>
        <p:spPr>
          <a:xfrm>
            <a:off x="2025650" y="1219201"/>
            <a:ext cx="8642350" cy="5400675"/>
          </a:xfrm>
        </p:spPr>
        <p:txBody>
          <a:bodyPr/>
          <a:lstStyle/>
          <a:p>
            <a:pPr eaLnBrk="1" hangingPunct="1">
              <a:spcBef>
                <a:spcPct val="30000"/>
              </a:spcBef>
              <a:buSzPct val="60000"/>
              <a:buFont typeface="Wingdings" panose="05000000000000000000" pitchFamily="2" charset="2"/>
              <a:buBlip>
                <a:blip r:embed="rId1"/>
              </a:buBlip>
            </a:pPr>
            <a:r>
              <a:rPr lang="en-US" altLang="zh-CN" b="1">
                <a:latin typeface="Times New Roman" panose="02020603050405020304" pitchFamily="18" charset="0"/>
              </a:rPr>
              <a:t>10.7.1 </a:t>
            </a:r>
            <a:r>
              <a:rPr lang="zh-CN" altLang="en-US" b="1">
                <a:latin typeface="Times New Roman" panose="02020603050405020304" pitchFamily="18" charset="0"/>
              </a:rPr>
              <a:t>适合于专家系统求解的问题</a:t>
            </a:r>
            <a:endParaRPr lang="zh-CN" altLang="en-US" b="1">
              <a:latin typeface="Times New Roman" panose="02020603050405020304" pitchFamily="18" charset="0"/>
            </a:endParaRPr>
          </a:p>
          <a:p>
            <a:pPr eaLnBrk="1" hangingPunct="1">
              <a:spcBef>
                <a:spcPct val="30000"/>
              </a:spcBef>
              <a:buSzPct val="60000"/>
              <a:buFont typeface="Wingdings" panose="05000000000000000000" pitchFamily="2" charset="2"/>
              <a:buBlip>
                <a:blip r:embed="rId1"/>
              </a:buBlip>
            </a:pPr>
            <a:r>
              <a:rPr lang="en-US" altLang="zh-CN" b="1">
                <a:solidFill>
                  <a:srgbClr val="0000FF"/>
                </a:solidFill>
                <a:latin typeface="Times New Roman" panose="02020603050405020304" pitchFamily="18" charset="0"/>
              </a:rPr>
              <a:t>10.7.2 </a:t>
            </a:r>
            <a:r>
              <a:rPr lang="zh-CN" altLang="en-US" b="1">
                <a:solidFill>
                  <a:srgbClr val="0000FF"/>
                </a:solidFill>
                <a:latin typeface="Times New Roman" panose="02020603050405020304" pitchFamily="18" charset="0"/>
              </a:rPr>
              <a:t>专家系统的设计原则与开发步骤</a:t>
            </a:r>
            <a:endParaRPr lang="zh-CN" altLang="en-US" b="1">
              <a:solidFill>
                <a:srgbClr val="0000FF"/>
              </a:solidFill>
              <a:latin typeface="Times New Roman" panose="02020603050405020304" pitchFamily="18" charset="0"/>
            </a:endParaRPr>
          </a:p>
          <a:p>
            <a:pPr eaLnBrk="1" hangingPunct="1">
              <a:spcBef>
                <a:spcPct val="30000"/>
              </a:spcBef>
              <a:buSzPct val="60000"/>
              <a:buFont typeface="Wingdings" panose="05000000000000000000" pitchFamily="2" charset="2"/>
              <a:buBlip>
                <a:blip r:embed="rId1"/>
              </a:buBlip>
            </a:pPr>
            <a:r>
              <a:rPr lang="en-US" altLang="zh-CN" b="1">
                <a:latin typeface="Times New Roman" panose="02020603050405020304" pitchFamily="18" charset="0"/>
              </a:rPr>
              <a:t>10.7.3 </a:t>
            </a:r>
            <a:r>
              <a:rPr lang="zh-CN" altLang="en-US" b="1">
                <a:latin typeface="Times New Roman" panose="02020603050405020304" pitchFamily="18" charset="0"/>
              </a:rPr>
              <a:t>专家系统的评价</a:t>
            </a:r>
            <a:endParaRPr lang="zh-CN" altLang="en-US" b="1">
              <a:latin typeface="Times New Roman" panose="02020603050405020304" pitchFamily="18" charset="0"/>
            </a:endParaRPr>
          </a:p>
        </p:txBody>
      </p:sp>
      <p:sp>
        <p:nvSpPr>
          <p:cNvPr id="455685" name="Rectangle 4"/>
          <p:cNvSpPr>
            <a:spLocks noChangeArrowheads="1"/>
          </p:cNvSpPr>
          <p:nvPr/>
        </p:nvSpPr>
        <p:spPr bwMode="auto">
          <a:xfrm>
            <a:off x="1524000" y="1"/>
            <a:ext cx="9144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530">
              <a:defRPr>
                <a:solidFill>
                  <a:schemeClr val="tx1"/>
                </a:solidFill>
                <a:latin typeface="Verdana" panose="020B0604030504040204" pitchFamily="34" charset="0"/>
                <a:ea typeface="宋体" panose="02010600030101010101" pitchFamily="2" charset="-122"/>
              </a:defRPr>
            </a:lvl1pPr>
            <a:lvl2pPr indent="176530">
              <a:defRPr>
                <a:solidFill>
                  <a:schemeClr val="tx1"/>
                </a:solidFill>
                <a:latin typeface="Verdana" panose="020B0604030504040204" pitchFamily="34" charset="0"/>
                <a:ea typeface="宋体" panose="02010600030101010101" pitchFamily="2" charset="-122"/>
              </a:defRPr>
            </a:lvl2pPr>
            <a:lvl3pPr indent="176530">
              <a:defRPr>
                <a:solidFill>
                  <a:schemeClr val="tx1"/>
                </a:solidFill>
                <a:latin typeface="Verdana" panose="020B0604030504040204" pitchFamily="34" charset="0"/>
                <a:ea typeface="宋体" panose="02010600030101010101" pitchFamily="2" charset="-122"/>
              </a:defRPr>
            </a:lvl3pPr>
            <a:lvl4pPr indent="176530">
              <a:defRPr>
                <a:solidFill>
                  <a:schemeClr val="tx1"/>
                </a:solidFill>
                <a:latin typeface="Verdana" panose="020B0604030504040204" pitchFamily="34" charset="0"/>
                <a:ea typeface="宋体" panose="02010600030101010101" pitchFamily="2" charset="-122"/>
              </a:defRPr>
            </a:lvl4pPr>
            <a:lvl5pPr indent="176530">
              <a:defRPr>
                <a:solidFill>
                  <a:schemeClr val="tx1"/>
                </a:solidFill>
                <a:latin typeface="Verdana" panose="020B0604030504040204" pitchFamily="34" charset="0"/>
                <a:ea typeface="宋体" panose="02010600030101010101" pitchFamily="2" charset="-122"/>
              </a:defRPr>
            </a:lvl5pPr>
            <a:lvl6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600">
                <a:solidFill>
                  <a:srgbClr val="FFFFFF"/>
                </a:solidFill>
                <a:latin typeface="Times New Roman" panose="02020603050405020304" pitchFamily="18" charset="0"/>
                <a:ea typeface="黑体" panose="02010609060101010101" pitchFamily="49" charset="-122"/>
              </a:rPr>
              <a:t>10.7  </a:t>
            </a:r>
            <a:r>
              <a:rPr lang="zh-CN" altLang="en-US" sz="3600">
                <a:solidFill>
                  <a:srgbClr val="FFFFFF"/>
                </a:solidFill>
                <a:latin typeface="Times New Roman" panose="02020603050405020304" pitchFamily="18" charset="0"/>
                <a:ea typeface="黑体" panose="02010609060101010101" pitchFamily="49" charset="-122"/>
              </a:rPr>
              <a:t>专家系统的建立</a:t>
            </a:r>
            <a:endParaRPr lang="zh-CN" altLang="en-US" sz="3600">
              <a:solidFill>
                <a:srgbClr val="FFFFFF"/>
              </a:solidFill>
              <a:latin typeface="Times New Roman" panose="02020603050405020304" pitchFamily="18" charset="0"/>
              <a:ea typeface="黑体" panose="02010609060101010101" pitchFamily="49" charset="-122"/>
            </a:endParaRPr>
          </a:p>
        </p:txBody>
      </p:sp>
    </p:spTree>
  </p:cSld>
  <p:clrMapOvr>
    <a:masterClrMapping/>
  </p:clrMapOvr>
  <p:transition>
    <p:random/>
  </p:transition>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E65CFA27-6813-4096-A913-8869C965BDBA}" type="slidenum">
              <a:rPr lang="ja-JP" altLang="en-US">
                <a:latin typeface="Arial" panose="020B0604020202020204"/>
              </a:rPr>
            </a:fld>
            <a:endParaRPr lang="en-US" altLang="ja-JP">
              <a:latin typeface="Arial" panose="020B0604020202020204"/>
            </a:endParaRPr>
          </a:p>
        </p:txBody>
      </p:sp>
      <p:sp>
        <p:nvSpPr>
          <p:cNvPr id="456707"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rPr>
              <a:t>10.7.2  </a:t>
            </a:r>
            <a:r>
              <a:rPr lang="zh-CN" altLang="en-US" sz="4200" b="0">
                <a:latin typeface="Times New Roman" panose="02020603050405020304" pitchFamily="18" charset="0"/>
                <a:ea typeface="黑体" panose="02010609060101010101" pitchFamily="49" charset="-122"/>
              </a:rPr>
              <a:t>专家系统的设计原则与开发步骤</a:t>
            </a:r>
            <a:endParaRPr lang="zh-CN" altLang="en-US" sz="4200" b="0">
              <a:latin typeface="Times New Roman" panose="02020603050405020304" pitchFamily="18" charset="0"/>
              <a:ea typeface="黑体" panose="02010609060101010101" pitchFamily="49" charset="-122"/>
            </a:endParaRPr>
          </a:p>
        </p:txBody>
      </p:sp>
      <p:sp>
        <p:nvSpPr>
          <p:cNvPr id="456708" name="Rectangle 3"/>
          <p:cNvSpPr>
            <a:spLocks noGrp="1" noChangeArrowheads="1"/>
          </p:cNvSpPr>
          <p:nvPr>
            <p:ph type="body" idx="1"/>
          </p:nvPr>
        </p:nvSpPr>
        <p:spPr>
          <a:xfrm>
            <a:off x="1873250" y="914400"/>
            <a:ext cx="8642350" cy="685800"/>
          </a:xfrm>
        </p:spPr>
        <p:txBody>
          <a:bodyPr/>
          <a:lstStyle/>
          <a:p>
            <a:pPr eaLnBrk="1" hangingPunct="1">
              <a:buFont typeface="Wingdings" panose="05000000000000000000" pitchFamily="2" charset="2"/>
              <a:buNone/>
            </a:pPr>
            <a:r>
              <a:rPr lang="en-US" altLang="zh-CN" b="1">
                <a:latin typeface="Times New Roman" panose="02020603050405020304" pitchFamily="18" charset="0"/>
              </a:rPr>
              <a:t> 1. </a:t>
            </a:r>
            <a:r>
              <a:rPr lang="zh-CN" altLang="en-US" b="1">
                <a:latin typeface="Times New Roman" panose="02020603050405020304" pitchFamily="18" charset="0"/>
              </a:rPr>
              <a:t>专家系统的设计原则</a:t>
            </a:r>
            <a:endParaRPr lang="zh-CN" altLang="en-US" b="1">
              <a:latin typeface="Times New Roman" panose="02020603050405020304" pitchFamily="18" charset="0"/>
            </a:endParaRPr>
          </a:p>
          <a:p>
            <a:pPr eaLnBrk="1" hangingPunct="1">
              <a:buFont typeface="Wingdings" panose="05000000000000000000" pitchFamily="2" charset="2"/>
              <a:buNone/>
            </a:pPr>
            <a:endParaRPr lang="en-US" altLang="zh-CN">
              <a:latin typeface="Times New Roman" panose="02020603050405020304" pitchFamily="18" charset="0"/>
            </a:endParaRPr>
          </a:p>
        </p:txBody>
      </p:sp>
      <p:sp>
        <p:nvSpPr>
          <p:cNvPr id="612356" name="Rectangle 4"/>
          <p:cNvSpPr>
            <a:spLocks noChangeArrowheads="1"/>
          </p:cNvSpPr>
          <p:nvPr/>
        </p:nvSpPr>
        <p:spPr bwMode="auto">
          <a:xfrm>
            <a:off x="1927226" y="1676400"/>
            <a:ext cx="8359775" cy="4114800"/>
          </a:xfrm>
          <a:prstGeom prst="rect">
            <a:avLst/>
          </a:prstGeom>
          <a:gradFill rotWithShape="1">
            <a:gsLst>
              <a:gs pos="0">
                <a:srgbClr val="00FFFF"/>
              </a:gs>
              <a:gs pos="100000">
                <a:schemeClr val="bg1"/>
              </a:gs>
            </a:gsLst>
            <a:path path="rect">
              <a:fillToRect l="100000" t="10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908050" indent="-43688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304925" indent="-395605">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9418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94230" indent="-398780">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Aft>
                <a:spcPct val="0"/>
              </a:spcAft>
              <a:buClr>
                <a:srgbClr val="CC0000"/>
              </a:buClr>
              <a:buNone/>
            </a:pPr>
            <a:r>
              <a:rPr lang="zh-CN" altLang="en-US" sz="2700" b="1">
                <a:solidFill>
                  <a:srgbClr val="000000"/>
                </a:solidFill>
                <a:latin typeface="Times New Roman" panose="02020603050405020304" pitchFamily="18" charset="0"/>
              </a:rPr>
              <a:t>（</a:t>
            </a:r>
            <a:r>
              <a:rPr lang="en-US" altLang="zh-CN" sz="2700" b="1">
                <a:solidFill>
                  <a:srgbClr val="000000"/>
                </a:solidFill>
                <a:latin typeface="Times New Roman" panose="02020603050405020304" pitchFamily="18" charset="0"/>
              </a:rPr>
              <a:t>1</a:t>
            </a:r>
            <a:r>
              <a:rPr lang="zh-CN" altLang="en-US" sz="2700" b="1">
                <a:solidFill>
                  <a:srgbClr val="000000"/>
                </a:solidFill>
                <a:latin typeface="Times New Roman" panose="02020603050405020304" pitchFamily="18" charset="0"/>
              </a:rPr>
              <a:t>）专门的任务</a:t>
            </a:r>
            <a:endParaRPr lang="zh-CN" altLang="en-US" sz="2700" b="1">
              <a:solidFill>
                <a:srgbClr val="000000"/>
              </a:solidFill>
              <a:latin typeface="Times New Roman" panose="02020603050405020304" pitchFamily="18" charset="0"/>
            </a:endParaRPr>
          </a:p>
          <a:p>
            <a:pPr fontAlgn="base">
              <a:spcAft>
                <a:spcPct val="0"/>
              </a:spcAft>
              <a:buClr>
                <a:srgbClr val="CC0000"/>
              </a:buClr>
              <a:buNone/>
            </a:pPr>
            <a:r>
              <a:rPr lang="zh-CN" altLang="en-US" sz="2700" b="1">
                <a:solidFill>
                  <a:srgbClr val="000000"/>
                </a:solidFill>
                <a:latin typeface="Times New Roman" panose="02020603050405020304" pitchFamily="18" charset="0"/>
              </a:rPr>
              <a:t>（</a:t>
            </a:r>
            <a:r>
              <a:rPr lang="en-US" altLang="zh-CN" sz="2700" b="1">
                <a:solidFill>
                  <a:srgbClr val="000000"/>
                </a:solidFill>
                <a:latin typeface="Times New Roman" panose="02020603050405020304" pitchFamily="18" charset="0"/>
                <a:cs typeface="Times New Roman" panose="02020603050405020304" pitchFamily="18" charset="0"/>
              </a:rPr>
              <a:t>2</a:t>
            </a:r>
            <a:r>
              <a:rPr lang="zh-CN" altLang="en-US" sz="2700" b="1">
                <a:solidFill>
                  <a:srgbClr val="000000"/>
                </a:solidFill>
                <a:latin typeface="Times New Roman" panose="02020603050405020304" pitchFamily="18" charset="0"/>
              </a:rPr>
              <a:t>）专家合作 </a:t>
            </a:r>
            <a:endParaRPr lang="zh-CN" altLang="en-US" sz="2700" b="1">
              <a:solidFill>
                <a:srgbClr val="000000"/>
              </a:solidFill>
              <a:latin typeface="Times New Roman" panose="02020603050405020304" pitchFamily="18" charset="0"/>
            </a:endParaRPr>
          </a:p>
          <a:p>
            <a:pPr fontAlgn="base">
              <a:spcAft>
                <a:spcPct val="0"/>
              </a:spcAft>
              <a:buClr>
                <a:srgbClr val="CC0000"/>
              </a:buClr>
              <a:buNone/>
            </a:pPr>
            <a:r>
              <a:rPr lang="zh-CN" altLang="en-US" sz="2700" b="1">
                <a:solidFill>
                  <a:srgbClr val="000000"/>
                </a:solidFill>
                <a:latin typeface="Times New Roman" panose="02020603050405020304" pitchFamily="18" charset="0"/>
              </a:rPr>
              <a:t>（</a:t>
            </a:r>
            <a:r>
              <a:rPr lang="en-US" altLang="zh-CN" sz="2700" b="1">
                <a:solidFill>
                  <a:srgbClr val="000000"/>
                </a:solidFill>
                <a:latin typeface="Times New Roman" panose="02020603050405020304" pitchFamily="18" charset="0"/>
                <a:cs typeface="Times New Roman" panose="02020603050405020304" pitchFamily="18" charset="0"/>
              </a:rPr>
              <a:t>3</a:t>
            </a:r>
            <a:r>
              <a:rPr lang="zh-CN" altLang="en-US" sz="2700" b="1">
                <a:solidFill>
                  <a:srgbClr val="000000"/>
                </a:solidFill>
                <a:latin typeface="Times New Roman" panose="02020603050405020304" pitchFamily="18" charset="0"/>
              </a:rPr>
              <a:t>）原型设计 </a:t>
            </a:r>
            <a:endParaRPr lang="zh-CN" altLang="en-US" sz="2700" b="1">
              <a:solidFill>
                <a:srgbClr val="000000"/>
              </a:solidFill>
              <a:latin typeface="Times New Roman" panose="02020603050405020304" pitchFamily="18" charset="0"/>
            </a:endParaRPr>
          </a:p>
          <a:p>
            <a:pPr fontAlgn="base">
              <a:spcAft>
                <a:spcPct val="0"/>
              </a:spcAft>
              <a:buClr>
                <a:srgbClr val="CC0000"/>
              </a:buClr>
              <a:buNone/>
            </a:pPr>
            <a:r>
              <a:rPr lang="zh-CN" altLang="en-US" sz="2700" b="1">
                <a:solidFill>
                  <a:srgbClr val="000000"/>
                </a:solidFill>
                <a:latin typeface="Times New Roman" panose="02020603050405020304" pitchFamily="18" charset="0"/>
              </a:rPr>
              <a:t>（</a:t>
            </a:r>
            <a:r>
              <a:rPr lang="en-US" altLang="zh-CN" sz="2700" b="1">
                <a:solidFill>
                  <a:srgbClr val="000000"/>
                </a:solidFill>
                <a:latin typeface="Times New Roman" panose="02020603050405020304" pitchFamily="18" charset="0"/>
                <a:cs typeface="Times New Roman" panose="02020603050405020304" pitchFamily="18" charset="0"/>
              </a:rPr>
              <a:t>4</a:t>
            </a:r>
            <a:r>
              <a:rPr lang="zh-CN" altLang="en-US" sz="2700" b="1">
                <a:solidFill>
                  <a:srgbClr val="000000"/>
                </a:solidFill>
                <a:latin typeface="Times New Roman" panose="02020603050405020304" pitchFamily="18" charset="0"/>
              </a:rPr>
              <a:t>）用户参与 </a:t>
            </a:r>
            <a:endParaRPr lang="zh-CN" altLang="en-US" sz="2700" b="1">
              <a:solidFill>
                <a:srgbClr val="000000"/>
              </a:solidFill>
              <a:latin typeface="Times New Roman" panose="02020603050405020304" pitchFamily="18" charset="0"/>
            </a:endParaRPr>
          </a:p>
          <a:p>
            <a:pPr fontAlgn="base">
              <a:spcAft>
                <a:spcPct val="0"/>
              </a:spcAft>
              <a:buClr>
                <a:srgbClr val="CC0000"/>
              </a:buClr>
              <a:buNone/>
            </a:pPr>
            <a:r>
              <a:rPr lang="zh-CN" altLang="en-US" sz="2700" b="1">
                <a:solidFill>
                  <a:srgbClr val="000000"/>
                </a:solidFill>
                <a:latin typeface="Times New Roman" panose="02020603050405020304" pitchFamily="18" charset="0"/>
              </a:rPr>
              <a:t>（</a:t>
            </a:r>
            <a:r>
              <a:rPr lang="en-US" altLang="zh-CN" sz="2700" b="1">
                <a:solidFill>
                  <a:srgbClr val="000000"/>
                </a:solidFill>
                <a:latin typeface="Times New Roman" panose="02020603050405020304" pitchFamily="18" charset="0"/>
                <a:cs typeface="Times New Roman" panose="02020603050405020304" pitchFamily="18" charset="0"/>
              </a:rPr>
              <a:t>5</a:t>
            </a:r>
            <a:r>
              <a:rPr lang="zh-CN" altLang="en-US" sz="2700" b="1">
                <a:solidFill>
                  <a:srgbClr val="000000"/>
                </a:solidFill>
                <a:latin typeface="Times New Roman" panose="02020603050405020304" pitchFamily="18" charset="0"/>
              </a:rPr>
              <a:t>）辅助工具 </a:t>
            </a:r>
            <a:endParaRPr lang="zh-CN" altLang="en-US" sz="2700" b="1">
              <a:solidFill>
                <a:srgbClr val="000000"/>
              </a:solidFill>
              <a:latin typeface="Times New Roman" panose="02020603050405020304" pitchFamily="18" charset="0"/>
            </a:endParaRPr>
          </a:p>
          <a:p>
            <a:pPr fontAlgn="base">
              <a:spcAft>
                <a:spcPct val="0"/>
              </a:spcAft>
              <a:buClr>
                <a:srgbClr val="CC0000"/>
              </a:buClr>
              <a:buNone/>
            </a:pPr>
            <a:r>
              <a:rPr lang="zh-CN" altLang="en-US" sz="2700" b="1">
                <a:solidFill>
                  <a:srgbClr val="000000"/>
                </a:solidFill>
                <a:latin typeface="Times New Roman" panose="02020603050405020304" pitchFamily="18" charset="0"/>
              </a:rPr>
              <a:t>（</a:t>
            </a:r>
            <a:r>
              <a:rPr lang="en-US" altLang="zh-CN" sz="2700" b="1">
                <a:solidFill>
                  <a:srgbClr val="000000"/>
                </a:solidFill>
                <a:latin typeface="Times New Roman" panose="02020603050405020304" pitchFamily="18" charset="0"/>
                <a:cs typeface="Times New Roman" panose="02020603050405020304" pitchFamily="18" charset="0"/>
              </a:rPr>
              <a:t>6</a:t>
            </a:r>
            <a:r>
              <a:rPr lang="zh-CN" altLang="en-US" sz="2700" b="1">
                <a:solidFill>
                  <a:srgbClr val="000000"/>
                </a:solidFill>
                <a:latin typeface="Times New Roman" panose="02020603050405020304" pitchFamily="18" charset="0"/>
              </a:rPr>
              <a:t>）知识库与推理机分离</a:t>
            </a:r>
            <a:r>
              <a:rPr lang="zh-CN" altLang="en-US">
                <a:solidFill>
                  <a:srgbClr val="000000"/>
                </a:solidFill>
                <a:latin typeface="Times New Roman" panose="02020603050405020304" pitchFamily="18" charset="0"/>
              </a:rPr>
              <a:t> </a:t>
            </a:r>
            <a:endParaRPr lang="zh-CN" altLang="en-US">
              <a:solidFill>
                <a:srgbClr val="000000"/>
              </a:solidFill>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12356">
                                            <p:txEl>
                                              <p:pRg st="0" end="0"/>
                                            </p:txEl>
                                          </p:spTgt>
                                        </p:tgtEl>
                                        <p:attrNameLst>
                                          <p:attrName>style.visibility</p:attrName>
                                        </p:attrNameLst>
                                      </p:cBhvr>
                                      <p:to>
                                        <p:strVal val="visible"/>
                                      </p:to>
                                    </p:set>
                                    <p:anim calcmode="lin" valueType="num">
                                      <p:cBhvr additive="base">
                                        <p:cTn id="7" dur="500" fill="hold"/>
                                        <p:tgtEl>
                                          <p:spTgt spid="61235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1235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12356">
                                            <p:txEl>
                                              <p:pRg st="1" end="1"/>
                                            </p:txEl>
                                          </p:spTgt>
                                        </p:tgtEl>
                                        <p:attrNameLst>
                                          <p:attrName>style.visibility</p:attrName>
                                        </p:attrNameLst>
                                      </p:cBhvr>
                                      <p:to>
                                        <p:strVal val="visible"/>
                                      </p:to>
                                    </p:set>
                                    <p:anim calcmode="lin" valueType="num">
                                      <p:cBhvr additive="base">
                                        <p:cTn id="13" dur="500" fill="hold"/>
                                        <p:tgtEl>
                                          <p:spTgt spid="61235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1235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12356">
                                            <p:txEl>
                                              <p:pRg st="2" end="2"/>
                                            </p:txEl>
                                          </p:spTgt>
                                        </p:tgtEl>
                                        <p:attrNameLst>
                                          <p:attrName>style.visibility</p:attrName>
                                        </p:attrNameLst>
                                      </p:cBhvr>
                                      <p:to>
                                        <p:strVal val="visible"/>
                                      </p:to>
                                    </p:set>
                                    <p:anim calcmode="lin" valueType="num">
                                      <p:cBhvr additive="base">
                                        <p:cTn id="19" dur="500" fill="hold"/>
                                        <p:tgtEl>
                                          <p:spTgt spid="612356">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1235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12356">
                                            <p:txEl>
                                              <p:pRg st="3" end="3"/>
                                            </p:txEl>
                                          </p:spTgt>
                                        </p:tgtEl>
                                        <p:attrNameLst>
                                          <p:attrName>style.visibility</p:attrName>
                                        </p:attrNameLst>
                                      </p:cBhvr>
                                      <p:to>
                                        <p:strVal val="visible"/>
                                      </p:to>
                                    </p:set>
                                    <p:anim calcmode="lin" valueType="num">
                                      <p:cBhvr additive="base">
                                        <p:cTn id="25" dur="500" fill="hold"/>
                                        <p:tgtEl>
                                          <p:spTgt spid="612356">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1235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12356">
                                            <p:txEl>
                                              <p:pRg st="4" end="4"/>
                                            </p:txEl>
                                          </p:spTgt>
                                        </p:tgtEl>
                                        <p:attrNameLst>
                                          <p:attrName>style.visibility</p:attrName>
                                        </p:attrNameLst>
                                      </p:cBhvr>
                                      <p:to>
                                        <p:strVal val="visible"/>
                                      </p:to>
                                    </p:set>
                                    <p:anim calcmode="lin" valueType="num">
                                      <p:cBhvr additive="base">
                                        <p:cTn id="31" dur="500" fill="hold"/>
                                        <p:tgtEl>
                                          <p:spTgt spid="612356">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12356">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612356">
                                            <p:txEl>
                                              <p:pRg st="5" end="5"/>
                                            </p:txEl>
                                          </p:spTgt>
                                        </p:tgtEl>
                                        <p:attrNameLst>
                                          <p:attrName>style.visibility</p:attrName>
                                        </p:attrNameLst>
                                      </p:cBhvr>
                                      <p:to>
                                        <p:strVal val="visible"/>
                                      </p:to>
                                    </p:set>
                                    <p:anim calcmode="lin" valueType="num">
                                      <p:cBhvr additive="base">
                                        <p:cTn id="37" dur="500" fill="hold"/>
                                        <p:tgtEl>
                                          <p:spTgt spid="612356">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612356">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2356" grpId="0" autoUpdateAnimBg="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C80E3023-A331-4022-B5B5-2DF34492884D}" type="slidenum">
              <a:rPr lang="ja-JP" altLang="en-US">
                <a:latin typeface="Arial" panose="020B0604020202020204"/>
              </a:rPr>
            </a:fld>
            <a:endParaRPr lang="en-US" altLang="ja-JP">
              <a:latin typeface="Arial" panose="020B0604020202020204"/>
            </a:endParaRPr>
          </a:p>
        </p:txBody>
      </p:sp>
      <p:sp>
        <p:nvSpPr>
          <p:cNvPr id="457731"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rPr>
              <a:t>10.7.2  </a:t>
            </a:r>
            <a:r>
              <a:rPr lang="zh-CN" altLang="en-US" sz="4200" b="0">
                <a:latin typeface="Times New Roman" panose="02020603050405020304" pitchFamily="18" charset="0"/>
                <a:ea typeface="黑体" panose="02010609060101010101" pitchFamily="49" charset="-122"/>
              </a:rPr>
              <a:t>专家系统的设计原则与开发步骤</a:t>
            </a:r>
            <a:endParaRPr lang="zh-CN" altLang="en-US" sz="4200" b="0">
              <a:latin typeface="Times New Roman" panose="02020603050405020304" pitchFamily="18" charset="0"/>
              <a:ea typeface="黑体" panose="02010609060101010101" pitchFamily="49" charset="-122"/>
            </a:endParaRPr>
          </a:p>
        </p:txBody>
      </p:sp>
      <p:sp>
        <p:nvSpPr>
          <p:cNvPr id="457732"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b="1">
                <a:latin typeface="Times New Roman" panose="02020603050405020304" pitchFamily="18" charset="0"/>
              </a:rPr>
              <a:t>2. </a:t>
            </a:r>
            <a:r>
              <a:rPr lang="zh-CN" altLang="en-US" b="1">
                <a:latin typeface="Times New Roman" panose="02020603050405020304" pitchFamily="18" charset="0"/>
              </a:rPr>
              <a:t>专家系统的开发步骤</a:t>
            </a:r>
            <a:endParaRPr lang="zh-CN" altLang="en-US" b="1">
              <a:latin typeface="Times New Roman" panose="02020603050405020304" pitchFamily="18" charset="0"/>
            </a:endParaRPr>
          </a:p>
        </p:txBody>
      </p:sp>
      <p:pic>
        <p:nvPicPr>
          <p:cNvPr id="457733"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57351" y="1743076"/>
            <a:ext cx="8875713" cy="420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AEBE0E92-CD4E-400E-A560-60E47E165692}" type="slidenum">
              <a:rPr lang="ja-JP" altLang="en-US">
                <a:latin typeface="Arial" panose="020B0604020202020204"/>
              </a:rPr>
            </a:fld>
            <a:endParaRPr lang="en-US" altLang="ja-JP">
              <a:latin typeface="Arial" panose="020B0604020202020204"/>
            </a:endParaRPr>
          </a:p>
        </p:txBody>
      </p:sp>
      <p:sp>
        <p:nvSpPr>
          <p:cNvPr id="458755" name="Rectangle 2"/>
          <p:cNvSpPr>
            <a:spLocks noGrp="1" noChangeArrowheads="1"/>
          </p:cNvSpPr>
          <p:nvPr>
            <p:ph type="title"/>
          </p:nvPr>
        </p:nvSpPr>
        <p:spPr/>
        <p:txBody>
          <a:bodyPr/>
          <a:lstStyle/>
          <a:p>
            <a:pPr eaLnBrk="1" hangingPunct="1"/>
            <a:endParaRPr lang="zh-CN" altLang="zh-CN">
              <a:latin typeface="Times New Roman" panose="02020603050405020304" pitchFamily="18" charset="0"/>
            </a:endParaRPr>
          </a:p>
        </p:txBody>
      </p:sp>
      <p:sp>
        <p:nvSpPr>
          <p:cNvPr id="458756" name="Rectangle 3"/>
          <p:cNvSpPr>
            <a:spLocks noGrp="1" noChangeArrowheads="1"/>
          </p:cNvSpPr>
          <p:nvPr>
            <p:ph type="body" idx="1"/>
          </p:nvPr>
        </p:nvSpPr>
        <p:spPr>
          <a:xfrm>
            <a:off x="2025650" y="1143001"/>
            <a:ext cx="8642350" cy="5400675"/>
          </a:xfrm>
        </p:spPr>
        <p:txBody>
          <a:bodyPr/>
          <a:lstStyle/>
          <a:p>
            <a:pPr eaLnBrk="1" hangingPunct="1">
              <a:spcBef>
                <a:spcPct val="30000"/>
              </a:spcBef>
              <a:buSzPct val="60000"/>
              <a:buFont typeface="Wingdings" panose="05000000000000000000" pitchFamily="2" charset="2"/>
              <a:buBlip>
                <a:blip r:embed="rId1"/>
              </a:buBlip>
            </a:pPr>
            <a:r>
              <a:rPr lang="en-US" altLang="zh-CN" b="1">
                <a:latin typeface="Times New Roman" panose="02020603050405020304" pitchFamily="18" charset="0"/>
              </a:rPr>
              <a:t>10.7.1 </a:t>
            </a:r>
            <a:r>
              <a:rPr lang="zh-CN" altLang="en-US" b="1">
                <a:latin typeface="Times New Roman" panose="02020603050405020304" pitchFamily="18" charset="0"/>
              </a:rPr>
              <a:t>适合于专家系统求解的问题</a:t>
            </a:r>
            <a:endParaRPr lang="zh-CN" altLang="en-US" b="1">
              <a:latin typeface="Times New Roman" panose="02020603050405020304" pitchFamily="18" charset="0"/>
            </a:endParaRPr>
          </a:p>
          <a:p>
            <a:pPr eaLnBrk="1" hangingPunct="1">
              <a:spcBef>
                <a:spcPct val="30000"/>
              </a:spcBef>
              <a:buSzPct val="60000"/>
              <a:buFont typeface="Wingdings" panose="05000000000000000000" pitchFamily="2" charset="2"/>
              <a:buBlip>
                <a:blip r:embed="rId1"/>
              </a:buBlip>
            </a:pPr>
            <a:r>
              <a:rPr lang="en-US" altLang="zh-CN" b="1">
                <a:latin typeface="Times New Roman" panose="02020603050405020304" pitchFamily="18" charset="0"/>
              </a:rPr>
              <a:t>10.7.2 </a:t>
            </a:r>
            <a:r>
              <a:rPr lang="zh-CN" altLang="en-US" b="1">
                <a:latin typeface="Times New Roman" panose="02020603050405020304" pitchFamily="18" charset="0"/>
              </a:rPr>
              <a:t>专家系统的设计原则与开发步骤</a:t>
            </a:r>
            <a:endParaRPr lang="zh-CN" altLang="en-US" b="1">
              <a:latin typeface="Times New Roman" panose="02020603050405020304" pitchFamily="18" charset="0"/>
            </a:endParaRPr>
          </a:p>
          <a:p>
            <a:pPr eaLnBrk="1" hangingPunct="1">
              <a:spcBef>
                <a:spcPct val="30000"/>
              </a:spcBef>
              <a:buSzPct val="60000"/>
              <a:buFont typeface="Wingdings" panose="05000000000000000000" pitchFamily="2" charset="2"/>
              <a:buBlip>
                <a:blip r:embed="rId1"/>
              </a:buBlip>
            </a:pPr>
            <a:r>
              <a:rPr lang="en-US" altLang="zh-CN" b="1">
                <a:solidFill>
                  <a:srgbClr val="0000FF"/>
                </a:solidFill>
                <a:latin typeface="Times New Roman" panose="02020603050405020304" pitchFamily="18" charset="0"/>
              </a:rPr>
              <a:t>10.7.3 </a:t>
            </a:r>
            <a:r>
              <a:rPr lang="zh-CN" altLang="en-US" b="1">
                <a:solidFill>
                  <a:srgbClr val="0000FF"/>
                </a:solidFill>
                <a:latin typeface="Times New Roman" panose="02020603050405020304" pitchFamily="18" charset="0"/>
              </a:rPr>
              <a:t>专家系统的评价</a:t>
            </a:r>
            <a:endParaRPr lang="zh-CN" altLang="en-US" b="1">
              <a:solidFill>
                <a:srgbClr val="0000FF"/>
              </a:solidFill>
              <a:latin typeface="Times New Roman" panose="02020603050405020304" pitchFamily="18" charset="0"/>
            </a:endParaRPr>
          </a:p>
        </p:txBody>
      </p:sp>
      <p:sp>
        <p:nvSpPr>
          <p:cNvPr id="458757" name="Rectangle 4"/>
          <p:cNvSpPr>
            <a:spLocks noChangeArrowheads="1"/>
          </p:cNvSpPr>
          <p:nvPr/>
        </p:nvSpPr>
        <p:spPr bwMode="auto">
          <a:xfrm>
            <a:off x="1524000" y="1"/>
            <a:ext cx="9144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530">
              <a:defRPr>
                <a:solidFill>
                  <a:schemeClr val="tx1"/>
                </a:solidFill>
                <a:latin typeface="Verdana" panose="020B0604030504040204" pitchFamily="34" charset="0"/>
                <a:ea typeface="宋体" panose="02010600030101010101" pitchFamily="2" charset="-122"/>
              </a:defRPr>
            </a:lvl1pPr>
            <a:lvl2pPr indent="176530">
              <a:defRPr>
                <a:solidFill>
                  <a:schemeClr val="tx1"/>
                </a:solidFill>
                <a:latin typeface="Verdana" panose="020B0604030504040204" pitchFamily="34" charset="0"/>
                <a:ea typeface="宋体" panose="02010600030101010101" pitchFamily="2" charset="-122"/>
              </a:defRPr>
            </a:lvl2pPr>
            <a:lvl3pPr indent="176530">
              <a:defRPr>
                <a:solidFill>
                  <a:schemeClr val="tx1"/>
                </a:solidFill>
                <a:latin typeface="Verdana" panose="020B0604030504040204" pitchFamily="34" charset="0"/>
                <a:ea typeface="宋体" panose="02010600030101010101" pitchFamily="2" charset="-122"/>
              </a:defRPr>
            </a:lvl3pPr>
            <a:lvl4pPr indent="176530">
              <a:defRPr>
                <a:solidFill>
                  <a:schemeClr val="tx1"/>
                </a:solidFill>
                <a:latin typeface="Verdana" panose="020B0604030504040204" pitchFamily="34" charset="0"/>
                <a:ea typeface="宋体" panose="02010600030101010101" pitchFamily="2" charset="-122"/>
              </a:defRPr>
            </a:lvl4pPr>
            <a:lvl5pPr indent="176530">
              <a:defRPr>
                <a:solidFill>
                  <a:schemeClr val="tx1"/>
                </a:solidFill>
                <a:latin typeface="Verdana" panose="020B0604030504040204" pitchFamily="34" charset="0"/>
                <a:ea typeface="宋体" panose="02010600030101010101" pitchFamily="2" charset="-122"/>
              </a:defRPr>
            </a:lvl5pPr>
            <a:lvl6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600">
                <a:solidFill>
                  <a:srgbClr val="FFFFFF"/>
                </a:solidFill>
                <a:latin typeface="Times New Roman" panose="02020603050405020304" pitchFamily="18" charset="0"/>
                <a:ea typeface="黑体" panose="02010609060101010101" pitchFamily="49" charset="-122"/>
              </a:rPr>
              <a:t>10.7  </a:t>
            </a:r>
            <a:r>
              <a:rPr lang="zh-CN" altLang="en-US" sz="3600">
                <a:solidFill>
                  <a:srgbClr val="FFFFFF"/>
                </a:solidFill>
                <a:latin typeface="Times New Roman" panose="02020603050405020304" pitchFamily="18" charset="0"/>
                <a:ea typeface="黑体" panose="02010609060101010101" pitchFamily="49" charset="-122"/>
              </a:rPr>
              <a:t>专家系统的建立</a:t>
            </a:r>
            <a:endParaRPr lang="zh-CN" altLang="en-US" sz="3600">
              <a:solidFill>
                <a:srgbClr val="FFFFFF"/>
              </a:solidFill>
              <a:latin typeface="Times New Roman" panose="02020603050405020304" pitchFamily="18" charset="0"/>
              <a:ea typeface="黑体" panose="02010609060101010101" pitchFamily="49" charset="-122"/>
            </a:endParaRPr>
          </a:p>
        </p:txBody>
      </p:sp>
    </p:spTree>
  </p:cSld>
  <p:clrMapOvr>
    <a:masterClrMapping/>
  </p:clrMapOvr>
  <p:transition>
    <p:rand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0"/>
          </p:nvPr>
        </p:nvSpPr>
        <p:spPr/>
        <p:txBody>
          <a:bodyPr/>
          <a:lstStyle/>
          <a:p>
            <a:pPr fontAlgn="base">
              <a:spcBef>
                <a:spcPct val="0"/>
              </a:spcBef>
              <a:spcAft>
                <a:spcPct val="0"/>
              </a:spcAft>
              <a:defRPr/>
            </a:pPr>
            <a:fld id="{9C12F402-A9C4-4BBB-98C5-E263502AF52A}" type="slidenum">
              <a:rPr lang="ja-JP" altLang="en-US">
                <a:latin typeface="Arial" panose="020B0604020202020204"/>
              </a:rPr>
            </a:fld>
            <a:endParaRPr lang="en-US" altLang="ja-JP">
              <a:latin typeface="Arial" panose="020B0604020202020204"/>
            </a:endParaRPr>
          </a:p>
        </p:txBody>
      </p:sp>
      <p:sp>
        <p:nvSpPr>
          <p:cNvPr id="459779"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rPr>
              <a:t>10.7.3  </a:t>
            </a:r>
            <a:r>
              <a:rPr lang="zh-CN" altLang="en-US" sz="4200" b="0">
                <a:latin typeface="Times New Roman" panose="02020603050405020304" pitchFamily="18" charset="0"/>
                <a:ea typeface="黑体" panose="02010609060101010101" pitchFamily="49" charset="-122"/>
              </a:rPr>
              <a:t>专家系统的评价</a:t>
            </a:r>
            <a:endParaRPr lang="zh-CN" altLang="en-US" sz="4200" b="0">
              <a:latin typeface="Times New Roman" panose="02020603050405020304" pitchFamily="18" charset="0"/>
              <a:ea typeface="黑体" panose="02010609060101010101" pitchFamily="49" charset="-122"/>
            </a:endParaRPr>
          </a:p>
        </p:txBody>
      </p:sp>
      <p:sp>
        <p:nvSpPr>
          <p:cNvPr id="459780" name="Rectangle 3"/>
          <p:cNvSpPr>
            <a:spLocks noGrp="1" noChangeArrowheads="1"/>
          </p:cNvSpPr>
          <p:nvPr>
            <p:ph type="body" idx="1"/>
          </p:nvPr>
        </p:nvSpPr>
        <p:spPr>
          <a:xfrm>
            <a:off x="2025650" y="914401"/>
            <a:ext cx="8642350" cy="5400675"/>
          </a:xfrm>
        </p:spPr>
        <p:txBody>
          <a:bodyPr/>
          <a:lstStyle/>
          <a:p>
            <a:pPr eaLnBrk="1" hangingPunct="1">
              <a:buFont typeface="Wingdings" panose="05000000000000000000" pitchFamily="2" charset="2"/>
              <a:buNone/>
            </a:pPr>
            <a:r>
              <a:rPr lang="en-US" altLang="zh-CN" b="1">
                <a:solidFill>
                  <a:srgbClr val="000000"/>
                </a:solidFill>
                <a:latin typeface="Times New Roman" panose="02020603050405020304" pitchFamily="18" charset="0"/>
              </a:rPr>
              <a:t>1.  </a:t>
            </a:r>
            <a:r>
              <a:rPr lang="zh-CN" altLang="en-US" b="1">
                <a:solidFill>
                  <a:srgbClr val="000000"/>
                </a:solidFill>
                <a:latin typeface="Times New Roman" panose="02020603050405020304" pitchFamily="18" charset="0"/>
              </a:rPr>
              <a:t>正确性</a:t>
            </a:r>
            <a:r>
              <a:rPr lang="zh-CN" altLang="en-US">
                <a:latin typeface="Times New Roman" panose="02020603050405020304" pitchFamily="18" charset="0"/>
              </a:rPr>
              <a:t> </a:t>
            </a:r>
            <a:endParaRPr lang="zh-CN" altLang="en-US">
              <a:latin typeface="Times New Roman" panose="02020603050405020304" pitchFamily="18" charset="0"/>
            </a:endParaRPr>
          </a:p>
        </p:txBody>
      </p:sp>
      <p:sp>
        <p:nvSpPr>
          <p:cNvPr id="615428" name="Text Box 4"/>
          <p:cNvSpPr txBox="1">
            <a:spLocks noChangeArrowheads="1"/>
          </p:cNvSpPr>
          <p:nvPr/>
        </p:nvSpPr>
        <p:spPr bwMode="auto">
          <a:xfrm>
            <a:off x="2133600" y="1627188"/>
            <a:ext cx="7924800" cy="2182812"/>
          </a:xfrm>
          <a:prstGeom prst="rect">
            <a:avLst/>
          </a:prstGeom>
          <a:gradFill rotWithShape="0">
            <a:gsLst>
              <a:gs pos="0">
                <a:srgbClr val="99CCFF"/>
              </a:gs>
              <a:gs pos="100000">
                <a:schemeClr val="bg1"/>
              </a:gs>
            </a:gsLst>
            <a:path path="rect">
              <a:fillToRect l="100000" b="10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lnSpc>
                <a:spcPct val="120000"/>
              </a:lnSpc>
              <a:spcBef>
                <a:spcPct val="30000"/>
              </a:spcBef>
              <a:spcAft>
                <a:spcPct val="0"/>
              </a:spcAft>
              <a:buClr>
                <a:srgbClr val="CC0000"/>
              </a:buClr>
              <a:buFont typeface="Wingdings" panose="05000000000000000000" pitchFamily="2" charset="2"/>
              <a:buChar char="§"/>
            </a:pPr>
            <a:r>
              <a:rPr lang="en-US" altLang="zh-CN" sz="2400" b="1">
                <a:solidFill>
                  <a:srgbClr val="000000"/>
                </a:solidFill>
                <a:latin typeface="Times New Roman" panose="02020603050405020304" pitchFamily="18" charset="0"/>
                <a:cs typeface="Times New Roman" panose="02020603050405020304" pitchFamily="18" charset="0"/>
              </a:rPr>
              <a:t>  </a:t>
            </a:r>
            <a:r>
              <a:rPr lang="zh-CN" altLang="en-US" sz="2400" b="1">
                <a:solidFill>
                  <a:srgbClr val="000000"/>
                </a:solidFill>
                <a:latin typeface="Times New Roman" panose="02020603050405020304" pitchFamily="18" charset="0"/>
                <a:cs typeface="Times New Roman" panose="02020603050405020304" pitchFamily="18" charset="0"/>
              </a:rPr>
              <a:t>（</a:t>
            </a:r>
            <a:r>
              <a:rPr lang="en-US" altLang="zh-CN" sz="2400" b="1">
                <a:solidFill>
                  <a:srgbClr val="000000"/>
                </a:solidFill>
                <a:latin typeface="Times New Roman" panose="02020603050405020304" pitchFamily="18" charset="0"/>
                <a:cs typeface="Times New Roman" panose="02020603050405020304" pitchFamily="18" charset="0"/>
              </a:rPr>
              <a:t>1</a:t>
            </a:r>
            <a:r>
              <a:rPr lang="zh-CN" altLang="en-US" sz="2400" b="1">
                <a:solidFill>
                  <a:srgbClr val="000000"/>
                </a:solidFill>
                <a:latin typeface="Times New Roman" panose="02020603050405020304" pitchFamily="18" charset="0"/>
                <a:cs typeface="Times New Roman" panose="02020603050405020304" pitchFamily="18" charset="0"/>
              </a:rPr>
              <a:t>）</a:t>
            </a:r>
            <a:r>
              <a:rPr lang="zh-CN" altLang="en-US" sz="2400" b="1">
                <a:solidFill>
                  <a:srgbClr val="000000"/>
                </a:solidFill>
                <a:latin typeface="宋体" panose="02010600030101010101" pitchFamily="2" charset="-122"/>
              </a:rPr>
              <a:t>系统设计的正确性</a:t>
            </a:r>
            <a:r>
              <a:rPr lang="en-US" altLang="zh-CN" sz="2400" b="1">
                <a:solidFill>
                  <a:srgbClr val="000000"/>
                </a:solidFill>
                <a:latin typeface="宋体" panose="02010600030101010101" pitchFamily="2" charset="-122"/>
              </a:rPr>
              <a:t>:</a:t>
            </a:r>
            <a:r>
              <a:rPr lang="en-US" altLang="zh-CN" sz="2400" b="1">
                <a:solidFill>
                  <a:srgbClr val="000000"/>
                </a:solidFill>
              </a:rPr>
              <a:t> </a:t>
            </a:r>
            <a:endParaRPr lang="en-US" altLang="zh-CN" sz="2400" b="1">
              <a:solidFill>
                <a:srgbClr val="000000"/>
              </a:solidFill>
            </a:endParaRPr>
          </a:p>
          <a:p>
            <a:pPr fontAlgn="base">
              <a:lnSpc>
                <a:spcPct val="120000"/>
              </a:lnSpc>
              <a:spcBef>
                <a:spcPct val="30000"/>
              </a:spcBef>
              <a:spcAft>
                <a:spcPct val="0"/>
              </a:spcAft>
              <a:buClr>
                <a:srgbClr val="0000FF"/>
              </a:buClr>
              <a:buSzPct val="50000"/>
              <a:buFont typeface="Wingdings" panose="05000000000000000000" pitchFamily="2" charset="2"/>
              <a:buChar char="l"/>
            </a:pPr>
            <a:r>
              <a:rPr lang="en-US" altLang="zh-CN" sz="2400" b="1">
                <a:solidFill>
                  <a:srgbClr val="000000"/>
                </a:solidFill>
              </a:rPr>
              <a:t>  </a:t>
            </a:r>
            <a:r>
              <a:rPr lang="zh-CN" altLang="en-US" sz="2400" b="1">
                <a:solidFill>
                  <a:srgbClr val="000000"/>
                </a:solidFill>
                <a:latin typeface="宋体" panose="02010600030101010101" pitchFamily="2" charset="-122"/>
              </a:rPr>
              <a:t>系统设计思想的正确性。</a:t>
            </a:r>
            <a:endParaRPr lang="zh-CN" altLang="en-US" sz="2400" b="1">
              <a:solidFill>
                <a:srgbClr val="000000"/>
              </a:solidFill>
              <a:latin typeface="Times New Roman" panose="02020603050405020304" pitchFamily="18" charset="0"/>
              <a:cs typeface="Times New Roman" panose="02020603050405020304" pitchFamily="18" charset="0"/>
            </a:endParaRPr>
          </a:p>
          <a:p>
            <a:pPr algn="just" fontAlgn="base">
              <a:lnSpc>
                <a:spcPct val="120000"/>
              </a:lnSpc>
              <a:spcBef>
                <a:spcPct val="30000"/>
              </a:spcBef>
              <a:spcAft>
                <a:spcPct val="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cs typeface="Times New Roman" panose="02020603050405020304" pitchFamily="18" charset="0"/>
              </a:rPr>
              <a:t>   </a:t>
            </a:r>
            <a:r>
              <a:rPr lang="zh-CN" altLang="en-US" sz="2400" b="1">
                <a:solidFill>
                  <a:srgbClr val="000000"/>
                </a:solidFill>
                <a:latin typeface="宋体" panose="02010600030101010101" pitchFamily="2" charset="-122"/>
              </a:rPr>
              <a:t>系统设计方法的正确性。</a:t>
            </a:r>
            <a:endParaRPr lang="zh-CN" altLang="en-US" sz="2400" b="1">
              <a:solidFill>
                <a:srgbClr val="000000"/>
              </a:solidFill>
              <a:latin typeface="Times New Roman" panose="02020603050405020304" pitchFamily="18" charset="0"/>
              <a:cs typeface="Times New Roman" panose="02020603050405020304" pitchFamily="18" charset="0"/>
            </a:endParaRPr>
          </a:p>
          <a:p>
            <a:pPr fontAlgn="base">
              <a:lnSpc>
                <a:spcPct val="120000"/>
              </a:lnSpc>
              <a:spcBef>
                <a:spcPct val="30000"/>
              </a:spcBef>
              <a:spcAft>
                <a:spcPct val="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cs typeface="Times New Roman" panose="02020603050405020304" pitchFamily="18" charset="0"/>
              </a:rPr>
              <a:t>   </a:t>
            </a:r>
            <a:r>
              <a:rPr lang="zh-CN" altLang="en-US" sz="2400" b="1">
                <a:solidFill>
                  <a:srgbClr val="000000"/>
                </a:solidFill>
                <a:latin typeface="宋体" panose="02010600030101010101" pitchFamily="2" charset="-122"/>
              </a:rPr>
              <a:t>设计开发工具的正确性。</a:t>
            </a:r>
            <a:r>
              <a:rPr lang="zh-CN" altLang="en-US">
                <a:solidFill>
                  <a:srgbClr val="000000"/>
                </a:solidFill>
              </a:rPr>
              <a:t> </a:t>
            </a:r>
            <a:endParaRPr lang="zh-CN" altLang="en-US">
              <a:solidFill>
                <a:srgbClr val="000000"/>
              </a:solidFill>
            </a:endParaRPr>
          </a:p>
        </p:txBody>
      </p:sp>
      <p:sp>
        <p:nvSpPr>
          <p:cNvPr id="615429" name="Text Box 5"/>
          <p:cNvSpPr txBox="1">
            <a:spLocks noChangeArrowheads="1"/>
          </p:cNvSpPr>
          <p:nvPr/>
        </p:nvSpPr>
        <p:spPr bwMode="auto">
          <a:xfrm>
            <a:off x="2133600" y="4232276"/>
            <a:ext cx="7924800" cy="1635125"/>
          </a:xfrm>
          <a:prstGeom prst="rect">
            <a:avLst/>
          </a:prstGeom>
          <a:gradFill rotWithShape="0">
            <a:gsLst>
              <a:gs pos="0">
                <a:srgbClr val="99CCFF"/>
              </a:gs>
              <a:gs pos="100000">
                <a:schemeClr val="bg1"/>
              </a:gs>
            </a:gsLst>
            <a:path path="rect">
              <a:fillToRect l="100000" b="10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lnSpc>
                <a:spcPct val="120000"/>
              </a:lnSpc>
              <a:spcBef>
                <a:spcPct val="30000"/>
              </a:spcBef>
              <a:spcAft>
                <a:spcPct val="0"/>
              </a:spcAft>
              <a:buClr>
                <a:srgbClr val="CC0000"/>
              </a:buClr>
              <a:buFont typeface="Wingdings" panose="05000000000000000000" pitchFamily="2" charset="2"/>
              <a:buChar char="§"/>
            </a:pPr>
            <a:r>
              <a:rPr lang="en-US" altLang="zh-CN" sz="2400" b="1">
                <a:solidFill>
                  <a:srgbClr val="000000"/>
                </a:solidFill>
                <a:latin typeface="Times New Roman" panose="02020603050405020304" pitchFamily="18" charset="0"/>
                <a:cs typeface="Times New Roman" panose="02020603050405020304" pitchFamily="18" charset="0"/>
              </a:rPr>
              <a:t>  </a:t>
            </a:r>
            <a:r>
              <a:rPr lang="zh-CN" altLang="en-US" sz="2400" b="1">
                <a:solidFill>
                  <a:srgbClr val="000000"/>
                </a:solidFill>
                <a:latin typeface="Times New Roman" panose="02020603050405020304" pitchFamily="18" charset="0"/>
                <a:cs typeface="Times New Roman" panose="02020603050405020304" pitchFamily="18" charset="0"/>
              </a:rPr>
              <a:t>（</a:t>
            </a:r>
            <a:r>
              <a:rPr lang="en-US" altLang="zh-CN" sz="2400" b="1">
                <a:solidFill>
                  <a:srgbClr val="000000"/>
                </a:solidFill>
                <a:latin typeface="Times New Roman" panose="02020603050405020304" pitchFamily="18" charset="0"/>
                <a:cs typeface="Times New Roman" panose="02020603050405020304" pitchFamily="18" charset="0"/>
              </a:rPr>
              <a:t>2</a:t>
            </a:r>
            <a:r>
              <a:rPr lang="zh-CN" altLang="en-US" sz="2400" b="1">
                <a:solidFill>
                  <a:srgbClr val="000000"/>
                </a:solidFill>
                <a:latin typeface="Times New Roman" panose="02020603050405020304" pitchFamily="18" charset="0"/>
                <a:cs typeface="Times New Roman" panose="02020603050405020304" pitchFamily="18" charset="0"/>
              </a:rPr>
              <a:t>）</a:t>
            </a:r>
            <a:r>
              <a:rPr lang="zh-CN" altLang="en-US" sz="2400" b="1">
                <a:solidFill>
                  <a:srgbClr val="000000"/>
                </a:solidFill>
                <a:latin typeface="宋体" panose="02010600030101010101" pitchFamily="2" charset="-122"/>
              </a:rPr>
              <a:t>系统测试的正确性</a:t>
            </a:r>
            <a:r>
              <a:rPr lang="en-US" altLang="zh-CN" sz="2400" b="1">
                <a:solidFill>
                  <a:srgbClr val="000000"/>
                </a:solidFill>
                <a:latin typeface="宋体" panose="02010600030101010101" pitchFamily="2" charset="-122"/>
              </a:rPr>
              <a:t>:</a:t>
            </a:r>
            <a:endParaRPr lang="en-US" altLang="zh-CN" sz="2400" b="1">
              <a:solidFill>
                <a:srgbClr val="000000"/>
              </a:solidFill>
              <a:latin typeface="Times New Roman" panose="02020603050405020304" pitchFamily="18" charset="0"/>
              <a:cs typeface="Times New Roman" panose="02020603050405020304" pitchFamily="18" charset="0"/>
            </a:endParaRPr>
          </a:p>
          <a:p>
            <a:pPr algn="just" fontAlgn="base">
              <a:lnSpc>
                <a:spcPct val="120000"/>
              </a:lnSpc>
              <a:spcBef>
                <a:spcPct val="30000"/>
              </a:spcBef>
              <a:spcAft>
                <a:spcPct val="0"/>
              </a:spcAft>
              <a:buClr>
                <a:srgbClr val="0000FF"/>
              </a:buClr>
              <a:buSzPct val="50000"/>
              <a:buFont typeface="Wingdings" panose="05000000000000000000" pitchFamily="2" charset="2"/>
              <a:buChar char="l"/>
            </a:pPr>
            <a:r>
              <a:rPr lang="en-US" altLang="zh-CN" sz="2400" b="1">
                <a:solidFill>
                  <a:srgbClr val="000000"/>
                </a:solidFill>
                <a:latin typeface="Times New Roman" panose="02020603050405020304" pitchFamily="18" charset="0"/>
                <a:cs typeface="Times New Roman" panose="02020603050405020304" pitchFamily="18" charset="0"/>
              </a:rPr>
              <a:t>   </a:t>
            </a:r>
            <a:r>
              <a:rPr lang="zh-CN" altLang="en-US" sz="2400" b="1">
                <a:solidFill>
                  <a:srgbClr val="000000"/>
                </a:solidFill>
                <a:latin typeface="宋体" panose="02010600030101010101" pitchFamily="2" charset="-122"/>
              </a:rPr>
              <a:t>测试目的、方法、条件的正确性。</a:t>
            </a:r>
            <a:endParaRPr lang="zh-CN" altLang="en-US" sz="2400" b="1">
              <a:solidFill>
                <a:srgbClr val="000000"/>
              </a:solidFill>
              <a:latin typeface="Times New Roman" panose="02020603050405020304" pitchFamily="18" charset="0"/>
              <a:cs typeface="Times New Roman" panose="02020603050405020304" pitchFamily="18" charset="0"/>
            </a:endParaRPr>
          </a:p>
          <a:p>
            <a:pPr fontAlgn="base">
              <a:lnSpc>
                <a:spcPct val="120000"/>
              </a:lnSpc>
              <a:spcBef>
                <a:spcPct val="30000"/>
              </a:spcBef>
              <a:spcAft>
                <a:spcPct val="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cs typeface="Times New Roman" panose="02020603050405020304" pitchFamily="18" charset="0"/>
              </a:rPr>
              <a:t>   </a:t>
            </a:r>
            <a:r>
              <a:rPr lang="zh-CN" altLang="en-US" sz="2400" b="1">
                <a:solidFill>
                  <a:srgbClr val="000000"/>
                </a:solidFill>
                <a:latin typeface="宋体" panose="02010600030101010101" pitchFamily="2" charset="-122"/>
              </a:rPr>
              <a:t>测试结果、数据、记录的正确性。</a:t>
            </a:r>
            <a:r>
              <a:rPr lang="zh-CN" altLang="en-US" sz="2400">
                <a:solidFill>
                  <a:srgbClr val="000000"/>
                </a:solidFill>
              </a:rPr>
              <a:t> </a:t>
            </a:r>
            <a:endParaRPr lang="zh-CN" altLang="en-US" sz="2400">
              <a:solidFill>
                <a:srgbClr val="000000"/>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15428"/>
                                        </p:tgtEl>
                                        <p:attrNameLst>
                                          <p:attrName>style.visibility</p:attrName>
                                        </p:attrNameLst>
                                      </p:cBhvr>
                                      <p:to>
                                        <p:strVal val="visible"/>
                                      </p:to>
                                    </p:set>
                                    <p:animEffect transition="in" filter="box(in)">
                                      <p:cBhvr>
                                        <p:cTn id="7" dur="500"/>
                                        <p:tgtEl>
                                          <p:spTgt spid="61542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15429"/>
                                        </p:tgtEl>
                                        <p:attrNameLst>
                                          <p:attrName>style.visibility</p:attrName>
                                        </p:attrNameLst>
                                      </p:cBhvr>
                                      <p:to>
                                        <p:strVal val="visible"/>
                                      </p:to>
                                    </p:set>
                                    <p:animEffect transition="in" filter="box(in)">
                                      <p:cBhvr>
                                        <p:cTn id="12" dur="500"/>
                                        <p:tgtEl>
                                          <p:spTgt spid="6154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428" grpId="0" animBg="1" autoUpdateAnimBg="0"/>
      <p:bldP spid="615429" grpId="0" animBg="1"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6A018121-8B8D-472A-BFB8-788DACF02E57}" type="slidenum">
              <a:rPr lang="ja-JP" altLang="en-US">
                <a:latin typeface="Arial" panose="020B0604020202020204"/>
              </a:rPr>
            </a:fld>
            <a:endParaRPr lang="en-US" altLang="ja-JP">
              <a:latin typeface="Arial" panose="020B0604020202020204"/>
            </a:endParaRPr>
          </a:p>
        </p:txBody>
      </p:sp>
      <p:sp>
        <p:nvSpPr>
          <p:cNvPr id="460803"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rPr>
              <a:t>10.7.3  </a:t>
            </a:r>
            <a:r>
              <a:rPr lang="zh-CN" altLang="en-US" sz="4200" b="0">
                <a:latin typeface="Times New Roman" panose="02020603050405020304" pitchFamily="18" charset="0"/>
                <a:ea typeface="黑体" panose="02010609060101010101" pitchFamily="49" charset="-122"/>
              </a:rPr>
              <a:t>专家系统的评价</a:t>
            </a:r>
            <a:endParaRPr lang="zh-CN" altLang="en-US" sz="4200" b="0">
              <a:latin typeface="Times New Roman" panose="02020603050405020304" pitchFamily="18" charset="0"/>
              <a:ea typeface="黑体" panose="02010609060101010101" pitchFamily="49" charset="-122"/>
            </a:endParaRPr>
          </a:p>
        </p:txBody>
      </p:sp>
      <p:sp>
        <p:nvSpPr>
          <p:cNvPr id="460804" name="Rectangle 3"/>
          <p:cNvSpPr>
            <a:spLocks noGrp="1" noChangeArrowheads="1"/>
          </p:cNvSpPr>
          <p:nvPr>
            <p:ph type="body" idx="1"/>
          </p:nvPr>
        </p:nvSpPr>
        <p:spPr>
          <a:xfrm>
            <a:off x="2178050" y="1066801"/>
            <a:ext cx="8108950" cy="5400675"/>
          </a:xfrm>
        </p:spPr>
        <p:txBody>
          <a:bodyPr/>
          <a:lstStyle/>
          <a:p>
            <a:pPr eaLnBrk="1" hangingPunct="1">
              <a:buFont typeface="Wingdings" panose="05000000000000000000" pitchFamily="2" charset="2"/>
              <a:buNone/>
            </a:pPr>
            <a:r>
              <a:rPr lang="en-US" altLang="zh-CN" b="1">
                <a:solidFill>
                  <a:srgbClr val="000000"/>
                </a:solidFill>
                <a:latin typeface="Times New Roman" panose="02020603050405020304" pitchFamily="18" charset="0"/>
              </a:rPr>
              <a:t>1.  </a:t>
            </a:r>
            <a:r>
              <a:rPr lang="zh-CN" altLang="en-US" b="1">
                <a:solidFill>
                  <a:srgbClr val="000000"/>
                </a:solidFill>
                <a:latin typeface="Times New Roman" panose="02020603050405020304" pitchFamily="18" charset="0"/>
              </a:rPr>
              <a:t>正确性</a:t>
            </a:r>
            <a:r>
              <a:rPr lang="zh-CN" altLang="en-US">
                <a:latin typeface="Times New Roman" panose="02020603050405020304" pitchFamily="18" charset="0"/>
              </a:rPr>
              <a:t> </a:t>
            </a:r>
            <a:endParaRPr lang="zh-CN" altLang="en-US">
              <a:latin typeface="Times New Roman" panose="02020603050405020304" pitchFamily="18" charset="0"/>
            </a:endParaRPr>
          </a:p>
        </p:txBody>
      </p:sp>
      <p:sp>
        <p:nvSpPr>
          <p:cNvPr id="616452" name="Text Box 4"/>
          <p:cNvSpPr txBox="1">
            <a:spLocks noChangeArrowheads="1"/>
          </p:cNvSpPr>
          <p:nvPr/>
        </p:nvSpPr>
        <p:spPr bwMode="auto">
          <a:xfrm>
            <a:off x="2286000" y="1855788"/>
            <a:ext cx="7429500" cy="2182812"/>
          </a:xfrm>
          <a:prstGeom prst="rect">
            <a:avLst/>
          </a:prstGeom>
          <a:gradFill rotWithShape="0">
            <a:gsLst>
              <a:gs pos="0">
                <a:srgbClr val="99CCFF"/>
              </a:gs>
              <a:gs pos="100000">
                <a:schemeClr val="bg1"/>
              </a:gs>
            </a:gsLst>
            <a:path path="rect">
              <a:fillToRect l="100000" b="10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lnSpc>
                <a:spcPct val="120000"/>
              </a:lnSpc>
              <a:spcBef>
                <a:spcPct val="30000"/>
              </a:spcBef>
              <a:spcAft>
                <a:spcPct val="0"/>
              </a:spcAft>
              <a:buClr>
                <a:srgbClr val="CC0000"/>
              </a:buClr>
              <a:buFont typeface="Wingdings" panose="05000000000000000000" pitchFamily="2" charset="2"/>
              <a:buChar char="§"/>
            </a:pPr>
            <a:r>
              <a:rPr lang="en-US" altLang="zh-CN" sz="2400">
                <a:solidFill>
                  <a:srgbClr val="000000"/>
                </a:solidFill>
                <a:latin typeface="Times New Roman" panose="02020603050405020304" pitchFamily="18" charset="0"/>
                <a:cs typeface="Times New Roman" panose="02020603050405020304" pitchFamily="18" charset="0"/>
              </a:rPr>
              <a:t>  </a:t>
            </a:r>
            <a:r>
              <a:rPr lang="zh-CN" altLang="en-US" sz="2400" b="1">
                <a:solidFill>
                  <a:srgbClr val="000000"/>
                </a:solidFill>
                <a:latin typeface="Times New Roman" panose="02020603050405020304" pitchFamily="18" charset="0"/>
              </a:rPr>
              <a:t>（</a:t>
            </a:r>
            <a:r>
              <a:rPr lang="en-US" altLang="zh-CN" sz="2400" b="1">
                <a:solidFill>
                  <a:srgbClr val="000000"/>
                </a:solidFill>
                <a:latin typeface="Times New Roman" panose="02020603050405020304" pitchFamily="18" charset="0"/>
              </a:rPr>
              <a:t>3</a:t>
            </a:r>
            <a:r>
              <a:rPr lang="zh-CN" altLang="en-US" sz="2400" b="1">
                <a:solidFill>
                  <a:srgbClr val="000000"/>
                </a:solidFill>
                <a:latin typeface="Times New Roman" panose="02020603050405020304" pitchFamily="18" charset="0"/>
              </a:rPr>
              <a:t>）系统运行的正确性：</a:t>
            </a:r>
            <a:endParaRPr lang="zh-CN" altLang="en-US" sz="2400" b="1">
              <a:solidFill>
                <a:srgbClr val="000000"/>
              </a:solidFill>
              <a:latin typeface="Times New Roman" panose="02020603050405020304" pitchFamily="18" charset="0"/>
            </a:endParaRPr>
          </a:p>
          <a:p>
            <a:pPr algn="just" fontAlgn="base">
              <a:lnSpc>
                <a:spcPct val="120000"/>
              </a:lnSpc>
              <a:spcBef>
                <a:spcPct val="30000"/>
              </a:spcBef>
              <a:spcAft>
                <a:spcPct val="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rPr>
              <a:t>  推理结论、求解结果、咨询建议的正确性。</a:t>
            </a:r>
            <a:endParaRPr lang="zh-CN" altLang="en-US" sz="2400" b="1">
              <a:solidFill>
                <a:srgbClr val="000000"/>
              </a:solidFill>
              <a:latin typeface="Times New Roman" panose="02020603050405020304" pitchFamily="18" charset="0"/>
            </a:endParaRPr>
          </a:p>
          <a:p>
            <a:pPr algn="just" fontAlgn="base">
              <a:lnSpc>
                <a:spcPct val="120000"/>
              </a:lnSpc>
              <a:spcBef>
                <a:spcPct val="30000"/>
              </a:spcBef>
              <a:spcAft>
                <a:spcPct val="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rPr>
              <a:t>  推理解释及可信度估算的正确性。</a:t>
            </a:r>
            <a:endParaRPr lang="zh-CN" altLang="en-US" sz="2400" b="1">
              <a:solidFill>
                <a:srgbClr val="000000"/>
              </a:solidFill>
              <a:latin typeface="Times New Roman" panose="02020603050405020304" pitchFamily="18" charset="0"/>
            </a:endParaRPr>
          </a:p>
          <a:p>
            <a:pPr algn="just" fontAlgn="base">
              <a:lnSpc>
                <a:spcPct val="120000"/>
              </a:lnSpc>
              <a:spcBef>
                <a:spcPct val="30000"/>
              </a:spcBef>
              <a:spcAft>
                <a:spcPct val="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rPr>
              <a:t>   知识库知识的正确性。</a:t>
            </a:r>
            <a:endParaRPr lang="zh-CN" altLang="en-US" sz="2400" b="1">
              <a:solidFill>
                <a:srgbClr val="000000"/>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16452"/>
                                        </p:tgtEl>
                                        <p:attrNameLst>
                                          <p:attrName>style.visibility</p:attrName>
                                        </p:attrNameLst>
                                      </p:cBhvr>
                                      <p:to>
                                        <p:strVal val="visible"/>
                                      </p:to>
                                    </p:set>
                                    <p:animEffect transition="in" filter="box(in)">
                                      <p:cBhvr>
                                        <p:cTn id="7" dur="500"/>
                                        <p:tgtEl>
                                          <p:spTgt spid="6164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6452" grpId="0" animBg="1"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363E5137-3A4D-4AB8-8ABF-EC03E68B6F9B}" type="slidenum">
              <a:rPr lang="ja-JP" altLang="en-US">
                <a:latin typeface="Arial" panose="020B0604020202020204"/>
              </a:rPr>
            </a:fld>
            <a:endParaRPr lang="en-US" altLang="ja-JP">
              <a:latin typeface="Arial" panose="020B0604020202020204"/>
            </a:endParaRPr>
          </a:p>
        </p:txBody>
      </p:sp>
      <p:sp>
        <p:nvSpPr>
          <p:cNvPr id="461827"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rPr>
              <a:t>10.7.3  </a:t>
            </a:r>
            <a:r>
              <a:rPr lang="zh-CN" altLang="en-US" sz="4200" b="0">
                <a:latin typeface="Times New Roman" panose="02020603050405020304" pitchFamily="18" charset="0"/>
                <a:ea typeface="黑体" panose="02010609060101010101" pitchFamily="49" charset="-122"/>
              </a:rPr>
              <a:t>专家系统的评价</a:t>
            </a:r>
            <a:endParaRPr lang="zh-CN" altLang="en-US" sz="4200" b="0">
              <a:latin typeface="Times New Roman" panose="02020603050405020304" pitchFamily="18" charset="0"/>
              <a:ea typeface="黑体" panose="02010609060101010101" pitchFamily="49" charset="-122"/>
            </a:endParaRPr>
          </a:p>
        </p:txBody>
      </p:sp>
      <p:sp>
        <p:nvSpPr>
          <p:cNvPr id="461828" name="Rectangle 3"/>
          <p:cNvSpPr>
            <a:spLocks noGrp="1" noChangeArrowheads="1"/>
          </p:cNvSpPr>
          <p:nvPr>
            <p:ph type="body" idx="1"/>
          </p:nvPr>
        </p:nvSpPr>
        <p:spPr>
          <a:xfrm>
            <a:off x="1797050" y="1066801"/>
            <a:ext cx="8642350" cy="5400675"/>
          </a:xfrm>
        </p:spPr>
        <p:txBody>
          <a:bodyPr/>
          <a:lstStyle/>
          <a:p>
            <a:pPr eaLnBrk="1" hangingPunct="1">
              <a:buFont typeface="Wingdings" panose="05000000000000000000" pitchFamily="2" charset="2"/>
              <a:buNone/>
            </a:pPr>
            <a:r>
              <a:rPr lang="en-US" altLang="zh-CN" b="1">
                <a:solidFill>
                  <a:srgbClr val="000000"/>
                </a:solidFill>
                <a:latin typeface="Times New Roman" panose="02020603050405020304" pitchFamily="18" charset="0"/>
              </a:rPr>
              <a:t> 2.  </a:t>
            </a:r>
            <a:r>
              <a:rPr lang="zh-CN" altLang="en-US" b="1">
                <a:solidFill>
                  <a:srgbClr val="000000"/>
                </a:solidFill>
                <a:latin typeface="Times New Roman" panose="02020603050405020304" pitchFamily="18" charset="0"/>
              </a:rPr>
              <a:t>有用性 </a:t>
            </a:r>
            <a:endParaRPr lang="zh-CN" altLang="en-US" b="1">
              <a:solidFill>
                <a:srgbClr val="000000"/>
              </a:solidFill>
              <a:latin typeface="Times New Roman" panose="02020603050405020304" pitchFamily="18" charset="0"/>
            </a:endParaRPr>
          </a:p>
        </p:txBody>
      </p:sp>
      <p:sp>
        <p:nvSpPr>
          <p:cNvPr id="617476" name="Text Box 4"/>
          <p:cNvSpPr txBox="1">
            <a:spLocks noChangeArrowheads="1"/>
          </p:cNvSpPr>
          <p:nvPr/>
        </p:nvSpPr>
        <p:spPr bwMode="auto">
          <a:xfrm>
            <a:off x="1905000" y="1854200"/>
            <a:ext cx="8305800" cy="3022600"/>
          </a:xfrm>
          <a:prstGeom prst="rect">
            <a:avLst/>
          </a:prstGeom>
          <a:gradFill rotWithShape="1">
            <a:gsLst>
              <a:gs pos="0">
                <a:srgbClr val="FFFF00"/>
              </a:gs>
              <a:gs pos="100000">
                <a:schemeClr val="bg1"/>
              </a:gs>
            </a:gsLst>
            <a:path path="rect">
              <a:fillToRect l="100000" t="10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40000"/>
              </a:spcBef>
              <a:spcAft>
                <a:spcPct val="0"/>
              </a:spcAft>
              <a:buClr>
                <a:srgbClr val="0000FF"/>
              </a:buClr>
              <a:buSzPct val="50000"/>
              <a:buFont typeface="Wingdings" panose="05000000000000000000" pitchFamily="2" charset="2"/>
              <a:buChar char="l"/>
            </a:pPr>
            <a:r>
              <a:rPr lang="en-US" altLang="zh-CN" sz="2400" b="1">
                <a:solidFill>
                  <a:srgbClr val="000000"/>
                </a:solidFill>
                <a:latin typeface="Times New Roman" panose="02020603050405020304" pitchFamily="18" charset="0"/>
                <a:cs typeface="Times New Roman" panose="02020603050405020304" pitchFamily="18" charset="0"/>
              </a:rPr>
              <a:t>  (1) </a:t>
            </a:r>
            <a:r>
              <a:rPr lang="zh-CN" altLang="en-US" sz="2400" b="1">
                <a:solidFill>
                  <a:srgbClr val="000000"/>
                </a:solidFill>
                <a:latin typeface="宋体" panose="02010600030101010101" pitchFamily="2" charset="-122"/>
              </a:rPr>
              <a:t>推理结论、求解结果、咨询建议的有用性。</a:t>
            </a:r>
            <a:endParaRPr lang="zh-CN" altLang="en-US" sz="2400" b="1">
              <a:solidFill>
                <a:srgbClr val="000000"/>
              </a:solidFill>
              <a:latin typeface="Times New Roman" panose="02020603050405020304" pitchFamily="18" charset="0"/>
              <a:cs typeface="Times New Roman" panose="02020603050405020304" pitchFamily="18" charset="0"/>
            </a:endParaRPr>
          </a:p>
          <a:p>
            <a:pPr algn="just" fontAlgn="base">
              <a:spcBef>
                <a:spcPct val="40000"/>
              </a:spcBef>
              <a:spcAft>
                <a:spcPct val="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cs typeface="Times New Roman" panose="02020603050405020304" pitchFamily="18" charset="0"/>
              </a:rPr>
              <a:t>  </a:t>
            </a:r>
            <a:r>
              <a:rPr lang="en-US" altLang="zh-CN" sz="2400" b="1">
                <a:solidFill>
                  <a:srgbClr val="000000"/>
                </a:solidFill>
                <a:latin typeface="Times New Roman" panose="02020603050405020304" pitchFamily="18" charset="0"/>
                <a:cs typeface="Times New Roman" panose="02020603050405020304" pitchFamily="18" charset="0"/>
              </a:rPr>
              <a:t>(2) </a:t>
            </a:r>
            <a:r>
              <a:rPr lang="zh-CN" altLang="en-US" sz="2400" b="1">
                <a:solidFill>
                  <a:srgbClr val="000000"/>
                </a:solidFill>
                <a:latin typeface="宋体" panose="02010600030101010101" pitchFamily="2" charset="-122"/>
              </a:rPr>
              <a:t>系统的知识水平、可用范围、易扩展性、易更新性等。</a:t>
            </a:r>
            <a:endParaRPr lang="zh-CN" altLang="en-US" sz="2400" b="1">
              <a:solidFill>
                <a:srgbClr val="000000"/>
              </a:solidFill>
              <a:latin typeface="Times New Roman" panose="02020603050405020304" pitchFamily="18" charset="0"/>
              <a:cs typeface="Times New Roman" panose="02020603050405020304" pitchFamily="18" charset="0"/>
            </a:endParaRPr>
          </a:p>
          <a:p>
            <a:pPr algn="just" fontAlgn="base">
              <a:spcBef>
                <a:spcPct val="40000"/>
              </a:spcBef>
              <a:spcAft>
                <a:spcPct val="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cs typeface="Times New Roman" panose="02020603050405020304" pitchFamily="18" charset="0"/>
              </a:rPr>
              <a:t>  </a:t>
            </a:r>
            <a:r>
              <a:rPr lang="en-US" altLang="zh-CN" sz="2400" b="1">
                <a:solidFill>
                  <a:srgbClr val="000000"/>
                </a:solidFill>
                <a:latin typeface="Times New Roman" panose="02020603050405020304" pitchFamily="18" charset="0"/>
                <a:cs typeface="Times New Roman" panose="02020603050405020304" pitchFamily="18" charset="0"/>
              </a:rPr>
              <a:t>(3) </a:t>
            </a:r>
            <a:r>
              <a:rPr lang="zh-CN" altLang="en-US" sz="2400" b="1">
                <a:solidFill>
                  <a:srgbClr val="000000"/>
                </a:solidFill>
                <a:latin typeface="宋体" panose="02010600030101010101" pitchFamily="2" charset="-122"/>
              </a:rPr>
              <a:t>问题的求解能力，可能场合和环境。</a:t>
            </a:r>
            <a:endParaRPr lang="zh-CN" altLang="en-US" sz="2400" b="1">
              <a:solidFill>
                <a:srgbClr val="000000"/>
              </a:solidFill>
              <a:latin typeface="Times New Roman" panose="02020603050405020304" pitchFamily="18" charset="0"/>
              <a:cs typeface="Times New Roman" panose="02020603050405020304" pitchFamily="18" charset="0"/>
            </a:endParaRPr>
          </a:p>
          <a:p>
            <a:pPr algn="just" fontAlgn="base">
              <a:spcBef>
                <a:spcPct val="40000"/>
              </a:spcBef>
              <a:spcAft>
                <a:spcPct val="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cs typeface="Times New Roman" panose="02020603050405020304" pitchFamily="18" charset="0"/>
              </a:rPr>
              <a:t>  </a:t>
            </a:r>
            <a:r>
              <a:rPr lang="en-US" altLang="zh-CN" sz="2400" b="1">
                <a:solidFill>
                  <a:srgbClr val="000000"/>
                </a:solidFill>
                <a:latin typeface="Times New Roman" panose="02020603050405020304" pitchFamily="18" charset="0"/>
                <a:cs typeface="Times New Roman" panose="02020603050405020304" pitchFamily="18" charset="0"/>
              </a:rPr>
              <a:t>(4)  </a:t>
            </a:r>
            <a:r>
              <a:rPr lang="zh-CN" altLang="en-US" sz="2400" b="1">
                <a:solidFill>
                  <a:srgbClr val="000000"/>
                </a:solidFill>
                <a:latin typeface="宋体" panose="02010600030101010101" pitchFamily="2" charset="-122"/>
              </a:rPr>
              <a:t>人机交互的友好性。</a:t>
            </a:r>
            <a:endParaRPr lang="zh-CN" altLang="en-US" sz="2400" b="1">
              <a:solidFill>
                <a:srgbClr val="000000"/>
              </a:solidFill>
              <a:latin typeface="Times New Roman" panose="02020603050405020304" pitchFamily="18" charset="0"/>
              <a:cs typeface="Times New Roman" panose="02020603050405020304" pitchFamily="18" charset="0"/>
            </a:endParaRPr>
          </a:p>
          <a:p>
            <a:pPr algn="just" fontAlgn="base">
              <a:spcBef>
                <a:spcPct val="40000"/>
              </a:spcBef>
              <a:spcAft>
                <a:spcPct val="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cs typeface="Times New Roman" panose="02020603050405020304" pitchFamily="18" charset="0"/>
              </a:rPr>
              <a:t>  </a:t>
            </a:r>
            <a:r>
              <a:rPr lang="en-US" altLang="zh-CN" sz="2400" b="1">
                <a:solidFill>
                  <a:srgbClr val="000000"/>
                </a:solidFill>
                <a:latin typeface="Times New Roman" panose="02020603050405020304" pitchFamily="18" charset="0"/>
                <a:cs typeface="Times New Roman" panose="02020603050405020304" pitchFamily="18" charset="0"/>
              </a:rPr>
              <a:t>(5)  </a:t>
            </a:r>
            <a:r>
              <a:rPr lang="zh-CN" altLang="en-US" sz="2400" b="1">
                <a:solidFill>
                  <a:srgbClr val="000000"/>
                </a:solidFill>
                <a:latin typeface="宋体" panose="02010600030101010101" pitchFamily="2" charset="-122"/>
              </a:rPr>
              <a:t>运行可靠性、易维护性、可移植性。</a:t>
            </a:r>
            <a:endParaRPr lang="zh-CN" altLang="en-US" sz="2400" b="1">
              <a:solidFill>
                <a:srgbClr val="000000"/>
              </a:solidFill>
              <a:latin typeface="Times New Roman" panose="02020603050405020304" pitchFamily="18" charset="0"/>
              <a:cs typeface="Times New Roman" panose="02020603050405020304" pitchFamily="18" charset="0"/>
            </a:endParaRPr>
          </a:p>
          <a:p>
            <a:pPr algn="just" fontAlgn="base">
              <a:spcBef>
                <a:spcPct val="40000"/>
              </a:spcBef>
              <a:spcAft>
                <a:spcPct val="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cs typeface="Times New Roman" panose="02020603050405020304" pitchFamily="18" charset="0"/>
              </a:rPr>
              <a:t>  </a:t>
            </a:r>
            <a:r>
              <a:rPr lang="en-US" altLang="zh-CN" sz="2400" b="1">
                <a:solidFill>
                  <a:srgbClr val="000000"/>
                </a:solidFill>
                <a:latin typeface="Times New Roman" panose="02020603050405020304" pitchFamily="18" charset="0"/>
                <a:cs typeface="Times New Roman" panose="02020603050405020304" pitchFamily="18" charset="0"/>
              </a:rPr>
              <a:t>(6) </a:t>
            </a:r>
            <a:r>
              <a:rPr lang="zh-CN" altLang="en-US" sz="2400" b="1">
                <a:solidFill>
                  <a:srgbClr val="000000"/>
                </a:solidFill>
                <a:latin typeface="宋体" panose="02010600030101010101" pitchFamily="2" charset="-122"/>
              </a:rPr>
              <a:t>系统的经济性。</a:t>
            </a:r>
            <a:endParaRPr lang="zh-CN" altLang="en-US" sz="2400" b="1">
              <a:solidFill>
                <a:srgbClr val="000000"/>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17476"/>
                                        </p:tgtEl>
                                        <p:attrNameLst>
                                          <p:attrName>style.visibility</p:attrName>
                                        </p:attrNameLst>
                                      </p:cBhvr>
                                      <p:to>
                                        <p:strVal val="visible"/>
                                      </p:to>
                                    </p:set>
                                    <p:animEffect transition="in" filter="box(in)">
                                      <p:cBhvr>
                                        <p:cTn id="7" dur="500"/>
                                        <p:tgtEl>
                                          <p:spTgt spid="6174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7476" grpId="0" animBg="1"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fontAlgn="base">
              <a:spcBef>
                <a:spcPct val="0"/>
              </a:spcBef>
              <a:spcAft>
                <a:spcPct val="0"/>
              </a:spcAft>
              <a:defRPr/>
            </a:pPr>
            <a:fld id="{B04669AC-EAD6-4752-B56A-D736FDDBB718}" type="slidenum">
              <a:rPr lang="ja-JP" altLang="en-US">
                <a:latin typeface="Arial" panose="020B0604020202020204"/>
              </a:rPr>
            </a:fld>
            <a:endParaRPr lang="en-US" altLang="ja-JP">
              <a:latin typeface="Arial" panose="020B0604020202020204"/>
            </a:endParaRPr>
          </a:p>
        </p:txBody>
      </p:sp>
      <p:sp>
        <p:nvSpPr>
          <p:cNvPr id="462851" name="Rectangle 2"/>
          <p:cNvSpPr>
            <a:spLocks noGrp="1" noChangeArrowheads="1"/>
          </p:cNvSpPr>
          <p:nvPr>
            <p:ph type="title"/>
          </p:nvPr>
        </p:nvSpPr>
        <p:spPr/>
        <p:txBody>
          <a:bodyPr/>
          <a:lstStyle/>
          <a:p>
            <a:pPr eaLnBrk="1" hangingPunct="1"/>
            <a:r>
              <a:rPr lang="zh-CN" altLang="en-US" sz="4200" b="0">
                <a:latin typeface="Times New Roman" panose="02020603050405020304" pitchFamily="18" charset="0"/>
                <a:ea typeface="黑体" panose="02010609060101010101" pitchFamily="49" charset="-122"/>
              </a:rPr>
              <a:t>第</a:t>
            </a:r>
            <a:r>
              <a:rPr lang="en-US" altLang="zh-CN" sz="4200" b="0">
                <a:latin typeface="Times New Roman" panose="02020603050405020304" pitchFamily="18" charset="0"/>
                <a:ea typeface="黑体" panose="02010609060101010101" pitchFamily="49" charset="-122"/>
              </a:rPr>
              <a:t>10</a:t>
            </a:r>
            <a:r>
              <a:rPr lang="zh-CN" altLang="en-US" sz="4200" b="0">
                <a:latin typeface="Times New Roman" panose="02020603050405020304" pitchFamily="18" charset="0"/>
                <a:ea typeface="黑体" panose="02010609060101010101" pitchFamily="49" charset="-122"/>
              </a:rPr>
              <a:t>章  专家系统与机器学习</a:t>
            </a:r>
            <a:endParaRPr lang="zh-CN" altLang="en-US" sz="4200" b="0">
              <a:latin typeface="Times New Roman" panose="02020603050405020304" pitchFamily="18" charset="0"/>
              <a:ea typeface="黑体" panose="02010609060101010101" pitchFamily="49" charset="-122"/>
            </a:endParaRPr>
          </a:p>
        </p:txBody>
      </p:sp>
      <p:sp>
        <p:nvSpPr>
          <p:cNvPr id="462852" name="Rectangle 3"/>
          <p:cNvSpPr>
            <a:spLocks noGrp="1" noChangeArrowheads="1"/>
          </p:cNvSpPr>
          <p:nvPr>
            <p:ph type="body" idx="1"/>
          </p:nvPr>
        </p:nvSpPr>
        <p:spPr>
          <a:xfrm>
            <a:off x="2025650" y="1076326"/>
            <a:ext cx="8642350" cy="5400675"/>
          </a:xfrm>
        </p:spPr>
        <p:txBody>
          <a:bodyPr/>
          <a:lstStyle/>
          <a:p>
            <a:pPr eaLnBrk="1" hangingPunct="1">
              <a:spcBef>
                <a:spcPct val="30000"/>
              </a:spcBef>
            </a:pPr>
            <a:r>
              <a:rPr lang="en-US" altLang="zh-CN" b="1">
                <a:latin typeface="Times New Roman" panose="02020603050405020304" pitchFamily="18" charset="0"/>
              </a:rPr>
              <a:t>10.1  </a:t>
            </a:r>
            <a:r>
              <a:rPr lang="zh-CN" altLang="en-US" b="1">
                <a:latin typeface="Times New Roman" panose="02020603050405020304" pitchFamily="18" charset="0"/>
              </a:rPr>
              <a:t>专家系统的产生和发展 </a:t>
            </a:r>
            <a:endParaRPr lang="zh-CN" altLang="en-US" b="1">
              <a:latin typeface="Times New Roman" panose="02020603050405020304" pitchFamily="18" charset="0"/>
            </a:endParaRPr>
          </a:p>
          <a:p>
            <a:pPr eaLnBrk="1" hangingPunct="1">
              <a:spcBef>
                <a:spcPct val="30000"/>
              </a:spcBef>
            </a:pPr>
            <a:r>
              <a:rPr lang="en-US" altLang="zh-CN" b="1">
                <a:latin typeface="Times New Roman" panose="02020603050405020304" pitchFamily="18" charset="0"/>
              </a:rPr>
              <a:t>10.2  </a:t>
            </a:r>
            <a:r>
              <a:rPr lang="zh-CN" altLang="en-US" b="1">
                <a:latin typeface="Times New Roman" panose="02020603050405020304" pitchFamily="18" charset="0"/>
              </a:rPr>
              <a:t>专家系统的概念 </a:t>
            </a:r>
            <a:endParaRPr lang="zh-CN" altLang="en-US" b="1">
              <a:latin typeface="Times New Roman" panose="02020603050405020304" pitchFamily="18" charset="0"/>
            </a:endParaRPr>
          </a:p>
          <a:p>
            <a:pPr eaLnBrk="1" hangingPunct="1">
              <a:spcBef>
                <a:spcPct val="30000"/>
              </a:spcBef>
            </a:pPr>
            <a:r>
              <a:rPr lang="en-US" altLang="zh-CN" b="1">
                <a:latin typeface="Times New Roman" panose="02020603050405020304" pitchFamily="18" charset="0"/>
              </a:rPr>
              <a:t>10.3  </a:t>
            </a:r>
            <a:r>
              <a:rPr lang="zh-CN" altLang="en-US" b="1">
                <a:latin typeface="Times New Roman" panose="02020603050405020304" pitchFamily="18" charset="0"/>
              </a:rPr>
              <a:t>专家系统的工作原理</a:t>
            </a:r>
            <a:endParaRPr lang="zh-CN" altLang="en-US" b="1">
              <a:latin typeface="Times New Roman" panose="02020603050405020304" pitchFamily="18" charset="0"/>
            </a:endParaRPr>
          </a:p>
          <a:p>
            <a:pPr eaLnBrk="1" hangingPunct="1">
              <a:spcBef>
                <a:spcPct val="30000"/>
              </a:spcBef>
            </a:pPr>
            <a:r>
              <a:rPr lang="en-US" altLang="zh-CN" b="1">
                <a:latin typeface="Times New Roman" panose="02020603050405020304" pitchFamily="18" charset="0"/>
              </a:rPr>
              <a:t>10.4  </a:t>
            </a:r>
            <a:r>
              <a:rPr lang="zh-CN" altLang="en-US" b="1">
                <a:latin typeface="Times New Roman" panose="02020603050405020304" pitchFamily="18" charset="0"/>
              </a:rPr>
              <a:t>知识获取的主要过程与模式</a:t>
            </a:r>
            <a:endParaRPr lang="zh-CN" altLang="en-US" b="1">
              <a:latin typeface="Times New Roman" panose="02020603050405020304" pitchFamily="18" charset="0"/>
            </a:endParaRPr>
          </a:p>
          <a:p>
            <a:pPr eaLnBrk="1" hangingPunct="1">
              <a:spcBef>
                <a:spcPct val="30000"/>
              </a:spcBef>
            </a:pPr>
            <a:r>
              <a:rPr lang="en-US" altLang="zh-CN" b="1">
                <a:latin typeface="Times New Roman" panose="02020603050405020304" pitchFamily="18" charset="0"/>
              </a:rPr>
              <a:t>10.5  </a:t>
            </a:r>
            <a:r>
              <a:rPr lang="zh-CN" altLang="en-US" b="1">
                <a:latin typeface="Times New Roman" panose="02020603050405020304" pitchFamily="18" charset="0"/>
              </a:rPr>
              <a:t>机器学习</a:t>
            </a:r>
            <a:endParaRPr lang="zh-CN" altLang="en-US" b="1">
              <a:latin typeface="Times New Roman" panose="02020603050405020304" pitchFamily="18" charset="0"/>
            </a:endParaRPr>
          </a:p>
          <a:p>
            <a:pPr eaLnBrk="1" hangingPunct="1">
              <a:spcBef>
                <a:spcPct val="30000"/>
              </a:spcBef>
            </a:pPr>
            <a:r>
              <a:rPr lang="en-US" altLang="zh-CN" b="1">
                <a:latin typeface="Times New Roman" panose="02020603050405020304" pitchFamily="18" charset="0"/>
              </a:rPr>
              <a:t>10.6  </a:t>
            </a:r>
            <a:r>
              <a:rPr lang="zh-CN" altLang="en-US" b="1">
                <a:latin typeface="Times New Roman" panose="02020603050405020304" pitchFamily="18" charset="0"/>
              </a:rPr>
              <a:t>知识发现与数据挖掘</a:t>
            </a:r>
            <a:endParaRPr lang="zh-CN" altLang="en-US" b="1">
              <a:latin typeface="Times New Roman" panose="02020603050405020304" pitchFamily="18" charset="0"/>
            </a:endParaRPr>
          </a:p>
          <a:p>
            <a:pPr eaLnBrk="1" hangingPunct="1">
              <a:spcBef>
                <a:spcPct val="30000"/>
              </a:spcBef>
            </a:pPr>
            <a:r>
              <a:rPr lang="en-US" altLang="zh-CN" b="1">
                <a:latin typeface="Times New Roman" panose="02020603050405020304" pitchFamily="18" charset="0"/>
              </a:rPr>
              <a:t>10.7  </a:t>
            </a:r>
            <a:r>
              <a:rPr lang="zh-CN" altLang="en-US" b="1">
                <a:latin typeface="Times New Roman" panose="02020603050405020304" pitchFamily="18" charset="0"/>
              </a:rPr>
              <a:t>专家系统的建立</a:t>
            </a:r>
            <a:endParaRPr lang="zh-CN" altLang="en-US" b="1">
              <a:latin typeface="Times New Roman" panose="02020603050405020304" pitchFamily="18" charset="0"/>
            </a:endParaRPr>
          </a:p>
          <a:p>
            <a:pPr eaLnBrk="1" hangingPunct="1">
              <a:spcBef>
                <a:spcPct val="30000"/>
              </a:spcBef>
              <a:buClr>
                <a:srgbClr val="0000FF"/>
              </a:buClr>
              <a:buSzPct val="150000"/>
              <a:buFont typeface="Wingdings" panose="05000000000000000000" pitchFamily="2" charset="2"/>
              <a:buChar char="ü"/>
            </a:pPr>
            <a:r>
              <a:rPr lang="en-US" altLang="zh-CN" b="1">
                <a:solidFill>
                  <a:srgbClr val="0000FF"/>
                </a:solidFill>
                <a:latin typeface="Times New Roman" panose="02020603050405020304" pitchFamily="18" charset="0"/>
              </a:rPr>
              <a:t>10.8  </a:t>
            </a:r>
            <a:r>
              <a:rPr lang="zh-CN" altLang="en-US" b="1">
                <a:solidFill>
                  <a:srgbClr val="0000FF"/>
                </a:solidFill>
                <a:latin typeface="Times New Roman" panose="02020603050405020304" pitchFamily="18" charset="0"/>
              </a:rPr>
              <a:t>专家系统实例</a:t>
            </a:r>
            <a:endParaRPr lang="zh-CN" altLang="en-US" b="1">
              <a:solidFill>
                <a:srgbClr val="0000FF"/>
              </a:solidFill>
              <a:latin typeface="Times New Roman" panose="02020603050405020304" pitchFamily="18" charset="0"/>
            </a:endParaRPr>
          </a:p>
          <a:p>
            <a:pPr eaLnBrk="1" hangingPunct="1">
              <a:spcBef>
                <a:spcPct val="30000"/>
              </a:spcBef>
            </a:pPr>
            <a:r>
              <a:rPr lang="en-US" altLang="zh-CN" b="1">
                <a:latin typeface="Times New Roman" panose="02020603050405020304" pitchFamily="18" charset="0"/>
              </a:rPr>
              <a:t>10.9  </a:t>
            </a:r>
            <a:r>
              <a:rPr lang="zh-CN" altLang="en-US" b="1">
                <a:latin typeface="Times New Roman" panose="02020603050405020304" pitchFamily="18" charset="0"/>
              </a:rPr>
              <a:t>专家系统的开发工具</a:t>
            </a:r>
            <a:endParaRPr lang="zh-CN" altLang="en-US" b="1">
              <a:latin typeface="Times New Roman" panose="02020603050405020304" pitchFamily="18" charset="0"/>
            </a:endParaRPr>
          </a:p>
        </p:txBody>
      </p:sp>
    </p:spTree>
  </p:cSld>
  <p:clrMapOvr>
    <a:masterClrMapping/>
  </p:clrMapOvr>
  <p:transition>
    <p:random/>
  </p:transition>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CAD508E8-6F13-4181-A511-9FCEE5C66B34}" type="slidenum">
              <a:rPr lang="ja-JP" altLang="en-US">
                <a:latin typeface="Arial" panose="020B0604020202020204"/>
              </a:rPr>
            </a:fld>
            <a:endParaRPr lang="en-US" altLang="ja-JP">
              <a:latin typeface="Arial" panose="020B0604020202020204"/>
            </a:endParaRPr>
          </a:p>
        </p:txBody>
      </p:sp>
      <p:sp>
        <p:nvSpPr>
          <p:cNvPr id="463875" name="Rectangle 2"/>
          <p:cNvSpPr>
            <a:spLocks noGrp="1" noChangeArrowheads="1"/>
          </p:cNvSpPr>
          <p:nvPr>
            <p:ph type="title"/>
          </p:nvPr>
        </p:nvSpPr>
        <p:spPr/>
        <p:txBody>
          <a:bodyPr/>
          <a:lstStyle/>
          <a:p>
            <a:pPr eaLnBrk="1" hangingPunct="1"/>
            <a:endParaRPr lang="zh-CN" altLang="zh-CN">
              <a:latin typeface="Times New Roman" panose="02020603050405020304" pitchFamily="18" charset="0"/>
            </a:endParaRPr>
          </a:p>
        </p:txBody>
      </p:sp>
      <p:sp>
        <p:nvSpPr>
          <p:cNvPr id="619523" name="Rectangle 3"/>
          <p:cNvSpPr>
            <a:spLocks noGrp="1" noChangeArrowheads="1"/>
          </p:cNvSpPr>
          <p:nvPr>
            <p:ph type="body" idx="1"/>
          </p:nvPr>
        </p:nvSpPr>
        <p:spPr>
          <a:xfrm>
            <a:off x="2025650" y="1152526"/>
            <a:ext cx="8642350" cy="5400675"/>
          </a:xfrm>
        </p:spPr>
        <p:txBody>
          <a:bodyPr/>
          <a:lstStyle/>
          <a:p>
            <a:pPr eaLnBrk="1" hangingPunct="1">
              <a:spcBef>
                <a:spcPct val="30000"/>
              </a:spcBef>
              <a:buSzPct val="60000"/>
              <a:buFont typeface="Wingdings" panose="05000000000000000000" pitchFamily="2" charset="2"/>
              <a:buBlip>
                <a:blip r:embed="rId1"/>
              </a:buBlip>
            </a:pPr>
            <a:r>
              <a:rPr lang="en-US" altLang="zh-CN" sz="3000" b="1">
                <a:latin typeface="Times New Roman" panose="02020603050405020304" pitchFamily="18" charset="0"/>
              </a:rPr>
              <a:t>10.8.1 </a:t>
            </a:r>
            <a:r>
              <a:rPr lang="zh-CN" altLang="en-US" sz="3000" b="1">
                <a:solidFill>
                  <a:srgbClr val="000000"/>
                </a:solidFill>
                <a:latin typeface="Times New Roman" panose="02020603050405020304" pitchFamily="18" charset="0"/>
              </a:rPr>
              <a:t>医学专家系统──</a:t>
            </a:r>
            <a:r>
              <a:rPr lang="en-US" altLang="zh-CN" sz="3000" b="1">
                <a:solidFill>
                  <a:srgbClr val="000000"/>
                </a:solidFill>
                <a:latin typeface="Times New Roman" panose="02020603050405020304" pitchFamily="18" charset="0"/>
                <a:cs typeface="Times New Roman" panose="02020603050405020304" pitchFamily="18" charset="0"/>
              </a:rPr>
              <a:t>MYCIN</a:t>
            </a:r>
            <a:r>
              <a:rPr lang="en-US" altLang="zh-CN" sz="3000" b="1">
                <a:latin typeface="Times New Roman" panose="02020603050405020304" pitchFamily="18" charset="0"/>
              </a:rPr>
              <a:t> </a:t>
            </a:r>
            <a:endParaRPr lang="en-US" altLang="zh-CN" sz="3000" b="1">
              <a:latin typeface="Times New Roman" panose="02020603050405020304" pitchFamily="18" charset="0"/>
            </a:endParaRPr>
          </a:p>
          <a:p>
            <a:pPr eaLnBrk="1" hangingPunct="1">
              <a:spcBef>
                <a:spcPct val="30000"/>
              </a:spcBef>
              <a:buSzPct val="60000"/>
              <a:buFont typeface="Wingdings" panose="05000000000000000000" pitchFamily="2" charset="2"/>
              <a:buBlip>
                <a:blip r:embed="rId1"/>
              </a:buBlip>
            </a:pPr>
            <a:r>
              <a:rPr lang="en-US" altLang="zh-CN" sz="3000" b="1">
                <a:solidFill>
                  <a:srgbClr val="000000"/>
                </a:solidFill>
                <a:latin typeface="Times New Roman" panose="02020603050405020304" pitchFamily="18" charset="0"/>
                <a:cs typeface="Times New Roman" panose="02020603050405020304" pitchFamily="18" charset="0"/>
              </a:rPr>
              <a:t>10.8.2 </a:t>
            </a:r>
            <a:r>
              <a:rPr lang="zh-CN" altLang="en-US" sz="3000" b="1">
                <a:solidFill>
                  <a:srgbClr val="000000"/>
                </a:solidFill>
                <a:latin typeface="Times New Roman" panose="02020603050405020304" pitchFamily="18" charset="0"/>
              </a:rPr>
              <a:t>地质勘探专家系统──</a:t>
            </a:r>
            <a:r>
              <a:rPr lang="en-US" altLang="zh-CN" sz="3000" b="1">
                <a:solidFill>
                  <a:srgbClr val="000000"/>
                </a:solidFill>
                <a:latin typeface="Times New Roman" panose="02020603050405020304" pitchFamily="18" charset="0"/>
                <a:cs typeface="Times New Roman" panose="02020603050405020304" pitchFamily="18" charset="0"/>
              </a:rPr>
              <a:t>PROSPECTOR</a:t>
            </a:r>
            <a:r>
              <a:rPr lang="en-US" altLang="zh-CN">
                <a:latin typeface="Times New Roman" panose="02020603050405020304" pitchFamily="18" charset="0"/>
              </a:rPr>
              <a:t> </a:t>
            </a:r>
            <a:endParaRPr lang="en-US" altLang="zh-CN">
              <a:latin typeface="Times New Roman" panose="02020603050405020304" pitchFamily="18" charset="0"/>
            </a:endParaRPr>
          </a:p>
        </p:txBody>
      </p:sp>
      <p:sp>
        <p:nvSpPr>
          <p:cNvPr id="463877" name="Rectangle 4"/>
          <p:cNvSpPr>
            <a:spLocks noChangeArrowheads="1"/>
          </p:cNvSpPr>
          <p:nvPr/>
        </p:nvSpPr>
        <p:spPr bwMode="auto">
          <a:xfrm>
            <a:off x="1524000" y="1"/>
            <a:ext cx="9144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530">
              <a:defRPr>
                <a:solidFill>
                  <a:schemeClr val="tx1"/>
                </a:solidFill>
                <a:latin typeface="Verdana" panose="020B0604030504040204" pitchFamily="34" charset="0"/>
                <a:ea typeface="宋体" panose="02010600030101010101" pitchFamily="2" charset="-122"/>
              </a:defRPr>
            </a:lvl1pPr>
            <a:lvl2pPr indent="176530">
              <a:defRPr>
                <a:solidFill>
                  <a:schemeClr val="tx1"/>
                </a:solidFill>
                <a:latin typeface="Verdana" panose="020B0604030504040204" pitchFamily="34" charset="0"/>
                <a:ea typeface="宋体" panose="02010600030101010101" pitchFamily="2" charset="-122"/>
              </a:defRPr>
            </a:lvl2pPr>
            <a:lvl3pPr indent="176530">
              <a:defRPr>
                <a:solidFill>
                  <a:schemeClr val="tx1"/>
                </a:solidFill>
                <a:latin typeface="Verdana" panose="020B0604030504040204" pitchFamily="34" charset="0"/>
                <a:ea typeface="宋体" panose="02010600030101010101" pitchFamily="2" charset="-122"/>
              </a:defRPr>
            </a:lvl3pPr>
            <a:lvl4pPr indent="176530">
              <a:defRPr>
                <a:solidFill>
                  <a:schemeClr val="tx1"/>
                </a:solidFill>
                <a:latin typeface="Verdana" panose="020B0604030504040204" pitchFamily="34" charset="0"/>
                <a:ea typeface="宋体" panose="02010600030101010101" pitchFamily="2" charset="-122"/>
              </a:defRPr>
            </a:lvl4pPr>
            <a:lvl5pPr indent="176530">
              <a:defRPr>
                <a:solidFill>
                  <a:schemeClr val="tx1"/>
                </a:solidFill>
                <a:latin typeface="Verdana" panose="020B0604030504040204" pitchFamily="34" charset="0"/>
                <a:ea typeface="宋体" panose="02010600030101010101" pitchFamily="2" charset="-122"/>
              </a:defRPr>
            </a:lvl5pPr>
            <a:lvl6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600">
                <a:solidFill>
                  <a:srgbClr val="FFFFFF"/>
                </a:solidFill>
                <a:latin typeface="Times New Roman" panose="02020603050405020304" pitchFamily="18" charset="0"/>
                <a:ea typeface="黑体" panose="02010609060101010101" pitchFamily="49" charset="-122"/>
              </a:rPr>
              <a:t>10.8  </a:t>
            </a:r>
            <a:r>
              <a:rPr lang="zh-CN" altLang="en-US" sz="3600">
                <a:solidFill>
                  <a:srgbClr val="FFFFFF"/>
                </a:solidFill>
                <a:latin typeface="Times New Roman" panose="02020603050405020304" pitchFamily="18" charset="0"/>
                <a:ea typeface="黑体" panose="02010609060101010101" pitchFamily="49" charset="-122"/>
              </a:rPr>
              <a:t>专家系统实例</a:t>
            </a:r>
            <a:endParaRPr lang="zh-CN" altLang="en-US" sz="3600">
              <a:solidFill>
                <a:srgbClr val="FFFFFF"/>
              </a:solidFill>
              <a:latin typeface="Times New Roman" panose="02020603050405020304" pitchFamily="18" charset="0"/>
              <a:ea typeface="黑体" panose="02010609060101010101"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19523">
                                            <p:txEl>
                                              <p:pRg st="0" end="0"/>
                                            </p:txEl>
                                          </p:spTgt>
                                        </p:tgtEl>
                                        <p:attrNameLst>
                                          <p:attrName>style.visibility</p:attrName>
                                        </p:attrNameLst>
                                      </p:cBhvr>
                                      <p:to>
                                        <p:strVal val="visible"/>
                                      </p:to>
                                    </p:set>
                                    <p:anim calcmode="lin" valueType="num">
                                      <p:cBhvr additive="base">
                                        <p:cTn id="7" dur="500" fill="hold"/>
                                        <p:tgtEl>
                                          <p:spTgt spid="6195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19523">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619523">
                                            <p:txEl>
                                              <p:pRg st="1" end="1"/>
                                            </p:txEl>
                                          </p:spTgt>
                                        </p:tgtEl>
                                        <p:attrNameLst>
                                          <p:attrName>style.visibility</p:attrName>
                                        </p:attrNameLst>
                                      </p:cBhvr>
                                      <p:to>
                                        <p:strVal val="visible"/>
                                      </p:to>
                                    </p:set>
                                    <p:anim calcmode="lin" valueType="num">
                                      <p:cBhvr additive="base">
                                        <p:cTn id="12" dur="500" fill="hold"/>
                                        <p:tgtEl>
                                          <p:spTgt spid="619523">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61952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9523" grpId="0" advAuto="0" autoUpdateAnimBg="0" build="p"/>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D0F908D0-F8BA-4851-AB83-1A824308947D}" type="slidenum">
              <a:rPr lang="ja-JP" altLang="en-US">
                <a:latin typeface="Arial" panose="020B0604020202020204"/>
              </a:rPr>
            </a:fld>
            <a:endParaRPr lang="en-US" altLang="ja-JP">
              <a:latin typeface="Arial" panose="020B0604020202020204"/>
            </a:endParaRPr>
          </a:p>
        </p:txBody>
      </p:sp>
      <p:sp>
        <p:nvSpPr>
          <p:cNvPr id="464899" name="Rectangle 2"/>
          <p:cNvSpPr>
            <a:spLocks noGrp="1" noChangeArrowheads="1"/>
          </p:cNvSpPr>
          <p:nvPr>
            <p:ph type="title"/>
          </p:nvPr>
        </p:nvSpPr>
        <p:spPr/>
        <p:txBody>
          <a:bodyPr/>
          <a:lstStyle/>
          <a:p>
            <a:pPr eaLnBrk="1" hangingPunct="1"/>
            <a:endParaRPr lang="zh-CN" altLang="zh-CN">
              <a:latin typeface="Times New Roman" panose="02020603050405020304" pitchFamily="18" charset="0"/>
            </a:endParaRPr>
          </a:p>
        </p:txBody>
      </p:sp>
      <p:sp>
        <p:nvSpPr>
          <p:cNvPr id="464900" name="Rectangle 3"/>
          <p:cNvSpPr>
            <a:spLocks noGrp="1" noChangeArrowheads="1"/>
          </p:cNvSpPr>
          <p:nvPr>
            <p:ph type="body" idx="1"/>
          </p:nvPr>
        </p:nvSpPr>
        <p:spPr>
          <a:xfrm>
            <a:off x="2133600" y="1304926"/>
            <a:ext cx="8153400" cy="5400675"/>
          </a:xfrm>
        </p:spPr>
        <p:txBody>
          <a:bodyPr/>
          <a:lstStyle/>
          <a:p>
            <a:pPr eaLnBrk="1" hangingPunct="1">
              <a:spcBef>
                <a:spcPct val="30000"/>
              </a:spcBef>
              <a:buSzPct val="60000"/>
              <a:buFont typeface="Wingdings" panose="05000000000000000000" pitchFamily="2" charset="2"/>
              <a:buBlip>
                <a:blip r:embed="rId1"/>
              </a:buBlip>
            </a:pPr>
            <a:r>
              <a:rPr lang="en-US" altLang="zh-CN" sz="3000" b="1">
                <a:solidFill>
                  <a:srgbClr val="0000FF"/>
                </a:solidFill>
                <a:latin typeface="Times New Roman" panose="02020603050405020304" pitchFamily="18" charset="0"/>
              </a:rPr>
              <a:t>10.8.1 </a:t>
            </a:r>
            <a:r>
              <a:rPr lang="zh-CN" altLang="en-US" sz="3000" b="1">
                <a:solidFill>
                  <a:srgbClr val="0000FF"/>
                </a:solidFill>
                <a:latin typeface="Times New Roman" panose="02020603050405020304" pitchFamily="18" charset="0"/>
              </a:rPr>
              <a:t>医学专家系统──</a:t>
            </a:r>
            <a:r>
              <a:rPr lang="en-US" altLang="zh-CN" sz="3000" b="1">
                <a:solidFill>
                  <a:srgbClr val="0000FF"/>
                </a:solidFill>
                <a:latin typeface="Times New Roman" panose="02020603050405020304" pitchFamily="18" charset="0"/>
                <a:cs typeface="Times New Roman" panose="02020603050405020304" pitchFamily="18" charset="0"/>
              </a:rPr>
              <a:t>MYCIN</a:t>
            </a:r>
            <a:r>
              <a:rPr lang="en-US" altLang="zh-CN" sz="3000" b="1">
                <a:latin typeface="Times New Roman" panose="02020603050405020304" pitchFamily="18" charset="0"/>
              </a:rPr>
              <a:t> </a:t>
            </a:r>
            <a:endParaRPr lang="en-US" altLang="zh-CN" sz="3000" b="1">
              <a:latin typeface="Times New Roman" panose="02020603050405020304" pitchFamily="18" charset="0"/>
            </a:endParaRPr>
          </a:p>
          <a:p>
            <a:pPr eaLnBrk="1" hangingPunct="1">
              <a:spcBef>
                <a:spcPct val="30000"/>
              </a:spcBef>
              <a:buSzPct val="60000"/>
              <a:buFont typeface="Wingdings" panose="05000000000000000000" pitchFamily="2" charset="2"/>
              <a:buBlip>
                <a:blip r:embed="rId1"/>
              </a:buBlip>
            </a:pPr>
            <a:r>
              <a:rPr lang="en-US" altLang="zh-CN" sz="3000" b="1">
                <a:solidFill>
                  <a:srgbClr val="000000"/>
                </a:solidFill>
                <a:latin typeface="Times New Roman" panose="02020603050405020304" pitchFamily="18" charset="0"/>
                <a:cs typeface="Times New Roman" panose="02020603050405020304" pitchFamily="18" charset="0"/>
              </a:rPr>
              <a:t>10.8.2 </a:t>
            </a:r>
            <a:r>
              <a:rPr lang="zh-CN" altLang="en-US" sz="3000" b="1">
                <a:solidFill>
                  <a:srgbClr val="000000"/>
                </a:solidFill>
                <a:latin typeface="Times New Roman" panose="02020603050405020304" pitchFamily="18" charset="0"/>
              </a:rPr>
              <a:t>地质勘探专家系统──</a:t>
            </a:r>
            <a:r>
              <a:rPr lang="en-US" altLang="zh-CN" sz="3000" b="1">
                <a:solidFill>
                  <a:srgbClr val="000000"/>
                </a:solidFill>
                <a:latin typeface="Times New Roman" panose="02020603050405020304" pitchFamily="18" charset="0"/>
                <a:cs typeface="Times New Roman" panose="02020603050405020304" pitchFamily="18" charset="0"/>
              </a:rPr>
              <a:t>PROSPECTOR</a:t>
            </a:r>
            <a:r>
              <a:rPr lang="en-US" altLang="zh-CN">
                <a:latin typeface="Times New Roman" panose="02020603050405020304" pitchFamily="18" charset="0"/>
              </a:rPr>
              <a:t> </a:t>
            </a:r>
            <a:endParaRPr lang="en-US" altLang="zh-CN">
              <a:latin typeface="Times New Roman" panose="02020603050405020304" pitchFamily="18" charset="0"/>
            </a:endParaRPr>
          </a:p>
        </p:txBody>
      </p:sp>
      <p:sp>
        <p:nvSpPr>
          <p:cNvPr id="464901" name="Rectangle 4"/>
          <p:cNvSpPr>
            <a:spLocks noChangeArrowheads="1"/>
          </p:cNvSpPr>
          <p:nvPr/>
        </p:nvSpPr>
        <p:spPr bwMode="auto">
          <a:xfrm>
            <a:off x="1524000" y="1"/>
            <a:ext cx="9144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530">
              <a:defRPr>
                <a:solidFill>
                  <a:schemeClr val="tx1"/>
                </a:solidFill>
                <a:latin typeface="Verdana" panose="020B0604030504040204" pitchFamily="34" charset="0"/>
                <a:ea typeface="宋体" panose="02010600030101010101" pitchFamily="2" charset="-122"/>
              </a:defRPr>
            </a:lvl1pPr>
            <a:lvl2pPr indent="176530">
              <a:defRPr>
                <a:solidFill>
                  <a:schemeClr val="tx1"/>
                </a:solidFill>
                <a:latin typeface="Verdana" panose="020B0604030504040204" pitchFamily="34" charset="0"/>
                <a:ea typeface="宋体" panose="02010600030101010101" pitchFamily="2" charset="-122"/>
              </a:defRPr>
            </a:lvl2pPr>
            <a:lvl3pPr indent="176530">
              <a:defRPr>
                <a:solidFill>
                  <a:schemeClr val="tx1"/>
                </a:solidFill>
                <a:latin typeface="Verdana" panose="020B0604030504040204" pitchFamily="34" charset="0"/>
                <a:ea typeface="宋体" panose="02010600030101010101" pitchFamily="2" charset="-122"/>
              </a:defRPr>
            </a:lvl3pPr>
            <a:lvl4pPr indent="176530">
              <a:defRPr>
                <a:solidFill>
                  <a:schemeClr val="tx1"/>
                </a:solidFill>
                <a:latin typeface="Verdana" panose="020B0604030504040204" pitchFamily="34" charset="0"/>
                <a:ea typeface="宋体" panose="02010600030101010101" pitchFamily="2" charset="-122"/>
              </a:defRPr>
            </a:lvl4pPr>
            <a:lvl5pPr indent="176530">
              <a:defRPr>
                <a:solidFill>
                  <a:schemeClr val="tx1"/>
                </a:solidFill>
                <a:latin typeface="Verdana" panose="020B0604030504040204" pitchFamily="34" charset="0"/>
                <a:ea typeface="宋体" panose="02010600030101010101" pitchFamily="2" charset="-122"/>
              </a:defRPr>
            </a:lvl5pPr>
            <a:lvl6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600">
                <a:solidFill>
                  <a:srgbClr val="FFFFFF"/>
                </a:solidFill>
                <a:latin typeface="Times New Roman" panose="02020603050405020304" pitchFamily="18" charset="0"/>
                <a:ea typeface="黑体" panose="02010609060101010101" pitchFamily="49" charset="-122"/>
              </a:rPr>
              <a:t>10.8  </a:t>
            </a:r>
            <a:r>
              <a:rPr lang="zh-CN" altLang="en-US" sz="3600">
                <a:solidFill>
                  <a:srgbClr val="FFFFFF"/>
                </a:solidFill>
                <a:latin typeface="Times New Roman" panose="02020603050405020304" pitchFamily="18" charset="0"/>
                <a:ea typeface="黑体" panose="02010609060101010101" pitchFamily="49" charset="-122"/>
              </a:rPr>
              <a:t>专家系统实例</a:t>
            </a:r>
            <a:endParaRPr lang="zh-CN" altLang="en-US" sz="3600">
              <a:solidFill>
                <a:srgbClr val="FFFFFF"/>
              </a:solidFill>
              <a:latin typeface="Times New Roman" panose="02020603050405020304" pitchFamily="18" charset="0"/>
              <a:ea typeface="黑体" panose="02010609060101010101" pitchFamily="49" charset="-122"/>
            </a:endParaRPr>
          </a:p>
        </p:txBody>
      </p:sp>
    </p:spTree>
  </p:cSld>
  <p:clrMapOvr>
    <a:masterClrMapping/>
  </p:clrMapOvr>
  <p:transition>
    <p:random/>
  </p:transition>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2" name="灯片编号占位符 3"/>
          <p:cNvSpPr>
            <a:spLocks noGrp="1"/>
          </p:cNvSpPr>
          <p:nvPr>
            <p:ph type="sldNum" sz="quarter" idx="10"/>
          </p:nvPr>
        </p:nvSpPr>
        <p:spPr/>
        <p:txBody>
          <a:bodyPr/>
          <a:lstStyle/>
          <a:p>
            <a:pPr fontAlgn="base">
              <a:spcBef>
                <a:spcPct val="0"/>
              </a:spcBef>
              <a:spcAft>
                <a:spcPct val="0"/>
              </a:spcAft>
              <a:defRPr/>
            </a:pPr>
            <a:fld id="{78AA9489-8ECC-4F00-A69A-7207671093C4}" type="slidenum">
              <a:rPr lang="ja-JP" altLang="en-US">
                <a:latin typeface="Arial" panose="020B0604020202020204"/>
              </a:rPr>
            </a:fld>
            <a:endParaRPr lang="en-US" altLang="ja-JP">
              <a:latin typeface="Arial" panose="020B0604020202020204"/>
            </a:endParaRPr>
          </a:p>
        </p:txBody>
      </p:sp>
      <p:sp>
        <p:nvSpPr>
          <p:cNvPr id="465923"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rPr>
              <a:t>10.8.1  </a:t>
            </a:r>
            <a:r>
              <a:rPr lang="zh-CN" altLang="en-US" sz="4200" b="0">
                <a:latin typeface="Times New Roman" panose="02020603050405020304" pitchFamily="18" charset="0"/>
                <a:ea typeface="黑体" panose="02010609060101010101" pitchFamily="49" charset="-122"/>
              </a:rPr>
              <a:t>医学专家系统──</a:t>
            </a:r>
            <a:r>
              <a:rPr lang="en-US" altLang="zh-CN" sz="4200" b="0">
                <a:latin typeface="Times New Roman" panose="02020603050405020304" pitchFamily="18" charset="0"/>
                <a:ea typeface="黑体" panose="02010609060101010101" pitchFamily="49" charset="-122"/>
                <a:cs typeface="Times New Roman" panose="02020603050405020304" pitchFamily="18" charset="0"/>
              </a:rPr>
              <a:t>MYCIN</a:t>
            </a:r>
            <a:endParaRPr lang="en-US" altLang="zh-CN" sz="4200" b="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65924" name="Rectangle 3"/>
          <p:cNvSpPr>
            <a:spLocks noGrp="1" noChangeArrowheads="1"/>
          </p:cNvSpPr>
          <p:nvPr>
            <p:ph type="body" idx="1"/>
          </p:nvPr>
        </p:nvSpPr>
        <p:spPr>
          <a:xfrm>
            <a:off x="1774825" y="838200"/>
            <a:ext cx="8642350" cy="768350"/>
          </a:xfrm>
        </p:spPr>
        <p:txBody>
          <a:bodyPr/>
          <a:lstStyle/>
          <a:p>
            <a:pPr eaLnBrk="1" hangingPunct="1">
              <a:buFont typeface="Wingdings" panose="05000000000000000000" pitchFamily="2" charset="2"/>
              <a:buNone/>
            </a:pPr>
            <a:r>
              <a:rPr lang="en-US" altLang="zh-CN" sz="2600" b="1">
                <a:solidFill>
                  <a:srgbClr val="000000"/>
                </a:solidFill>
                <a:latin typeface="Times New Roman" panose="02020603050405020304" pitchFamily="18" charset="0"/>
                <a:cs typeface="Times New Roman" panose="02020603050405020304" pitchFamily="18" charset="0"/>
              </a:rPr>
              <a:t>1.  </a:t>
            </a:r>
            <a:r>
              <a:rPr lang="zh-CN" altLang="en-US" sz="2600" b="1">
                <a:solidFill>
                  <a:srgbClr val="000000"/>
                </a:solidFill>
                <a:latin typeface="Times New Roman" panose="02020603050405020304" pitchFamily="18" charset="0"/>
              </a:rPr>
              <a:t>系统结构</a:t>
            </a:r>
            <a:endParaRPr lang="zh-CN" altLang="en-US" sz="2600" b="1">
              <a:solidFill>
                <a:srgbClr val="000000"/>
              </a:solidFill>
              <a:latin typeface="Times New Roman" panose="02020603050405020304" pitchFamily="18" charset="0"/>
            </a:endParaRPr>
          </a:p>
          <a:p>
            <a:pPr eaLnBrk="1" hangingPunct="1">
              <a:spcBef>
                <a:spcPct val="20000"/>
              </a:spcBef>
            </a:pPr>
            <a:endParaRPr lang="en-US" altLang="zh-CN" sz="2600">
              <a:latin typeface="Times New Roman" panose="02020603050405020304" pitchFamily="18" charset="0"/>
            </a:endParaRPr>
          </a:p>
        </p:txBody>
      </p:sp>
      <p:sp>
        <p:nvSpPr>
          <p:cNvPr id="621572" name="Rectangle 4"/>
          <p:cNvSpPr>
            <a:spLocks noChangeArrowheads="1"/>
          </p:cNvSpPr>
          <p:nvPr/>
        </p:nvSpPr>
        <p:spPr bwMode="auto">
          <a:xfrm>
            <a:off x="1797050" y="1600200"/>
            <a:ext cx="8642350" cy="2514600"/>
          </a:xfrm>
          <a:prstGeom prst="rect">
            <a:avLst/>
          </a:prstGeom>
          <a:gradFill rotWithShape="1">
            <a:gsLst>
              <a:gs pos="0">
                <a:srgbClr val="FFFF00"/>
              </a:gs>
              <a:gs pos="100000">
                <a:schemeClr val="bg1"/>
              </a:gs>
            </a:gsLst>
            <a:path path="rect">
              <a:fillToRect l="100000" t="10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908050" indent="-43688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304925" indent="-395605">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9418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94230" indent="-398780">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Bef>
                <a:spcPct val="20000"/>
              </a:spcBef>
              <a:spcAft>
                <a:spcPct val="0"/>
              </a:spcAft>
              <a:buClr>
                <a:srgbClr val="CC0000"/>
              </a:buClr>
            </a:pPr>
            <a:r>
              <a:rPr lang="en-US" altLang="zh-CN" sz="2400" b="1">
                <a:solidFill>
                  <a:srgbClr val="000000"/>
                </a:solidFill>
                <a:latin typeface="Times New Roman" panose="02020603050405020304" pitchFamily="18" charset="0"/>
              </a:rPr>
              <a:t> MYCIN</a:t>
            </a:r>
            <a:r>
              <a:rPr lang="zh-CN" altLang="en-US" sz="2400" b="1">
                <a:solidFill>
                  <a:srgbClr val="000000"/>
                </a:solidFill>
                <a:latin typeface="Times New Roman" panose="02020603050405020304" pitchFamily="18" charset="0"/>
              </a:rPr>
              <a:t>系统由斯坦福大学</a:t>
            </a:r>
            <a:r>
              <a:rPr lang="en-US" altLang="zh-CN" sz="2400" b="1">
                <a:solidFill>
                  <a:srgbClr val="000000"/>
                </a:solidFill>
                <a:latin typeface="Times New Roman" panose="02020603050405020304" pitchFamily="18" charset="0"/>
              </a:rPr>
              <a:t>1972</a:t>
            </a:r>
            <a:r>
              <a:rPr lang="zh-CN" altLang="en-US" sz="2400" b="1">
                <a:solidFill>
                  <a:srgbClr val="000000"/>
                </a:solidFill>
                <a:latin typeface="Times New Roman" panose="02020603050405020304" pitchFamily="18" charset="0"/>
              </a:rPr>
              <a:t>年开始建造，</a:t>
            </a:r>
            <a:r>
              <a:rPr lang="en-US" altLang="zh-CN" sz="2400" b="1">
                <a:solidFill>
                  <a:srgbClr val="000000"/>
                </a:solidFill>
                <a:latin typeface="Times New Roman" panose="02020603050405020304" pitchFamily="18" charset="0"/>
              </a:rPr>
              <a:t>1978</a:t>
            </a:r>
            <a:r>
              <a:rPr lang="zh-CN" altLang="en-US" sz="2400" b="1">
                <a:solidFill>
                  <a:srgbClr val="000000"/>
                </a:solidFill>
                <a:latin typeface="Times New Roman" panose="02020603050405020304" pitchFamily="18" charset="0"/>
              </a:rPr>
              <a:t>年最终完成。</a:t>
            </a:r>
            <a:endParaRPr lang="zh-CN" altLang="en-US" sz="2400" b="1">
              <a:solidFill>
                <a:srgbClr val="000000"/>
              </a:solidFill>
              <a:latin typeface="Times New Roman" panose="02020603050405020304" pitchFamily="18" charset="0"/>
            </a:endParaRPr>
          </a:p>
          <a:p>
            <a:pPr fontAlgn="base">
              <a:spcBef>
                <a:spcPct val="20000"/>
              </a:spcBef>
              <a:spcAft>
                <a:spcPct val="0"/>
              </a:spcAft>
              <a:buClr>
                <a:srgbClr val="CC0000"/>
              </a:buClr>
            </a:pPr>
            <a:r>
              <a:rPr lang="zh-CN" altLang="en-US" sz="2400" b="1">
                <a:solidFill>
                  <a:srgbClr val="000000"/>
                </a:solidFill>
                <a:latin typeface="Times New Roman" panose="02020603050405020304" pitchFamily="18" charset="0"/>
              </a:rPr>
              <a:t>系统用</a:t>
            </a:r>
            <a:r>
              <a:rPr lang="en-US" altLang="zh-CN" sz="2400" b="1">
                <a:solidFill>
                  <a:srgbClr val="000000"/>
                </a:solidFill>
                <a:latin typeface="Times New Roman" panose="02020603050405020304" pitchFamily="18" charset="0"/>
              </a:rPr>
              <a:t>INTER LISP</a:t>
            </a:r>
            <a:r>
              <a:rPr lang="zh-CN" altLang="en-US" sz="2400" b="1">
                <a:solidFill>
                  <a:srgbClr val="000000"/>
                </a:solidFill>
                <a:latin typeface="Times New Roman" panose="02020603050405020304" pitchFamily="18" charset="0"/>
              </a:rPr>
              <a:t>语言编写。</a:t>
            </a:r>
            <a:endParaRPr lang="zh-CN" altLang="en-US" sz="2400" b="1">
              <a:solidFill>
                <a:srgbClr val="000000"/>
              </a:solidFill>
              <a:latin typeface="Times New Roman" panose="02020603050405020304" pitchFamily="18" charset="0"/>
            </a:endParaRPr>
          </a:p>
          <a:p>
            <a:pPr fontAlgn="base">
              <a:spcBef>
                <a:spcPct val="20000"/>
              </a:spcBef>
              <a:spcAft>
                <a:spcPct val="0"/>
              </a:spcAft>
              <a:buClr>
                <a:srgbClr val="CC0000"/>
              </a:buClr>
            </a:pPr>
            <a:r>
              <a:rPr lang="zh-CN" altLang="en-US" sz="2400" b="1">
                <a:solidFill>
                  <a:srgbClr val="000000"/>
                </a:solidFill>
                <a:latin typeface="Times New Roman" panose="02020603050405020304" pitchFamily="18" charset="0"/>
              </a:rPr>
              <a:t>知识库有二百多条规则，可识别</a:t>
            </a:r>
            <a:r>
              <a:rPr lang="en-US" altLang="zh-CN" sz="2400" b="1">
                <a:solidFill>
                  <a:srgbClr val="000000"/>
                </a:solidFill>
                <a:latin typeface="Times New Roman" panose="02020603050405020304" pitchFamily="18" charset="0"/>
              </a:rPr>
              <a:t>51</a:t>
            </a:r>
            <a:r>
              <a:rPr lang="zh-CN" altLang="en-US" sz="2400" b="1">
                <a:solidFill>
                  <a:srgbClr val="000000"/>
                </a:solidFill>
                <a:latin typeface="Times New Roman" panose="02020603050405020304" pitchFamily="18" charset="0"/>
              </a:rPr>
              <a:t>种病菌，正确处理</a:t>
            </a:r>
            <a:r>
              <a:rPr lang="en-US" altLang="zh-CN" sz="2400" b="1">
                <a:solidFill>
                  <a:srgbClr val="000000"/>
                </a:solidFill>
                <a:latin typeface="Times New Roman" panose="02020603050405020304" pitchFamily="18" charset="0"/>
              </a:rPr>
              <a:t>23</a:t>
            </a:r>
            <a:r>
              <a:rPr lang="zh-CN" altLang="en-US" sz="2400" b="1">
                <a:solidFill>
                  <a:srgbClr val="000000"/>
                </a:solidFill>
                <a:latin typeface="Times New Roman" panose="02020603050405020304" pitchFamily="18" charset="0"/>
              </a:rPr>
              <a:t>种抗生素。</a:t>
            </a:r>
            <a:endParaRPr lang="zh-CN" altLang="en-US" sz="2400" b="1">
              <a:solidFill>
                <a:srgbClr val="000000"/>
              </a:solidFill>
              <a:latin typeface="Times New Roman" panose="02020603050405020304" pitchFamily="18" charset="0"/>
            </a:endParaRPr>
          </a:p>
        </p:txBody>
      </p:sp>
      <p:grpSp>
        <p:nvGrpSpPr>
          <p:cNvPr id="621573" name="Group 5"/>
          <p:cNvGrpSpPr/>
          <p:nvPr/>
        </p:nvGrpSpPr>
        <p:grpSpPr bwMode="auto">
          <a:xfrm>
            <a:off x="1981200" y="4446588"/>
            <a:ext cx="8305800" cy="2106612"/>
            <a:chOff x="336" y="2801"/>
            <a:chExt cx="5232" cy="1327"/>
          </a:xfrm>
        </p:grpSpPr>
        <p:sp>
          <p:nvSpPr>
            <p:cNvPr id="465927" name="AutoShape 6"/>
            <p:cNvSpPr>
              <a:spLocks noChangeAspect="1" noChangeArrowheads="1" noTextEdit="1"/>
            </p:cNvSpPr>
            <p:nvPr/>
          </p:nvSpPr>
          <p:spPr bwMode="auto">
            <a:xfrm>
              <a:off x="336" y="2801"/>
              <a:ext cx="5232" cy="1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65928" name="Rectangle 7"/>
            <p:cNvSpPr>
              <a:spLocks noChangeArrowheads="1"/>
            </p:cNvSpPr>
            <p:nvPr/>
          </p:nvSpPr>
          <p:spPr bwMode="auto">
            <a:xfrm>
              <a:off x="340" y="2805"/>
              <a:ext cx="1237" cy="762"/>
            </a:xfrm>
            <a:prstGeom prst="rect">
              <a:avLst/>
            </a:prstGeom>
            <a:noFill/>
            <a:ln w="11113">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65929" name="Rectangle 8"/>
            <p:cNvSpPr>
              <a:spLocks noChangeArrowheads="1"/>
            </p:cNvSpPr>
            <p:nvPr/>
          </p:nvSpPr>
          <p:spPr bwMode="auto">
            <a:xfrm>
              <a:off x="384" y="2866"/>
              <a:ext cx="116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400">
                  <a:solidFill>
                    <a:srgbClr val="000000"/>
                  </a:solidFill>
                  <a:latin typeface="宋体" panose="02010600030101010101" pitchFamily="2" charset="-122"/>
                </a:rPr>
                <a:t>确定病人是否</a:t>
              </a:r>
              <a:endParaRPr lang="zh-CN" altLang="en-US">
                <a:solidFill>
                  <a:srgbClr val="000000"/>
                </a:solidFill>
              </a:endParaRPr>
            </a:p>
          </p:txBody>
        </p:sp>
        <p:sp>
          <p:nvSpPr>
            <p:cNvPr id="465930" name="Rectangle 9"/>
            <p:cNvSpPr>
              <a:spLocks noChangeArrowheads="1"/>
            </p:cNvSpPr>
            <p:nvPr/>
          </p:nvSpPr>
          <p:spPr bwMode="auto">
            <a:xfrm>
              <a:off x="384" y="3092"/>
              <a:ext cx="116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400">
                  <a:solidFill>
                    <a:srgbClr val="000000"/>
                  </a:solidFill>
                  <a:latin typeface="宋体" panose="02010600030101010101" pitchFamily="2" charset="-122"/>
                </a:rPr>
                <a:t>存在需要治疗</a:t>
              </a:r>
              <a:endParaRPr lang="zh-CN" altLang="en-US">
                <a:solidFill>
                  <a:srgbClr val="000000"/>
                </a:solidFill>
              </a:endParaRPr>
            </a:p>
          </p:txBody>
        </p:sp>
        <p:sp>
          <p:nvSpPr>
            <p:cNvPr id="465931" name="Rectangle 10"/>
            <p:cNvSpPr>
              <a:spLocks noChangeArrowheads="1"/>
            </p:cNvSpPr>
            <p:nvPr/>
          </p:nvSpPr>
          <p:spPr bwMode="auto">
            <a:xfrm>
              <a:off x="480" y="3318"/>
              <a:ext cx="96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400">
                  <a:solidFill>
                    <a:srgbClr val="000000"/>
                  </a:solidFill>
                  <a:latin typeface="宋体" panose="02010600030101010101" pitchFamily="2" charset="-122"/>
                </a:rPr>
                <a:t>的细菌感染</a:t>
              </a:r>
              <a:endParaRPr lang="zh-CN" altLang="en-US">
                <a:solidFill>
                  <a:srgbClr val="000000"/>
                </a:solidFill>
              </a:endParaRPr>
            </a:p>
          </p:txBody>
        </p:sp>
        <p:sp>
          <p:nvSpPr>
            <p:cNvPr id="465932" name="Rectangle 11"/>
            <p:cNvSpPr>
              <a:spLocks noChangeArrowheads="1"/>
            </p:cNvSpPr>
            <p:nvPr/>
          </p:nvSpPr>
          <p:spPr bwMode="auto">
            <a:xfrm>
              <a:off x="2082" y="2905"/>
              <a:ext cx="759" cy="537"/>
            </a:xfrm>
            <a:prstGeom prst="rect">
              <a:avLst/>
            </a:prstGeom>
            <a:noFill/>
            <a:ln w="11113">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65933" name="Rectangle 12"/>
            <p:cNvSpPr>
              <a:spLocks noChangeArrowheads="1"/>
            </p:cNvSpPr>
            <p:nvPr/>
          </p:nvSpPr>
          <p:spPr bwMode="auto">
            <a:xfrm>
              <a:off x="2160" y="2967"/>
              <a:ext cx="58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400">
                  <a:solidFill>
                    <a:srgbClr val="000000"/>
                  </a:solidFill>
                  <a:latin typeface="宋体" panose="02010600030101010101" pitchFamily="2" charset="-122"/>
                </a:rPr>
                <a:t>确定细</a:t>
              </a:r>
              <a:endParaRPr lang="zh-CN" altLang="en-US">
                <a:solidFill>
                  <a:srgbClr val="000000"/>
                </a:solidFill>
              </a:endParaRPr>
            </a:p>
          </p:txBody>
        </p:sp>
        <p:sp>
          <p:nvSpPr>
            <p:cNvPr id="465934" name="Rectangle 13"/>
            <p:cNvSpPr>
              <a:spLocks noChangeArrowheads="1"/>
            </p:cNvSpPr>
            <p:nvPr/>
          </p:nvSpPr>
          <p:spPr bwMode="auto">
            <a:xfrm>
              <a:off x="2172" y="3192"/>
              <a:ext cx="58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400">
                  <a:solidFill>
                    <a:srgbClr val="000000"/>
                  </a:solidFill>
                  <a:latin typeface="宋体" panose="02010600030101010101" pitchFamily="2" charset="-122"/>
                </a:rPr>
                <a:t>菌类型</a:t>
              </a:r>
              <a:endParaRPr lang="zh-CN" altLang="en-US">
                <a:solidFill>
                  <a:srgbClr val="000000"/>
                </a:solidFill>
              </a:endParaRPr>
            </a:p>
          </p:txBody>
        </p:sp>
        <p:sp>
          <p:nvSpPr>
            <p:cNvPr id="465935" name="Rectangle 14"/>
            <p:cNvSpPr>
              <a:spLocks noChangeArrowheads="1"/>
            </p:cNvSpPr>
            <p:nvPr/>
          </p:nvSpPr>
          <p:spPr bwMode="auto">
            <a:xfrm>
              <a:off x="4754" y="2939"/>
              <a:ext cx="802" cy="537"/>
            </a:xfrm>
            <a:prstGeom prst="rect">
              <a:avLst/>
            </a:prstGeom>
            <a:noFill/>
            <a:ln w="11113">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65936" name="Rectangle 15"/>
            <p:cNvSpPr>
              <a:spLocks noChangeArrowheads="1"/>
            </p:cNvSpPr>
            <p:nvPr/>
          </p:nvSpPr>
          <p:spPr bwMode="auto">
            <a:xfrm>
              <a:off x="4848" y="3000"/>
              <a:ext cx="58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400">
                  <a:solidFill>
                    <a:srgbClr val="000000"/>
                  </a:solidFill>
                  <a:latin typeface="宋体" panose="02010600030101010101" pitchFamily="2" charset="-122"/>
                </a:rPr>
                <a:t>优选治</a:t>
              </a:r>
              <a:endParaRPr lang="zh-CN" altLang="en-US">
                <a:solidFill>
                  <a:srgbClr val="000000"/>
                </a:solidFill>
              </a:endParaRPr>
            </a:p>
          </p:txBody>
        </p:sp>
        <p:sp>
          <p:nvSpPr>
            <p:cNvPr id="465937" name="Rectangle 16"/>
            <p:cNvSpPr>
              <a:spLocks noChangeArrowheads="1"/>
            </p:cNvSpPr>
            <p:nvPr/>
          </p:nvSpPr>
          <p:spPr bwMode="auto">
            <a:xfrm>
              <a:off x="4866" y="3226"/>
              <a:ext cx="58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400">
                  <a:solidFill>
                    <a:srgbClr val="000000"/>
                  </a:solidFill>
                  <a:latin typeface="宋体" panose="02010600030101010101" pitchFamily="2" charset="-122"/>
                </a:rPr>
                <a:t>疗处方</a:t>
              </a:r>
              <a:endParaRPr lang="zh-CN" altLang="en-US">
                <a:solidFill>
                  <a:srgbClr val="000000"/>
                </a:solidFill>
              </a:endParaRPr>
            </a:p>
          </p:txBody>
        </p:sp>
        <p:sp>
          <p:nvSpPr>
            <p:cNvPr id="465938" name="Rectangle 17"/>
            <p:cNvSpPr>
              <a:spLocks noChangeArrowheads="1"/>
            </p:cNvSpPr>
            <p:nvPr/>
          </p:nvSpPr>
          <p:spPr bwMode="auto">
            <a:xfrm>
              <a:off x="3360" y="2814"/>
              <a:ext cx="889" cy="762"/>
            </a:xfrm>
            <a:prstGeom prst="rect">
              <a:avLst/>
            </a:prstGeom>
            <a:noFill/>
            <a:ln w="11113">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65939" name="Rectangle 18"/>
            <p:cNvSpPr>
              <a:spLocks noChangeArrowheads="1"/>
            </p:cNvSpPr>
            <p:nvPr/>
          </p:nvSpPr>
          <p:spPr bwMode="auto">
            <a:xfrm>
              <a:off x="3408" y="2875"/>
              <a:ext cx="77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400">
                  <a:solidFill>
                    <a:srgbClr val="000000"/>
                  </a:solidFill>
                  <a:latin typeface="宋体" panose="02010600030101010101" pitchFamily="2" charset="-122"/>
                </a:rPr>
                <a:t>确定用于</a:t>
              </a:r>
              <a:endParaRPr lang="zh-CN" altLang="en-US">
                <a:solidFill>
                  <a:srgbClr val="000000"/>
                </a:solidFill>
              </a:endParaRPr>
            </a:p>
          </p:txBody>
        </p:sp>
        <p:sp>
          <p:nvSpPr>
            <p:cNvPr id="465940" name="Rectangle 19"/>
            <p:cNvSpPr>
              <a:spLocks noChangeArrowheads="1"/>
            </p:cNvSpPr>
            <p:nvPr/>
          </p:nvSpPr>
          <p:spPr bwMode="auto">
            <a:xfrm>
              <a:off x="3408" y="3101"/>
              <a:ext cx="77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400">
                  <a:solidFill>
                    <a:srgbClr val="000000"/>
                  </a:solidFill>
                  <a:latin typeface="宋体" panose="02010600030101010101" pitchFamily="2" charset="-122"/>
                </a:rPr>
                <a:t>治疗的菌</a:t>
              </a:r>
              <a:endParaRPr lang="zh-CN" altLang="en-US">
                <a:solidFill>
                  <a:srgbClr val="000000"/>
                </a:solidFill>
              </a:endParaRPr>
            </a:p>
          </p:txBody>
        </p:sp>
        <p:sp>
          <p:nvSpPr>
            <p:cNvPr id="465941" name="Rectangle 20"/>
            <p:cNvSpPr>
              <a:spLocks noChangeArrowheads="1"/>
            </p:cNvSpPr>
            <p:nvPr/>
          </p:nvSpPr>
          <p:spPr bwMode="auto">
            <a:xfrm>
              <a:off x="3521" y="3327"/>
              <a:ext cx="58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400">
                  <a:solidFill>
                    <a:srgbClr val="000000"/>
                  </a:solidFill>
                  <a:latin typeface="宋体" panose="02010600030101010101" pitchFamily="2" charset="-122"/>
                </a:rPr>
                <a:t>素药物</a:t>
              </a:r>
              <a:endParaRPr lang="zh-CN" altLang="en-US">
                <a:solidFill>
                  <a:srgbClr val="000000"/>
                </a:solidFill>
              </a:endParaRPr>
            </a:p>
          </p:txBody>
        </p:sp>
        <p:sp>
          <p:nvSpPr>
            <p:cNvPr id="465942" name="Rectangle 21"/>
            <p:cNvSpPr>
              <a:spLocks noChangeArrowheads="1"/>
            </p:cNvSpPr>
            <p:nvPr/>
          </p:nvSpPr>
          <p:spPr bwMode="auto">
            <a:xfrm>
              <a:off x="1942" y="3816"/>
              <a:ext cx="2464"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65943" name="Rectangle 22"/>
            <p:cNvSpPr>
              <a:spLocks noChangeArrowheads="1"/>
            </p:cNvSpPr>
            <p:nvPr/>
          </p:nvSpPr>
          <p:spPr bwMode="auto">
            <a:xfrm>
              <a:off x="2012" y="3873"/>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zh-CN">
                <a:solidFill>
                  <a:srgbClr val="000000"/>
                </a:solidFill>
              </a:endParaRPr>
            </a:p>
          </p:txBody>
        </p:sp>
        <p:sp>
          <p:nvSpPr>
            <p:cNvPr id="465944" name="Rectangle 23"/>
            <p:cNvSpPr>
              <a:spLocks noChangeArrowheads="1"/>
            </p:cNvSpPr>
            <p:nvPr/>
          </p:nvSpPr>
          <p:spPr bwMode="auto">
            <a:xfrm>
              <a:off x="2186" y="3867"/>
              <a:ext cx="14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2400">
                  <a:solidFill>
                    <a:srgbClr val="000000"/>
                  </a:solidFill>
                  <a:latin typeface="Times New Roman" panose="02020603050405020304" pitchFamily="18" charset="0"/>
                </a:rPr>
                <a:t>   </a:t>
              </a:r>
              <a:endParaRPr lang="en-US" altLang="zh-CN">
                <a:solidFill>
                  <a:srgbClr val="000000"/>
                </a:solidFill>
              </a:endParaRPr>
            </a:p>
          </p:txBody>
        </p:sp>
        <p:sp>
          <p:nvSpPr>
            <p:cNvPr id="465945" name="Rectangle 24"/>
            <p:cNvSpPr>
              <a:spLocks noChangeArrowheads="1"/>
            </p:cNvSpPr>
            <p:nvPr/>
          </p:nvSpPr>
          <p:spPr bwMode="auto">
            <a:xfrm>
              <a:off x="2208" y="3792"/>
              <a:ext cx="64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2400">
                  <a:solidFill>
                    <a:srgbClr val="000000"/>
                  </a:solidFill>
                  <a:latin typeface="Times New Roman" panose="02020603050405020304" pitchFamily="18" charset="0"/>
                </a:rPr>
                <a:t>MYCIN</a:t>
              </a:r>
              <a:endParaRPr lang="en-US" altLang="zh-CN">
                <a:solidFill>
                  <a:srgbClr val="000000"/>
                </a:solidFill>
              </a:endParaRPr>
            </a:p>
          </p:txBody>
        </p:sp>
        <p:sp>
          <p:nvSpPr>
            <p:cNvPr id="465946" name="Rectangle 25"/>
            <p:cNvSpPr>
              <a:spLocks noChangeArrowheads="1"/>
            </p:cNvSpPr>
            <p:nvPr/>
          </p:nvSpPr>
          <p:spPr bwMode="auto">
            <a:xfrm>
              <a:off x="2850" y="3784"/>
              <a:ext cx="136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400" b="1">
                  <a:solidFill>
                    <a:srgbClr val="000000"/>
                  </a:solidFill>
                  <a:latin typeface="宋体" panose="02010600030101010101" pitchFamily="2" charset="-122"/>
                </a:rPr>
                <a:t>系统的咨询过程</a:t>
              </a:r>
              <a:endParaRPr lang="zh-CN" altLang="en-US" b="1">
                <a:solidFill>
                  <a:srgbClr val="000000"/>
                </a:solidFill>
              </a:endParaRPr>
            </a:p>
          </p:txBody>
        </p:sp>
        <p:grpSp>
          <p:nvGrpSpPr>
            <p:cNvPr id="465947" name="Group 26"/>
            <p:cNvGrpSpPr/>
            <p:nvPr/>
          </p:nvGrpSpPr>
          <p:grpSpPr bwMode="auto">
            <a:xfrm>
              <a:off x="1584" y="3149"/>
              <a:ext cx="465" cy="83"/>
              <a:chOff x="1569" y="3149"/>
              <a:chExt cx="465" cy="83"/>
            </a:xfrm>
          </p:grpSpPr>
          <p:sp>
            <p:nvSpPr>
              <p:cNvPr id="465961" name="Line 27"/>
              <p:cNvSpPr>
                <a:spLocks noChangeShapeType="1"/>
              </p:cNvSpPr>
              <p:nvPr/>
            </p:nvSpPr>
            <p:spPr bwMode="auto">
              <a:xfrm>
                <a:off x="1569" y="3190"/>
                <a:ext cx="392" cy="1"/>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65962" name="Freeform 28"/>
              <p:cNvSpPr/>
              <p:nvPr/>
            </p:nvSpPr>
            <p:spPr bwMode="auto">
              <a:xfrm>
                <a:off x="1959" y="3149"/>
                <a:ext cx="75" cy="83"/>
              </a:xfrm>
              <a:custGeom>
                <a:avLst/>
                <a:gdLst>
                  <a:gd name="T0" fmla="*/ 0 w 75"/>
                  <a:gd name="T1" fmla="*/ 83 h 83"/>
                  <a:gd name="T2" fmla="*/ 75 w 75"/>
                  <a:gd name="T3" fmla="*/ 42 h 83"/>
                  <a:gd name="T4" fmla="*/ 0 w 75"/>
                  <a:gd name="T5" fmla="*/ 0 h 83"/>
                  <a:gd name="T6" fmla="*/ 0 w 75"/>
                  <a:gd name="T7" fmla="*/ 83 h 8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 h="83">
                    <a:moveTo>
                      <a:pt x="0" y="83"/>
                    </a:moveTo>
                    <a:lnTo>
                      <a:pt x="75" y="42"/>
                    </a:lnTo>
                    <a:lnTo>
                      <a:pt x="0" y="0"/>
                    </a:lnTo>
                    <a:lnTo>
                      <a:pt x="0" y="8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65948" name="Group 29"/>
            <p:cNvGrpSpPr/>
            <p:nvPr/>
          </p:nvGrpSpPr>
          <p:grpSpPr bwMode="auto">
            <a:xfrm>
              <a:off x="2868" y="3149"/>
              <a:ext cx="465" cy="83"/>
              <a:chOff x="2847" y="3149"/>
              <a:chExt cx="465" cy="83"/>
            </a:xfrm>
          </p:grpSpPr>
          <p:sp>
            <p:nvSpPr>
              <p:cNvPr id="465959" name="Line 30"/>
              <p:cNvSpPr>
                <a:spLocks noChangeShapeType="1"/>
              </p:cNvSpPr>
              <p:nvPr/>
            </p:nvSpPr>
            <p:spPr bwMode="auto">
              <a:xfrm>
                <a:off x="2847" y="3190"/>
                <a:ext cx="392" cy="1"/>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65960" name="Freeform 31"/>
              <p:cNvSpPr/>
              <p:nvPr/>
            </p:nvSpPr>
            <p:spPr bwMode="auto">
              <a:xfrm>
                <a:off x="3237" y="3149"/>
                <a:ext cx="75" cy="83"/>
              </a:xfrm>
              <a:custGeom>
                <a:avLst/>
                <a:gdLst>
                  <a:gd name="T0" fmla="*/ 0 w 75"/>
                  <a:gd name="T1" fmla="*/ 83 h 83"/>
                  <a:gd name="T2" fmla="*/ 75 w 75"/>
                  <a:gd name="T3" fmla="*/ 42 h 83"/>
                  <a:gd name="T4" fmla="*/ 0 w 75"/>
                  <a:gd name="T5" fmla="*/ 0 h 83"/>
                  <a:gd name="T6" fmla="*/ 0 w 75"/>
                  <a:gd name="T7" fmla="*/ 83 h 8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 h="83">
                    <a:moveTo>
                      <a:pt x="0" y="83"/>
                    </a:moveTo>
                    <a:lnTo>
                      <a:pt x="75" y="42"/>
                    </a:lnTo>
                    <a:lnTo>
                      <a:pt x="0" y="0"/>
                    </a:lnTo>
                    <a:lnTo>
                      <a:pt x="0" y="8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465949" name="Group 32"/>
            <p:cNvGrpSpPr/>
            <p:nvPr/>
          </p:nvGrpSpPr>
          <p:grpSpPr bwMode="auto">
            <a:xfrm>
              <a:off x="4272" y="3149"/>
              <a:ext cx="465" cy="83"/>
              <a:chOff x="4183" y="3149"/>
              <a:chExt cx="465" cy="83"/>
            </a:xfrm>
          </p:grpSpPr>
          <p:sp>
            <p:nvSpPr>
              <p:cNvPr id="465957" name="Line 33"/>
              <p:cNvSpPr>
                <a:spLocks noChangeShapeType="1"/>
              </p:cNvSpPr>
              <p:nvPr/>
            </p:nvSpPr>
            <p:spPr bwMode="auto">
              <a:xfrm>
                <a:off x="4183" y="3190"/>
                <a:ext cx="392" cy="1"/>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65958" name="Freeform 34"/>
              <p:cNvSpPr/>
              <p:nvPr/>
            </p:nvSpPr>
            <p:spPr bwMode="auto">
              <a:xfrm>
                <a:off x="4573" y="3149"/>
                <a:ext cx="75" cy="83"/>
              </a:xfrm>
              <a:custGeom>
                <a:avLst/>
                <a:gdLst>
                  <a:gd name="T0" fmla="*/ 0 w 75"/>
                  <a:gd name="T1" fmla="*/ 83 h 83"/>
                  <a:gd name="T2" fmla="*/ 75 w 75"/>
                  <a:gd name="T3" fmla="*/ 42 h 83"/>
                  <a:gd name="T4" fmla="*/ 0 w 75"/>
                  <a:gd name="T5" fmla="*/ 0 h 83"/>
                  <a:gd name="T6" fmla="*/ 0 w 75"/>
                  <a:gd name="T7" fmla="*/ 83 h 8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 h="83">
                    <a:moveTo>
                      <a:pt x="0" y="83"/>
                    </a:moveTo>
                    <a:lnTo>
                      <a:pt x="75" y="42"/>
                    </a:lnTo>
                    <a:lnTo>
                      <a:pt x="0" y="0"/>
                    </a:lnTo>
                    <a:lnTo>
                      <a:pt x="0" y="8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sp>
          <p:nvSpPr>
            <p:cNvPr id="465950" name="Rectangle 35"/>
            <p:cNvSpPr>
              <a:spLocks noChangeArrowheads="1"/>
            </p:cNvSpPr>
            <p:nvPr/>
          </p:nvSpPr>
          <p:spPr bwMode="auto">
            <a:xfrm>
              <a:off x="340" y="2805"/>
              <a:ext cx="1237" cy="762"/>
            </a:xfrm>
            <a:prstGeom prst="rect">
              <a:avLst/>
            </a:prstGeom>
            <a:noFill/>
            <a:ln w="11113">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65951" name="Rectangle 36"/>
            <p:cNvSpPr>
              <a:spLocks noChangeArrowheads="1"/>
            </p:cNvSpPr>
            <p:nvPr/>
          </p:nvSpPr>
          <p:spPr bwMode="auto">
            <a:xfrm>
              <a:off x="2082" y="2905"/>
              <a:ext cx="759" cy="537"/>
            </a:xfrm>
            <a:prstGeom prst="rect">
              <a:avLst/>
            </a:prstGeom>
            <a:noFill/>
            <a:ln w="11113">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65952" name="Rectangle 37"/>
            <p:cNvSpPr>
              <a:spLocks noChangeArrowheads="1"/>
            </p:cNvSpPr>
            <p:nvPr/>
          </p:nvSpPr>
          <p:spPr bwMode="auto">
            <a:xfrm>
              <a:off x="4754" y="2939"/>
              <a:ext cx="802" cy="537"/>
            </a:xfrm>
            <a:prstGeom prst="rect">
              <a:avLst/>
            </a:prstGeom>
            <a:noFill/>
            <a:ln w="11113">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65953" name="Rectangle 38"/>
            <p:cNvSpPr>
              <a:spLocks noChangeArrowheads="1"/>
            </p:cNvSpPr>
            <p:nvPr/>
          </p:nvSpPr>
          <p:spPr bwMode="auto">
            <a:xfrm>
              <a:off x="3360" y="2814"/>
              <a:ext cx="889" cy="762"/>
            </a:xfrm>
            <a:prstGeom prst="rect">
              <a:avLst/>
            </a:prstGeom>
            <a:noFill/>
            <a:ln w="11113">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65954" name="Rectangle 39"/>
            <p:cNvSpPr>
              <a:spLocks noChangeArrowheads="1"/>
            </p:cNvSpPr>
            <p:nvPr/>
          </p:nvSpPr>
          <p:spPr bwMode="auto">
            <a:xfrm>
              <a:off x="1942" y="3816"/>
              <a:ext cx="2464"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65955" name="Rectangle 40"/>
            <p:cNvSpPr>
              <a:spLocks noChangeArrowheads="1"/>
            </p:cNvSpPr>
            <p:nvPr/>
          </p:nvSpPr>
          <p:spPr bwMode="auto">
            <a:xfrm>
              <a:off x="2012" y="3873"/>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zh-CN">
                <a:solidFill>
                  <a:srgbClr val="000000"/>
                </a:solidFill>
              </a:endParaRPr>
            </a:p>
          </p:txBody>
        </p:sp>
        <p:sp>
          <p:nvSpPr>
            <p:cNvPr id="465956" name="Rectangle 41"/>
            <p:cNvSpPr>
              <a:spLocks noChangeArrowheads="1"/>
            </p:cNvSpPr>
            <p:nvPr/>
          </p:nvSpPr>
          <p:spPr bwMode="auto">
            <a:xfrm>
              <a:off x="2186" y="3867"/>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zh-CN">
                <a:solidFill>
                  <a:srgbClr val="000000"/>
                </a:solidFill>
              </a:endParaRP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21572"/>
                                        </p:tgtEl>
                                        <p:attrNameLst>
                                          <p:attrName>style.visibility</p:attrName>
                                        </p:attrNameLst>
                                      </p:cBhvr>
                                      <p:to>
                                        <p:strVal val="visible"/>
                                      </p:to>
                                    </p:set>
                                    <p:animEffect transition="in" filter="wipe(down)">
                                      <p:cBhvr>
                                        <p:cTn id="7" dur="500"/>
                                        <p:tgtEl>
                                          <p:spTgt spid="62157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21573"/>
                                        </p:tgtEl>
                                        <p:attrNameLst>
                                          <p:attrName>style.visibility</p:attrName>
                                        </p:attrNameLst>
                                      </p:cBhvr>
                                      <p:to>
                                        <p:strVal val="visible"/>
                                      </p:to>
                                    </p:set>
                                    <p:animEffect transition="in" filter="blinds(horizontal)">
                                      <p:cBhvr>
                                        <p:cTn id="12" dur="500"/>
                                        <p:tgtEl>
                                          <p:spTgt spid="6215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1572"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0"/>
          </p:nvPr>
        </p:nvSpPr>
        <p:spPr/>
        <p:txBody>
          <a:bodyPr/>
          <a:lstStyle/>
          <a:p>
            <a:pPr fontAlgn="base">
              <a:spcBef>
                <a:spcPct val="0"/>
              </a:spcBef>
              <a:spcAft>
                <a:spcPct val="0"/>
              </a:spcAft>
              <a:defRPr/>
            </a:pPr>
            <a:fld id="{54182ED4-6B53-4F4B-AB7D-2E63F081F900}" type="slidenum">
              <a:rPr lang="ja-JP" altLang="en-US">
                <a:latin typeface="Arial" panose="020B0604020202020204"/>
              </a:rPr>
            </a:fld>
            <a:endParaRPr lang="en-US" altLang="ja-JP">
              <a:latin typeface="Arial" panose="020B0604020202020204"/>
            </a:endParaRPr>
          </a:p>
        </p:txBody>
      </p:sp>
      <p:sp>
        <p:nvSpPr>
          <p:cNvPr id="466947"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rPr>
              <a:t>10.8.1  </a:t>
            </a:r>
            <a:r>
              <a:rPr lang="zh-CN" altLang="en-US" sz="4200" b="0">
                <a:latin typeface="Times New Roman" panose="02020603050405020304" pitchFamily="18" charset="0"/>
                <a:ea typeface="黑体" panose="02010609060101010101" pitchFamily="49" charset="-122"/>
              </a:rPr>
              <a:t>医学专家系统──</a:t>
            </a:r>
            <a:r>
              <a:rPr lang="en-US" altLang="zh-CN" sz="4200" b="0">
                <a:latin typeface="Times New Roman" panose="02020603050405020304" pitchFamily="18" charset="0"/>
                <a:ea typeface="黑体" panose="02010609060101010101" pitchFamily="49" charset="-122"/>
                <a:cs typeface="Times New Roman" panose="02020603050405020304" pitchFamily="18" charset="0"/>
              </a:rPr>
              <a:t>MYCIN</a:t>
            </a:r>
            <a:endParaRPr lang="en-US" altLang="zh-CN" sz="4200" b="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66948" name="Rectangle 3"/>
          <p:cNvSpPr>
            <a:spLocks noGrp="1" noChangeArrowheads="1"/>
          </p:cNvSpPr>
          <p:nvPr>
            <p:ph type="body" idx="1"/>
          </p:nvPr>
        </p:nvSpPr>
        <p:spPr>
          <a:xfrm>
            <a:off x="1774825" y="838201"/>
            <a:ext cx="8642350" cy="5400675"/>
          </a:xfrm>
        </p:spPr>
        <p:txBody>
          <a:bodyPr/>
          <a:lstStyle/>
          <a:p>
            <a:pPr eaLnBrk="1" hangingPunct="1">
              <a:buFont typeface="Wingdings" panose="05000000000000000000" pitchFamily="2" charset="2"/>
              <a:buNone/>
            </a:pPr>
            <a:r>
              <a:rPr lang="en-US" altLang="zh-CN" sz="2600" b="1">
                <a:solidFill>
                  <a:srgbClr val="000000"/>
                </a:solidFill>
                <a:latin typeface="Times New Roman" panose="02020603050405020304" pitchFamily="18" charset="0"/>
                <a:cs typeface="Times New Roman" panose="02020603050405020304" pitchFamily="18" charset="0"/>
              </a:rPr>
              <a:t>1.  </a:t>
            </a:r>
            <a:r>
              <a:rPr lang="zh-CN" altLang="en-US" sz="2600" b="1">
                <a:solidFill>
                  <a:srgbClr val="000000"/>
                </a:solidFill>
                <a:latin typeface="Times New Roman" panose="02020603050405020304" pitchFamily="18" charset="0"/>
              </a:rPr>
              <a:t>系统结构</a:t>
            </a:r>
            <a:endParaRPr lang="zh-CN" altLang="en-US" sz="2600" b="1">
              <a:solidFill>
                <a:srgbClr val="000000"/>
              </a:solidFill>
              <a:latin typeface="Times New Roman" panose="02020603050405020304" pitchFamily="18" charset="0"/>
            </a:endParaRPr>
          </a:p>
          <a:p>
            <a:pPr eaLnBrk="1" hangingPunct="1"/>
            <a:endParaRPr lang="en-US" altLang="zh-CN">
              <a:latin typeface="Times New Roman" panose="02020603050405020304" pitchFamily="18" charset="0"/>
            </a:endParaRPr>
          </a:p>
        </p:txBody>
      </p:sp>
      <p:sp>
        <p:nvSpPr>
          <p:cNvPr id="466949" name="Rectangle 4"/>
          <p:cNvSpPr>
            <a:spLocks noChangeArrowheads="1"/>
          </p:cNvSpPr>
          <p:nvPr/>
        </p:nvSpPr>
        <p:spPr bwMode="auto">
          <a:xfrm>
            <a:off x="4195763" y="2986088"/>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66950" name="Rectangle 5"/>
          <p:cNvSpPr>
            <a:spLocks noChangeArrowheads="1"/>
          </p:cNvSpPr>
          <p:nvPr/>
        </p:nvSpPr>
        <p:spPr bwMode="auto">
          <a:xfrm>
            <a:off x="4362450" y="2471738"/>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pic>
        <p:nvPicPr>
          <p:cNvPr id="466951"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60526" y="1619250"/>
            <a:ext cx="8869363" cy="478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6952" name="Rectangle 7"/>
          <p:cNvSpPr>
            <a:spLocks noChangeArrowheads="1"/>
          </p:cNvSpPr>
          <p:nvPr/>
        </p:nvSpPr>
        <p:spPr bwMode="auto">
          <a:xfrm>
            <a:off x="4038600" y="5943600"/>
            <a:ext cx="838200" cy="3810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Tree>
  </p:cSld>
  <p:clrMapOvr>
    <a:masterClrMapping/>
  </p:clrMapOvr>
  <p:transition>
    <p:rand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0"/>
          </p:nvPr>
        </p:nvSpPr>
        <p:spPr/>
        <p:txBody>
          <a:bodyPr/>
          <a:lstStyle/>
          <a:p>
            <a:pPr fontAlgn="base">
              <a:spcBef>
                <a:spcPct val="0"/>
              </a:spcBef>
              <a:spcAft>
                <a:spcPct val="0"/>
              </a:spcAft>
              <a:defRPr/>
            </a:pPr>
            <a:fld id="{BF644A4D-A867-4CFF-A256-DEF328B46842}" type="slidenum">
              <a:rPr lang="ja-JP" altLang="en-US">
                <a:latin typeface="Arial" panose="020B0604020202020204"/>
              </a:rPr>
            </a:fld>
            <a:endParaRPr lang="en-US" altLang="ja-JP">
              <a:latin typeface="Arial" panose="020B0604020202020204"/>
            </a:endParaRPr>
          </a:p>
        </p:txBody>
      </p:sp>
      <p:sp>
        <p:nvSpPr>
          <p:cNvPr id="467971"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rPr>
              <a:t>10.8.1  </a:t>
            </a:r>
            <a:r>
              <a:rPr lang="zh-CN" altLang="en-US" sz="4200" b="0">
                <a:latin typeface="Times New Roman" panose="02020603050405020304" pitchFamily="18" charset="0"/>
                <a:ea typeface="黑体" panose="02010609060101010101" pitchFamily="49" charset="-122"/>
              </a:rPr>
              <a:t>医学专家系统──</a:t>
            </a:r>
            <a:r>
              <a:rPr lang="en-US" altLang="zh-CN" sz="4200" b="0">
                <a:latin typeface="Times New Roman" panose="02020603050405020304" pitchFamily="18" charset="0"/>
                <a:ea typeface="黑体" panose="02010609060101010101" pitchFamily="49" charset="-122"/>
                <a:cs typeface="Times New Roman" panose="02020603050405020304" pitchFamily="18" charset="0"/>
              </a:rPr>
              <a:t>MYCIN</a:t>
            </a:r>
            <a:endParaRPr lang="en-US" altLang="zh-CN" sz="4200" b="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67972" name="Rectangle 3"/>
          <p:cNvSpPr>
            <a:spLocks noGrp="1" noChangeArrowheads="1"/>
          </p:cNvSpPr>
          <p:nvPr>
            <p:ph type="body" idx="1"/>
          </p:nvPr>
        </p:nvSpPr>
        <p:spPr>
          <a:xfrm>
            <a:off x="1774825" y="838200"/>
            <a:ext cx="8642350" cy="5791200"/>
          </a:xfrm>
        </p:spPr>
        <p:txBody>
          <a:bodyPr/>
          <a:lstStyle/>
          <a:p>
            <a:pPr eaLnBrk="1" hangingPunct="1">
              <a:buFont typeface="Wingdings" panose="05000000000000000000" pitchFamily="2" charset="2"/>
              <a:buNone/>
            </a:pPr>
            <a:r>
              <a:rPr lang="en-US" altLang="zh-CN" sz="2600" b="1">
                <a:solidFill>
                  <a:srgbClr val="000000"/>
                </a:solidFill>
                <a:latin typeface="Times New Roman" panose="02020603050405020304" pitchFamily="18" charset="0"/>
                <a:cs typeface="Times New Roman" panose="02020603050405020304" pitchFamily="18" charset="0"/>
              </a:rPr>
              <a:t>2. </a:t>
            </a:r>
            <a:r>
              <a:rPr lang="zh-CN" altLang="en-US" sz="2600" b="1">
                <a:solidFill>
                  <a:srgbClr val="000000"/>
                </a:solidFill>
                <a:latin typeface="Times New Roman" panose="02020603050405020304" pitchFamily="18" charset="0"/>
              </a:rPr>
              <a:t>数据表示 ：上下文树（</a:t>
            </a:r>
            <a:r>
              <a:rPr lang="en-US" altLang="zh-CN" sz="2600" b="1">
                <a:solidFill>
                  <a:srgbClr val="000000"/>
                </a:solidFill>
                <a:latin typeface="Times New Roman" panose="02020603050405020304" pitchFamily="18" charset="0"/>
              </a:rPr>
              <a:t>context tree</a:t>
            </a:r>
            <a:r>
              <a:rPr lang="zh-CN" altLang="en-US" sz="2600" b="1">
                <a:solidFill>
                  <a:srgbClr val="000000"/>
                </a:solidFill>
                <a:latin typeface="Times New Roman" panose="02020603050405020304" pitchFamily="18" charset="0"/>
              </a:rPr>
              <a:t>）</a:t>
            </a:r>
            <a:endParaRPr lang="zh-CN" altLang="en-US" sz="2600" b="1">
              <a:solidFill>
                <a:srgbClr val="000000"/>
              </a:solidFill>
              <a:latin typeface="Times New Roman" panose="02020603050405020304" pitchFamily="18" charset="0"/>
            </a:endParaRPr>
          </a:p>
        </p:txBody>
      </p:sp>
      <p:sp>
        <p:nvSpPr>
          <p:cNvPr id="467973" name="Rectangle 4"/>
          <p:cNvSpPr>
            <a:spLocks noChangeArrowheads="1"/>
          </p:cNvSpPr>
          <p:nvPr/>
        </p:nvSpPr>
        <p:spPr bwMode="auto">
          <a:xfrm>
            <a:off x="3576638" y="2181225"/>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pic>
        <p:nvPicPr>
          <p:cNvPr id="467974"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47826" y="1447800"/>
            <a:ext cx="8894763"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63DE7F88-D7D0-4600-B7C3-999561D9B72A}" type="slidenum">
              <a:rPr lang="ja-JP" altLang="en-US">
                <a:latin typeface="Arial" panose="020B0604020202020204"/>
              </a:rPr>
            </a:fld>
            <a:endParaRPr lang="en-US" altLang="ja-JP">
              <a:latin typeface="Arial" panose="020B0604020202020204"/>
            </a:endParaRPr>
          </a:p>
        </p:txBody>
      </p:sp>
      <p:sp>
        <p:nvSpPr>
          <p:cNvPr id="468995"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rPr>
              <a:t>10.8.1  </a:t>
            </a:r>
            <a:r>
              <a:rPr lang="zh-CN" altLang="en-US" sz="4200" b="0">
                <a:latin typeface="Times New Roman" panose="02020603050405020304" pitchFamily="18" charset="0"/>
                <a:ea typeface="黑体" panose="02010609060101010101" pitchFamily="49" charset="-122"/>
              </a:rPr>
              <a:t>医学专家系统──</a:t>
            </a:r>
            <a:r>
              <a:rPr lang="en-US" altLang="zh-CN" sz="4200" b="0">
                <a:latin typeface="Times New Roman" panose="02020603050405020304" pitchFamily="18" charset="0"/>
                <a:ea typeface="黑体" panose="02010609060101010101" pitchFamily="49" charset="-122"/>
                <a:cs typeface="Times New Roman" panose="02020603050405020304" pitchFamily="18" charset="0"/>
              </a:rPr>
              <a:t>MYCIN</a:t>
            </a:r>
            <a:endParaRPr lang="en-US" altLang="zh-CN" sz="4200" b="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68996"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600" b="1">
                <a:solidFill>
                  <a:srgbClr val="000000"/>
                </a:solidFill>
                <a:latin typeface="Times New Roman" panose="02020603050405020304" pitchFamily="18" charset="0"/>
                <a:cs typeface="Times New Roman" panose="02020603050405020304" pitchFamily="18" charset="0"/>
              </a:rPr>
              <a:t>3.  </a:t>
            </a:r>
            <a:r>
              <a:rPr lang="zh-CN" altLang="en-US" sz="2600" b="1">
                <a:solidFill>
                  <a:srgbClr val="000000"/>
                </a:solidFill>
                <a:latin typeface="Times New Roman" panose="02020603050405020304" pitchFamily="18" charset="0"/>
              </a:rPr>
              <a:t>知识表示</a:t>
            </a:r>
            <a:r>
              <a:rPr lang="zh-CN" altLang="en-US">
                <a:latin typeface="Times New Roman" panose="02020603050405020304" pitchFamily="18" charset="0"/>
              </a:rPr>
              <a:t> </a:t>
            </a:r>
            <a:endParaRPr lang="zh-CN" altLang="en-US">
              <a:latin typeface="Times New Roman" panose="02020603050405020304" pitchFamily="18" charset="0"/>
            </a:endParaRPr>
          </a:p>
        </p:txBody>
      </p:sp>
      <p:sp>
        <p:nvSpPr>
          <p:cNvPr id="624644" name="Text Box 4"/>
          <p:cNvSpPr txBox="1">
            <a:spLocks noChangeArrowheads="1"/>
          </p:cNvSpPr>
          <p:nvPr/>
        </p:nvSpPr>
        <p:spPr bwMode="auto">
          <a:xfrm>
            <a:off x="1828800" y="1600201"/>
            <a:ext cx="8610600" cy="4786631"/>
          </a:xfrm>
          <a:prstGeom prst="rect">
            <a:avLst/>
          </a:prstGeom>
          <a:gradFill rotWithShape="1">
            <a:gsLst>
              <a:gs pos="0">
                <a:srgbClr val="00FFFF"/>
              </a:gs>
              <a:gs pos="50000">
                <a:srgbClr val="FFFFFF"/>
              </a:gs>
              <a:gs pos="100000">
                <a:srgbClr val="00FFFF"/>
              </a:gs>
            </a:gsLst>
            <a:lin ang="18900000" scaled="1"/>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50000"/>
              </a:spcBef>
              <a:spcAft>
                <a:spcPct val="0"/>
              </a:spcAft>
            </a:pPr>
            <a:r>
              <a:rPr lang="zh-CN" altLang="en-US" sz="2400" b="1">
                <a:solidFill>
                  <a:srgbClr val="000000"/>
                </a:solidFill>
                <a:latin typeface="Times New Roman" panose="02020603050405020304" pitchFamily="18" charset="0"/>
              </a:rPr>
              <a:t>（</a:t>
            </a:r>
            <a:r>
              <a:rPr lang="en-US" altLang="zh-CN" sz="2400" b="1">
                <a:solidFill>
                  <a:srgbClr val="000000"/>
                </a:solidFill>
                <a:latin typeface="Times New Roman" panose="02020603050405020304" pitchFamily="18" charset="0"/>
                <a:cs typeface="Times New Roman" panose="02020603050405020304" pitchFamily="18" charset="0"/>
              </a:rPr>
              <a:t>1</a:t>
            </a:r>
            <a:r>
              <a:rPr lang="zh-CN" altLang="en-US" sz="2400" b="1">
                <a:solidFill>
                  <a:srgbClr val="000000"/>
                </a:solidFill>
                <a:latin typeface="Times New Roman" panose="02020603050405020304" pitchFamily="18" charset="0"/>
              </a:rPr>
              <a:t>）领域知识的表示：产生式规则。</a:t>
            </a:r>
            <a:endParaRPr lang="zh-CN" altLang="en-US" sz="2400" b="1">
              <a:solidFill>
                <a:srgbClr val="000000"/>
              </a:solidFill>
              <a:latin typeface="Times New Roman" panose="02020603050405020304" pitchFamily="18" charset="0"/>
            </a:endParaRPr>
          </a:p>
          <a:p>
            <a:pPr algn="just" fontAlgn="base">
              <a:spcBef>
                <a:spcPct val="50000"/>
              </a:spcBef>
              <a:spcAft>
                <a:spcPct val="0"/>
              </a:spcAft>
              <a:buClr>
                <a:srgbClr val="CC0000"/>
              </a:buClr>
              <a:buSzPct val="50000"/>
              <a:buFont typeface="Wingdings" panose="05000000000000000000" pitchFamily="2" charset="2"/>
              <a:buChar char="n"/>
            </a:pPr>
            <a:r>
              <a:rPr lang="zh-CN" altLang="en-US" sz="2200" b="1">
                <a:solidFill>
                  <a:srgbClr val="000000"/>
                </a:solidFill>
                <a:latin typeface="Times New Roman" panose="02020603050405020304" pitchFamily="18" charset="0"/>
              </a:rPr>
              <a:t> </a:t>
            </a:r>
            <a:r>
              <a:rPr lang="en-US" altLang="zh-CN" sz="2200" b="1">
                <a:solidFill>
                  <a:srgbClr val="000000"/>
                </a:solidFill>
                <a:latin typeface="Times New Roman" panose="02020603050405020304" pitchFamily="18" charset="0"/>
              </a:rPr>
              <a:t>RULE 064 </a:t>
            </a:r>
            <a:r>
              <a:rPr lang="zh-CN" altLang="en-US" sz="2200" b="1">
                <a:solidFill>
                  <a:srgbClr val="000000"/>
                </a:solidFill>
                <a:latin typeface="Times New Roman" panose="02020603050405020304" pitchFamily="18" charset="0"/>
              </a:rPr>
              <a:t>如果：有机体染色是革兰氏阳性，</a:t>
            </a:r>
            <a:endParaRPr lang="zh-CN" altLang="en-US" sz="2200" b="1">
              <a:solidFill>
                <a:srgbClr val="000000"/>
              </a:solidFill>
              <a:latin typeface="Times New Roman" panose="02020603050405020304" pitchFamily="18" charset="0"/>
            </a:endParaRPr>
          </a:p>
          <a:p>
            <a:pPr algn="just" fontAlgn="base">
              <a:spcBef>
                <a:spcPct val="50000"/>
              </a:spcBef>
              <a:spcAft>
                <a:spcPct val="0"/>
              </a:spcAft>
              <a:buClr>
                <a:srgbClr val="CC0000"/>
              </a:buClr>
              <a:buSzPct val="50000"/>
            </a:pPr>
            <a:r>
              <a:rPr lang="zh-CN" altLang="en-US" sz="2200" b="1">
                <a:solidFill>
                  <a:srgbClr val="000000"/>
                </a:solidFill>
                <a:latin typeface="Times New Roman" panose="02020603050405020304" pitchFamily="18" charset="0"/>
              </a:rPr>
              <a:t>                          且    是有机形态是球状的，</a:t>
            </a:r>
            <a:endParaRPr lang="zh-CN" altLang="en-US" sz="2200" b="1">
              <a:solidFill>
                <a:srgbClr val="000000"/>
              </a:solidFill>
              <a:latin typeface="Times New Roman" panose="02020603050405020304" pitchFamily="18" charset="0"/>
            </a:endParaRPr>
          </a:p>
          <a:p>
            <a:pPr algn="just" fontAlgn="base">
              <a:spcBef>
                <a:spcPct val="50000"/>
              </a:spcBef>
              <a:spcAft>
                <a:spcPct val="0"/>
              </a:spcAft>
              <a:buClr>
                <a:srgbClr val="CC0000"/>
              </a:buClr>
              <a:buSzPct val="50000"/>
            </a:pPr>
            <a:r>
              <a:rPr lang="zh-CN" altLang="en-US" sz="2200" b="1">
                <a:solidFill>
                  <a:srgbClr val="000000"/>
                </a:solidFill>
                <a:latin typeface="Times New Roman" panose="02020603050405020304" pitchFamily="18" charset="0"/>
              </a:rPr>
              <a:t>                          且    有机体的生长结构呈链状，</a:t>
            </a:r>
            <a:endParaRPr lang="zh-CN" altLang="en-US" sz="2200" b="1">
              <a:solidFill>
                <a:srgbClr val="000000"/>
              </a:solidFill>
              <a:latin typeface="Times New Roman" panose="02020603050405020304" pitchFamily="18" charset="0"/>
            </a:endParaRPr>
          </a:p>
          <a:p>
            <a:pPr fontAlgn="base">
              <a:spcBef>
                <a:spcPct val="50000"/>
              </a:spcBef>
              <a:spcAft>
                <a:spcPct val="0"/>
              </a:spcAft>
            </a:pPr>
            <a:r>
              <a:rPr lang="zh-CN" altLang="en-US" sz="2200" b="1">
                <a:solidFill>
                  <a:srgbClr val="000000"/>
                </a:solidFill>
                <a:latin typeface="Times New Roman" panose="02020603050405020304" pitchFamily="18" charset="0"/>
              </a:rPr>
              <a:t>          则：存在证据表明该有机体为链球菌类，可信度为</a:t>
            </a:r>
            <a:r>
              <a:rPr lang="en-US" altLang="zh-CN" sz="2200" b="1">
                <a:solidFill>
                  <a:srgbClr val="000000"/>
                </a:solidFill>
                <a:latin typeface="Times New Roman" panose="02020603050405020304" pitchFamily="18" charset="0"/>
              </a:rPr>
              <a:t>0.7</a:t>
            </a:r>
            <a:r>
              <a:rPr lang="zh-CN" altLang="en-US" sz="2200" b="1">
                <a:solidFill>
                  <a:srgbClr val="000000"/>
                </a:solidFill>
                <a:latin typeface="Times New Roman" panose="02020603050405020304" pitchFamily="18" charset="0"/>
              </a:rPr>
              <a:t>。</a:t>
            </a:r>
            <a:endParaRPr lang="zh-CN" altLang="en-US" sz="2200" b="1">
              <a:solidFill>
                <a:srgbClr val="000000"/>
              </a:solidFill>
              <a:latin typeface="Times New Roman" panose="02020603050405020304" pitchFamily="18" charset="0"/>
            </a:endParaRPr>
          </a:p>
          <a:p>
            <a:pPr fontAlgn="base">
              <a:lnSpc>
                <a:spcPct val="120000"/>
              </a:lnSpc>
              <a:spcBef>
                <a:spcPct val="50000"/>
              </a:spcBef>
              <a:spcAft>
                <a:spcPct val="0"/>
              </a:spcAft>
              <a:buClr>
                <a:srgbClr val="CC0000"/>
              </a:buClr>
              <a:buSzPct val="50000"/>
              <a:buFont typeface="Wingdings" panose="05000000000000000000" pitchFamily="2" charset="2"/>
              <a:buChar char="n"/>
            </a:pPr>
            <a:r>
              <a:rPr lang="zh-CN" altLang="en-US" sz="2200">
                <a:solidFill>
                  <a:srgbClr val="000000"/>
                </a:solidFill>
                <a:latin typeface="Times New Roman" panose="02020603050405020304" pitchFamily="18" charset="0"/>
              </a:rPr>
              <a:t> </a:t>
            </a:r>
            <a:r>
              <a:rPr lang="en-US" altLang="zh-CN" sz="2200" b="1">
                <a:solidFill>
                  <a:srgbClr val="000000"/>
                </a:solidFill>
                <a:latin typeface="Times New Roman" panose="02020603050405020304" pitchFamily="18" charset="0"/>
              </a:rPr>
              <a:t>RULE 064</a:t>
            </a:r>
            <a:endParaRPr lang="en-US" altLang="zh-CN" sz="2200" b="1">
              <a:solidFill>
                <a:srgbClr val="000000"/>
              </a:solidFill>
              <a:latin typeface="Times New Roman" panose="02020603050405020304" pitchFamily="18" charset="0"/>
            </a:endParaRPr>
          </a:p>
          <a:p>
            <a:pPr fontAlgn="base">
              <a:lnSpc>
                <a:spcPct val="120000"/>
              </a:lnSpc>
              <a:spcBef>
                <a:spcPct val="0"/>
              </a:spcBef>
              <a:spcAft>
                <a:spcPct val="0"/>
              </a:spcAft>
            </a:pPr>
            <a:r>
              <a:rPr lang="en-US" altLang="zh-CN" sz="2200" b="1">
                <a:solidFill>
                  <a:srgbClr val="000000"/>
                </a:solidFill>
                <a:latin typeface="Times New Roman" panose="02020603050405020304" pitchFamily="18" charset="0"/>
              </a:rPr>
              <a:t>    PREMISE: </a:t>
            </a:r>
            <a:r>
              <a:rPr lang="en-US" altLang="zh-CN" sz="2000" b="1">
                <a:solidFill>
                  <a:srgbClr val="000000"/>
                </a:solidFill>
                <a:latin typeface="Times New Roman" panose="02020603050405020304" pitchFamily="18" charset="0"/>
              </a:rPr>
              <a:t>(  $ </a:t>
            </a:r>
            <a:r>
              <a:rPr lang="en-US" altLang="zh-CN" sz="2000" b="1">
                <a:solidFill>
                  <a:srgbClr val="CC0000"/>
                </a:solidFill>
                <a:latin typeface="Times New Roman" panose="02020603050405020304" pitchFamily="18" charset="0"/>
              </a:rPr>
              <a:t>AND</a:t>
            </a:r>
            <a:r>
              <a:rPr lang="en-US" altLang="zh-CN" sz="2000" b="1">
                <a:solidFill>
                  <a:srgbClr val="000000"/>
                </a:solidFill>
                <a:latin typeface="Times New Roman" panose="02020603050405020304" pitchFamily="18" charset="0"/>
              </a:rPr>
              <a:t>   (SAME </a:t>
            </a:r>
            <a:r>
              <a:rPr lang="en-US" altLang="zh-CN" sz="2000" b="1">
                <a:solidFill>
                  <a:srgbClr val="0000FF"/>
                </a:solidFill>
                <a:latin typeface="Times New Roman" panose="02020603050405020304" pitchFamily="18" charset="0"/>
              </a:rPr>
              <a:t>CNTXT</a:t>
            </a:r>
            <a:r>
              <a:rPr lang="en-US" altLang="zh-CN" sz="2000" b="1">
                <a:solidFill>
                  <a:srgbClr val="000000"/>
                </a:solidFill>
                <a:latin typeface="Times New Roman" panose="02020603050405020304" pitchFamily="18" charset="0"/>
              </a:rPr>
              <a:t> STALN GRAMPOS)</a:t>
            </a:r>
            <a:endParaRPr lang="en-US" altLang="zh-CN" sz="2000" b="1">
              <a:solidFill>
                <a:srgbClr val="000000"/>
              </a:solidFill>
              <a:latin typeface="Times New Roman" panose="02020603050405020304" pitchFamily="18" charset="0"/>
            </a:endParaRPr>
          </a:p>
          <a:p>
            <a:pPr fontAlgn="base">
              <a:lnSpc>
                <a:spcPct val="120000"/>
              </a:lnSpc>
              <a:spcBef>
                <a:spcPct val="0"/>
              </a:spcBef>
              <a:spcAft>
                <a:spcPct val="0"/>
              </a:spcAft>
            </a:pPr>
            <a:r>
              <a:rPr lang="en-US" altLang="zh-CN" sz="2000" b="1">
                <a:solidFill>
                  <a:srgbClr val="000000"/>
                </a:solidFill>
                <a:latin typeface="Times New Roman" panose="02020603050405020304" pitchFamily="18" charset="0"/>
              </a:rPr>
              <a:t>                                             (SAME </a:t>
            </a:r>
            <a:r>
              <a:rPr lang="en-US" altLang="zh-CN" sz="2000" b="1">
                <a:solidFill>
                  <a:srgbClr val="0000FF"/>
                </a:solidFill>
                <a:latin typeface="Times New Roman" panose="02020603050405020304" pitchFamily="18" charset="0"/>
              </a:rPr>
              <a:t>CNTXT</a:t>
            </a:r>
            <a:r>
              <a:rPr lang="en-US" altLang="zh-CN" sz="2000" b="1">
                <a:solidFill>
                  <a:srgbClr val="000000"/>
                </a:solidFill>
                <a:latin typeface="Times New Roman" panose="02020603050405020304" pitchFamily="18" charset="0"/>
              </a:rPr>
              <a:t> MORPH COCCUS)</a:t>
            </a:r>
            <a:endParaRPr lang="en-US" altLang="zh-CN" sz="2000" b="1">
              <a:solidFill>
                <a:srgbClr val="000000"/>
              </a:solidFill>
              <a:latin typeface="Times New Roman" panose="02020603050405020304" pitchFamily="18" charset="0"/>
            </a:endParaRPr>
          </a:p>
          <a:p>
            <a:pPr fontAlgn="base">
              <a:lnSpc>
                <a:spcPct val="120000"/>
              </a:lnSpc>
              <a:spcBef>
                <a:spcPct val="0"/>
              </a:spcBef>
              <a:spcAft>
                <a:spcPct val="0"/>
              </a:spcAft>
            </a:pPr>
            <a:r>
              <a:rPr lang="en-US" altLang="zh-CN" sz="2000" b="1">
                <a:solidFill>
                  <a:srgbClr val="000000"/>
                </a:solidFill>
                <a:latin typeface="Times New Roman" panose="02020603050405020304" pitchFamily="18" charset="0"/>
              </a:rPr>
              <a:t>                                             (SAME </a:t>
            </a:r>
            <a:r>
              <a:rPr lang="en-US" altLang="zh-CN" sz="2000" b="1">
                <a:solidFill>
                  <a:srgbClr val="0000FF"/>
                </a:solidFill>
                <a:latin typeface="Times New Roman" panose="02020603050405020304" pitchFamily="18" charset="0"/>
              </a:rPr>
              <a:t>CNTXT</a:t>
            </a:r>
            <a:r>
              <a:rPr lang="en-US" altLang="zh-CN" sz="2000" b="1">
                <a:solidFill>
                  <a:srgbClr val="000000"/>
                </a:solidFill>
                <a:latin typeface="Times New Roman" panose="02020603050405020304" pitchFamily="18" charset="0"/>
              </a:rPr>
              <a:t> CONFORM CHAINS))</a:t>
            </a:r>
            <a:endParaRPr lang="en-US" altLang="zh-CN" sz="2000" b="1">
              <a:solidFill>
                <a:srgbClr val="000000"/>
              </a:solidFill>
              <a:latin typeface="Times New Roman" panose="02020603050405020304" pitchFamily="18" charset="0"/>
            </a:endParaRPr>
          </a:p>
          <a:p>
            <a:pPr fontAlgn="base">
              <a:lnSpc>
                <a:spcPct val="120000"/>
              </a:lnSpc>
              <a:spcBef>
                <a:spcPct val="0"/>
              </a:spcBef>
              <a:spcAft>
                <a:spcPct val="0"/>
              </a:spcAft>
            </a:pPr>
            <a:r>
              <a:rPr lang="en-US" altLang="zh-CN" sz="2200" b="1">
                <a:solidFill>
                  <a:srgbClr val="000000"/>
                </a:solidFill>
                <a:latin typeface="Times New Roman" panose="02020603050405020304" pitchFamily="18" charset="0"/>
              </a:rPr>
              <a:t>    ACTION: </a:t>
            </a:r>
            <a:r>
              <a:rPr lang="en-US" altLang="zh-CN" sz="2000" b="1">
                <a:solidFill>
                  <a:srgbClr val="000000"/>
                </a:solidFill>
                <a:latin typeface="Times New Roman" panose="02020603050405020304" pitchFamily="18" charset="0"/>
              </a:rPr>
              <a:t>(</a:t>
            </a:r>
            <a:r>
              <a:rPr lang="en-US" altLang="zh-CN" sz="2000" b="1">
                <a:solidFill>
                  <a:srgbClr val="CC0000"/>
                </a:solidFill>
                <a:latin typeface="Times New Roman" panose="02020603050405020304" pitchFamily="18" charset="0"/>
              </a:rPr>
              <a:t>CONLUDE</a:t>
            </a:r>
            <a:r>
              <a:rPr lang="en-US" altLang="zh-CN" sz="2000" b="1">
                <a:solidFill>
                  <a:srgbClr val="000000"/>
                </a:solidFill>
                <a:latin typeface="Times New Roman" panose="02020603050405020304" pitchFamily="18" charset="0"/>
              </a:rPr>
              <a:t> </a:t>
            </a:r>
            <a:r>
              <a:rPr lang="en-US" altLang="zh-CN" sz="2000" b="1">
                <a:solidFill>
                  <a:srgbClr val="0000FF"/>
                </a:solidFill>
                <a:latin typeface="Times New Roman" panose="02020603050405020304" pitchFamily="18" charset="0"/>
              </a:rPr>
              <a:t>CNTXT</a:t>
            </a:r>
            <a:r>
              <a:rPr lang="en-US" altLang="zh-CN" sz="2000" b="1">
                <a:solidFill>
                  <a:srgbClr val="000000"/>
                </a:solidFill>
                <a:latin typeface="Times New Roman" panose="02020603050405020304" pitchFamily="18" charset="0"/>
              </a:rPr>
              <a:t> </a:t>
            </a:r>
            <a:r>
              <a:rPr lang="en-US" altLang="zh-CN" sz="2000" b="1">
                <a:solidFill>
                  <a:srgbClr val="009900"/>
                </a:solidFill>
                <a:latin typeface="Times New Roman" panose="02020603050405020304" pitchFamily="18" charset="0"/>
              </a:rPr>
              <a:t>IDENT</a:t>
            </a:r>
            <a:r>
              <a:rPr lang="en-US" altLang="zh-CN" sz="2000" b="1">
                <a:solidFill>
                  <a:srgbClr val="000000"/>
                </a:solidFill>
                <a:latin typeface="Times New Roman" panose="02020603050405020304" pitchFamily="18" charset="0"/>
              </a:rPr>
              <a:t> STREPTO COCCUS </a:t>
            </a:r>
            <a:r>
              <a:rPr lang="en-US" altLang="zh-CN" sz="2000" b="1">
                <a:solidFill>
                  <a:srgbClr val="0000FF"/>
                </a:solidFill>
                <a:latin typeface="Times New Roman" panose="02020603050405020304" pitchFamily="18" charset="0"/>
              </a:rPr>
              <a:t>TALLY</a:t>
            </a:r>
            <a:r>
              <a:rPr lang="en-US" altLang="zh-CN" sz="2000" b="1">
                <a:solidFill>
                  <a:srgbClr val="000000"/>
                </a:solidFill>
                <a:latin typeface="Times New Roman" panose="02020603050405020304" pitchFamily="18" charset="0"/>
              </a:rPr>
              <a:t>.7)</a:t>
            </a:r>
            <a:endParaRPr lang="en-US" altLang="zh-CN" sz="2000" b="1">
              <a:solidFill>
                <a:srgbClr val="000000"/>
              </a:solidFill>
              <a:latin typeface="Times New Roman" panose="02020603050405020304" pitchFamily="18" charset="0"/>
            </a:endParaRPr>
          </a:p>
          <a:p>
            <a:pPr fontAlgn="base">
              <a:lnSpc>
                <a:spcPct val="50000"/>
              </a:lnSpc>
              <a:spcBef>
                <a:spcPct val="0"/>
              </a:spcBef>
              <a:spcAft>
                <a:spcPct val="0"/>
              </a:spcAft>
            </a:pPr>
            <a:r>
              <a:rPr lang="en-US" altLang="zh-CN" sz="2000">
                <a:solidFill>
                  <a:srgbClr val="000000"/>
                </a:solidFill>
                <a:latin typeface="宋体" panose="02010600030101010101" pitchFamily="2" charset="-122"/>
              </a:rPr>
              <a:t> </a:t>
            </a:r>
            <a:r>
              <a:rPr lang="en-US" altLang="zh-CN" sz="2000">
                <a:solidFill>
                  <a:srgbClr val="000000"/>
                </a:solidFill>
              </a:rPr>
              <a:t> </a:t>
            </a:r>
            <a:endParaRPr lang="en-US" altLang="zh-CN" sz="2000">
              <a:solidFill>
                <a:srgbClr val="000000"/>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624644"/>
                                        </p:tgtEl>
                                        <p:attrNameLst>
                                          <p:attrName>style.visibility</p:attrName>
                                        </p:attrNameLst>
                                      </p:cBhvr>
                                      <p:to>
                                        <p:strVal val="visible"/>
                                      </p:to>
                                    </p:set>
                                    <p:animEffect transition="in" filter="barn(inHorizontal)">
                                      <p:cBhvr>
                                        <p:cTn id="7" dur="500"/>
                                        <p:tgtEl>
                                          <p:spTgt spid="6246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44" grpId="0" animBg="1"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23C28E25-5647-4651-8BD3-85B63A310BC4}" type="slidenum">
              <a:rPr lang="ja-JP" altLang="en-US">
                <a:latin typeface="Arial" panose="020B0604020202020204"/>
              </a:rPr>
            </a:fld>
            <a:endParaRPr lang="en-US" altLang="ja-JP">
              <a:latin typeface="Arial" panose="020B0604020202020204"/>
            </a:endParaRPr>
          </a:p>
        </p:txBody>
      </p:sp>
      <p:sp>
        <p:nvSpPr>
          <p:cNvPr id="470019"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rPr>
              <a:t>10.8.1  </a:t>
            </a:r>
            <a:r>
              <a:rPr lang="zh-CN" altLang="en-US" sz="4200" b="0">
                <a:latin typeface="Times New Roman" panose="02020603050405020304" pitchFamily="18" charset="0"/>
                <a:ea typeface="黑体" panose="02010609060101010101" pitchFamily="49" charset="-122"/>
              </a:rPr>
              <a:t>医学专家系统──</a:t>
            </a:r>
            <a:r>
              <a:rPr lang="en-US" altLang="zh-CN" sz="4200" b="0">
                <a:latin typeface="Times New Roman" panose="02020603050405020304" pitchFamily="18" charset="0"/>
                <a:ea typeface="黑体" panose="02010609060101010101" pitchFamily="49" charset="-122"/>
                <a:cs typeface="Times New Roman" panose="02020603050405020304" pitchFamily="18" charset="0"/>
              </a:rPr>
              <a:t>MYCIN</a:t>
            </a:r>
            <a:endParaRPr lang="en-US" altLang="zh-CN" sz="4200" b="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70020"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600" b="1">
                <a:solidFill>
                  <a:srgbClr val="000000"/>
                </a:solidFill>
                <a:latin typeface="Times New Roman" panose="02020603050405020304" pitchFamily="18" charset="0"/>
                <a:cs typeface="Times New Roman" panose="02020603050405020304" pitchFamily="18" charset="0"/>
              </a:rPr>
              <a:t>3. </a:t>
            </a:r>
            <a:r>
              <a:rPr lang="zh-CN" altLang="en-US" sz="2600" b="1">
                <a:solidFill>
                  <a:srgbClr val="000000"/>
                </a:solidFill>
                <a:latin typeface="Times New Roman" panose="02020603050405020304" pitchFamily="18" charset="0"/>
              </a:rPr>
              <a:t>知识表示</a:t>
            </a:r>
            <a:r>
              <a:rPr lang="zh-CN" altLang="en-US">
                <a:latin typeface="Times New Roman" panose="02020603050405020304" pitchFamily="18" charset="0"/>
              </a:rPr>
              <a:t> </a:t>
            </a:r>
            <a:endParaRPr lang="zh-CN" altLang="en-US">
              <a:latin typeface="Times New Roman" panose="02020603050405020304" pitchFamily="18" charset="0"/>
            </a:endParaRPr>
          </a:p>
        </p:txBody>
      </p:sp>
      <p:sp>
        <p:nvSpPr>
          <p:cNvPr id="625668" name="Text Box 4"/>
          <p:cNvSpPr txBox="1">
            <a:spLocks noChangeArrowheads="1"/>
          </p:cNvSpPr>
          <p:nvPr/>
        </p:nvSpPr>
        <p:spPr bwMode="auto">
          <a:xfrm>
            <a:off x="1790700" y="1752601"/>
            <a:ext cx="8610600" cy="3205163"/>
          </a:xfrm>
          <a:prstGeom prst="rect">
            <a:avLst/>
          </a:prstGeom>
          <a:gradFill rotWithShape="1">
            <a:gsLst>
              <a:gs pos="0">
                <a:srgbClr val="00FFFF"/>
              </a:gs>
              <a:gs pos="50000">
                <a:srgbClr val="FFFFFF"/>
              </a:gs>
              <a:gs pos="100000">
                <a:srgbClr val="00FFFF"/>
              </a:gs>
            </a:gsLst>
            <a:lin ang="18900000" scaled="1"/>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50000"/>
              </a:spcBef>
              <a:spcAft>
                <a:spcPct val="0"/>
              </a:spcAft>
            </a:pPr>
            <a:r>
              <a:rPr lang="zh-CN" altLang="en-US" sz="2400" b="1">
                <a:solidFill>
                  <a:srgbClr val="000000"/>
                </a:solidFill>
                <a:latin typeface="Times New Roman" panose="02020603050405020304" pitchFamily="18" charset="0"/>
              </a:rPr>
              <a:t>（</a:t>
            </a:r>
            <a:r>
              <a:rPr lang="en-US" altLang="zh-CN" sz="2400" b="1">
                <a:solidFill>
                  <a:srgbClr val="000000"/>
                </a:solidFill>
                <a:latin typeface="Times New Roman" panose="02020603050405020304" pitchFamily="18" charset="0"/>
              </a:rPr>
              <a:t>2</a:t>
            </a:r>
            <a:r>
              <a:rPr lang="zh-CN" altLang="en-US" sz="2400" b="1">
                <a:solidFill>
                  <a:srgbClr val="000000"/>
                </a:solidFill>
                <a:latin typeface="Times New Roman" panose="02020603050405020304" pitchFamily="18" charset="0"/>
              </a:rPr>
              <a:t>）临床参数的表示</a:t>
            </a:r>
            <a:endParaRPr lang="zh-CN" altLang="en-US" sz="2400" b="1">
              <a:solidFill>
                <a:srgbClr val="000000"/>
              </a:solidFill>
              <a:latin typeface="Times New Roman" panose="02020603050405020304" pitchFamily="18" charset="0"/>
            </a:endParaRPr>
          </a:p>
          <a:p>
            <a:pPr fontAlgn="base">
              <a:spcBef>
                <a:spcPct val="50000"/>
              </a:spcBef>
              <a:spcAft>
                <a:spcPct val="0"/>
              </a:spcAft>
              <a:buClr>
                <a:srgbClr val="CC0000"/>
              </a:buClr>
              <a:buSzPct val="50000"/>
              <a:buFont typeface="Wingdings" panose="05000000000000000000" pitchFamily="2" charset="2"/>
              <a:buChar char="n"/>
            </a:pPr>
            <a:r>
              <a:rPr lang="zh-CN" altLang="en-US" sz="2400" b="1">
                <a:solidFill>
                  <a:srgbClr val="000000"/>
                </a:solidFill>
                <a:latin typeface="Times New Roman" panose="02020603050405020304" pitchFamily="18" charset="0"/>
              </a:rPr>
              <a:t> 临床参数：三元组（上下文树、属性、值）</a:t>
            </a:r>
            <a:endParaRPr lang="zh-CN" altLang="en-US" sz="2400" b="1">
              <a:solidFill>
                <a:srgbClr val="000000"/>
              </a:solidFill>
              <a:latin typeface="Times New Roman" panose="02020603050405020304" pitchFamily="18" charset="0"/>
            </a:endParaRPr>
          </a:p>
          <a:p>
            <a:pPr fontAlgn="base">
              <a:spcBef>
                <a:spcPct val="50000"/>
              </a:spcBef>
              <a:spcAft>
                <a:spcPct val="0"/>
              </a:spcAft>
              <a:buClr>
                <a:srgbClr val="CC0000"/>
              </a:buClr>
              <a:buSzPct val="50000"/>
              <a:buFont typeface="Wingdings" panose="05000000000000000000" pitchFamily="2" charset="2"/>
              <a:buChar char="n"/>
            </a:pPr>
            <a:r>
              <a:rPr lang="zh-CN" altLang="en-US" sz="2400" b="1">
                <a:solidFill>
                  <a:srgbClr val="000000"/>
                </a:solidFill>
                <a:latin typeface="Times New Roman" panose="02020603050405020304" pitchFamily="18" charset="0"/>
              </a:rPr>
              <a:t> 例：三元组（机体－</a:t>
            </a:r>
            <a:r>
              <a:rPr lang="en-US" altLang="zh-CN" sz="2400" b="1">
                <a:solidFill>
                  <a:srgbClr val="000000"/>
                </a:solidFill>
                <a:latin typeface="Times New Roman" panose="02020603050405020304" pitchFamily="18" charset="0"/>
              </a:rPr>
              <a:t>1</a:t>
            </a:r>
            <a:r>
              <a:rPr lang="zh-CN" altLang="en-US" sz="2400" b="1">
                <a:solidFill>
                  <a:srgbClr val="000000"/>
                </a:solidFill>
                <a:latin typeface="Times New Roman" panose="02020603050405020304" pitchFamily="18" charset="0"/>
              </a:rPr>
              <a:t>，形态，杆状）</a:t>
            </a:r>
            <a:endParaRPr lang="zh-CN" altLang="en-US" sz="2400" b="1">
              <a:solidFill>
                <a:srgbClr val="000000"/>
              </a:solidFill>
              <a:latin typeface="Times New Roman" panose="02020603050405020304" pitchFamily="18" charset="0"/>
            </a:endParaRPr>
          </a:p>
          <a:p>
            <a:pPr fontAlgn="base">
              <a:spcBef>
                <a:spcPct val="50000"/>
              </a:spcBef>
              <a:spcAft>
                <a:spcPct val="0"/>
              </a:spcAft>
              <a:buClr>
                <a:srgbClr val="CC0000"/>
              </a:buClr>
              <a:buSzPct val="50000"/>
            </a:pPr>
            <a:r>
              <a:rPr lang="zh-CN" altLang="en-US" sz="2400" b="1">
                <a:solidFill>
                  <a:srgbClr val="000000"/>
                </a:solidFill>
                <a:latin typeface="Times New Roman" panose="02020603050405020304" pitchFamily="18" charset="0"/>
              </a:rPr>
              <a:t>           三元组（机体－</a:t>
            </a:r>
            <a:r>
              <a:rPr lang="en-US" altLang="zh-CN" sz="2400" b="1">
                <a:solidFill>
                  <a:srgbClr val="000000"/>
                </a:solidFill>
                <a:latin typeface="Times New Roman" panose="02020603050405020304" pitchFamily="18" charset="0"/>
              </a:rPr>
              <a:t>1</a:t>
            </a:r>
            <a:r>
              <a:rPr lang="zh-CN" altLang="en-US" sz="2400" b="1">
                <a:solidFill>
                  <a:srgbClr val="000000"/>
                </a:solidFill>
                <a:latin typeface="Times New Roman" panose="02020603050405020304" pitchFamily="18" charset="0"/>
              </a:rPr>
              <a:t>，染色体，革兰氏阴性）</a:t>
            </a:r>
            <a:r>
              <a:rPr lang="zh-CN" altLang="en-US" sz="2400">
                <a:solidFill>
                  <a:srgbClr val="000000"/>
                </a:solidFill>
                <a:latin typeface="Times New Roman" panose="02020603050405020304" pitchFamily="18" charset="0"/>
              </a:rPr>
              <a:t> </a:t>
            </a:r>
            <a:endParaRPr lang="zh-CN" altLang="en-US" sz="2400" b="1">
              <a:solidFill>
                <a:srgbClr val="000000"/>
              </a:solidFill>
              <a:latin typeface="Times New Roman" panose="02020603050405020304" pitchFamily="18" charset="0"/>
            </a:endParaRPr>
          </a:p>
          <a:p>
            <a:pPr fontAlgn="base">
              <a:spcBef>
                <a:spcPct val="50000"/>
              </a:spcBef>
              <a:spcAft>
                <a:spcPct val="0"/>
              </a:spcAft>
              <a:buClr>
                <a:srgbClr val="CC0000"/>
              </a:buClr>
              <a:buFont typeface="Wingdings" panose="05000000000000000000" pitchFamily="2" charset="2"/>
              <a:buChar char="§"/>
            </a:pPr>
            <a:r>
              <a:rPr lang="zh-CN" altLang="en-US" sz="2400" b="1">
                <a:solidFill>
                  <a:srgbClr val="000000"/>
                </a:solidFill>
                <a:latin typeface="Times New Roman" panose="02020603050405020304" pitchFamily="18" charset="0"/>
              </a:rPr>
              <a:t> 临床数据：单值、是非值、多值。</a:t>
            </a:r>
            <a:endParaRPr lang="zh-CN" altLang="en-US" sz="2400" b="1">
              <a:solidFill>
                <a:srgbClr val="000000"/>
              </a:solidFill>
              <a:latin typeface="Times New Roman" panose="02020603050405020304" pitchFamily="18" charset="0"/>
            </a:endParaRPr>
          </a:p>
          <a:p>
            <a:pPr fontAlgn="base">
              <a:spcBef>
                <a:spcPct val="50000"/>
              </a:spcBef>
              <a:spcAft>
                <a:spcPct val="0"/>
              </a:spcAft>
              <a:buClr>
                <a:srgbClr val="CC0000"/>
              </a:buClr>
              <a:buFont typeface="Wingdings" panose="05000000000000000000" pitchFamily="2" charset="2"/>
              <a:buChar char="§"/>
            </a:pPr>
            <a:r>
              <a:rPr lang="zh-CN" altLang="en-US" sz="2400" b="1">
                <a:solidFill>
                  <a:srgbClr val="000000"/>
                </a:solidFill>
                <a:latin typeface="Times New Roman" panose="02020603050405020304" pitchFamily="18" charset="0"/>
              </a:rPr>
              <a:t> </a:t>
            </a:r>
            <a:r>
              <a:rPr lang="en-US" altLang="zh-CN" sz="2400" b="1">
                <a:solidFill>
                  <a:srgbClr val="000000"/>
                </a:solidFill>
                <a:latin typeface="Times New Roman" panose="02020603050405020304" pitchFamily="18" charset="0"/>
              </a:rPr>
              <a:t>MYCIN</a:t>
            </a:r>
            <a:r>
              <a:rPr lang="zh-CN" altLang="en-US" sz="2400" b="1">
                <a:solidFill>
                  <a:srgbClr val="000000"/>
                </a:solidFill>
                <a:latin typeface="Times New Roman" panose="02020603050405020304" pitchFamily="18" charset="0"/>
              </a:rPr>
              <a:t>系统有</a:t>
            </a:r>
            <a:r>
              <a:rPr lang="en-US" altLang="zh-CN" sz="2400" b="1">
                <a:solidFill>
                  <a:srgbClr val="000000"/>
                </a:solidFill>
                <a:latin typeface="Times New Roman" panose="02020603050405020304" pitchFamily="18" charset="0"/>
              </a:rPr>
              <a:t>65</a:t>
            </a:r>
            <a:r>
              <a:rPr lang="zh-CN" altLang="en-US" sz="2400" b="1">
                <a:solidFill>
                  <a:srgbClr val="000000"/>
                </a:solidFill>
                <a:latin typeface="Times New Roman" panose="02020603050405020304" pitchFamily="18" charset="0"/>
              </a:rPr>
              <a:t>个临床参数，按照其相对应的上下文分类。</a:t>
            </a:r>
            <a:endParaRPr lang="zh-CN" altLang="en-US" sz="2400" b="1">
              <a:solidFill>
                <a:srgbClr val="000000"/>
              </a:solidFill>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625668"/>
                                        </p:tgtEl>
                                        <p:attrNameLst>
                                          <p:attrName>style.visibility</p:attrName>
                                        </p:attrNameLst>
                                      </p:cBhvr>
                                      <p:to>
                                        <p:strVal val="visible"/>
                                      </p:to>
                                    </p:set>
                                    <p:animEffect transition="in" filter="barn(inHorizontal)">
                                      <p:cBhvr>
                                        <p:cTn id="7" dur="500"/>
                                        <p:tgtEl>
                                          <p:spTgt spid="6256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5668" grpId="0" animBg="1"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灯片编号占位符 3"/>
          <p:cNvSpPr>
            <a:spLocks noGrp="1"/>
          </p:cNvSpPr>
          <p:nvPr>
            <p:ph type="sldNum" sz="quarter" idx="10"/>
          </p:nvPr>
        </p:nvSpPr>
        <p:spPr/>
        <p:txBody>
          <a:bodyPr/>
          <a:lstStyle/>
          <a:p>
            <a:pPr fontAlgn="base">
              <a:spcBef>
                <a:spcPct val="0"/>
              </a:spcBef>
              <a:spcAft>
                <a:spcPct val="0"/>
              </a:spcAft>
              <a:defRPr/>
            </a:pPr>
            <a:fld id="{78FE4EC1-703E-4E4B-806F-D0FEE113ECA3}" type="slidenum">
              <a:rPr lang="ja-JP" altLang="en-US">
                <a:latin typeface="Arial" panose="020B0604020202020204"/>
              </a:rPr>
            </a:fld>
            <a:endParaRPr lang="en-US" altLang="ja-JP">
              <a:latin typeface="Arial" panose="020B0604020202020204"/>
            </a:endParaRPr>
          </a:p>
        </p:txBody>
      </p:sp>
      <p:sp>
        <p:nvSpPr>
          <p:cNvPr id="471043"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rPr>
              <a:t>10.8.1  </a:t>
            </a:r>
            <a:r>
              <a:rPr lang="zh-CN" altLang="en-US" sz="4200" b="0">
                <a:latin typeface="Times New Roman" panose="02020603050405020304" pitchFamily="18" charset="0"/>
                <a:ea typeface="黑体" panose="02010609060101010101" pitchFamily="49" charset="-122"/>
              </a:rPr>
              <a:t>医学专家系统──</a:t>
            </a:r>
            <a:r>
              <a:rPr lang="en-US" altLang="zh-CN" sz="4200" b="0">
                <a:latin typeface="Times New Roman" panose="02020603050405020304" pitchFamily="18" charset="0"/>
                <a:ea typeface="黑体" panose="02010609060101010101" pitchFamily="49" charset="-122"/>
                <a:cs typeface="Times New Roman" panose="02020603050405020304" pitchFamily="18" charset="0"/>
              </a:rPr>
              <a:t>MYCIN</a:t>
            </a:r>
            <a:endParaRPr lang="en-US" altLang="zh-CN" sz="4200" b="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71044"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600" b="1">
                <a:solidFill>
                  <a:srgbClr val="000000"/>
                </a:solidFill>
                <a:latin typeface="Times New Roman" panose="02020603050405020304" pitchFamily="18" charset="0"/>
                <a:cs typeface="Times New Roman" panose="02020603050405020304" pitchFamily="18" charset="0"/>
              </a:rPr>
              <a:t>4. </a:t>
            </a:r>
            <a:r>
              <a:rPr lang="zh-CN" altLang="en-US" sz="2600" b="1">
                <a:solidFill>
                  <a:srgbClr val="000000"/>
                </a:solidFill>
                <a:latin typeface="Times New Roman" panose="02020603050405020304" pitchFamily="18" charset="0"/>
              </a:rPr>
              <a:t>推理策略：反向推理、深度优先的搜索策略</a:t>
            </a:r>
            <a:r>
              <a:rPr lang="zh-CN" altLang="en-US" b="1">
                <a:solidFill>
                  <a:srgbClr val="000000"/>
                </a:solidFill>
                <a:latin typeface="Times New Roman" panose="02020603050405020304" pitchFamily="18" charset="0"/>
              </a:rPr>
              <a:t> </a:t>
            </a:r>
            <a:endParaRPr lang="zh-CN" altLang="en-US" b="1">
              <a:solidFill>
                <a:srgbClr val="000000"/>
              </a:solidFill>
              <a:latin typeface="Times New Roman" panose="02020603050405020304" pitchFamily="18" charset="0"/>
            </a:endParaRPr>
          </a:p>
        </p:txBody>
      </p:sp>
      <p:sp>
        <p:nvSpPr>
          <p:cNvPr id="471045" name="Rectangle 4"/>
          <p:cNvSpPr>
            <a:spLocks noChangeArrowheads="1"/>
          </p:cNvSpPr>
          <p:nvPr/>
        </p:nvSpPr>
        <p:spPr bwMode="auto">
          <a:xfrm>
            <a:off x="4486275" y="2300288"/>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71046" name="AutoShape 5"/>
          <p:cNvSpPr>
            <a:spLocks noChangeAspect="1" noChangeArrowheads="1" noTextEdit="1"/>
          </p:cNvSpPr>
          <p:nvPr/>
        </p:nvSpPr>
        <p:spPr bwMode="auto">
          <a:xfrm>
            <a:off x="1524000" y="1698626"/>
            <a:ext cx="8763000" cy="470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71047" name="Rectangle 6"/>
          <p:cNvSpPr>
            <a:spLocks noChangeArrowheads="1"/>
          </p:cNvSpPr>
          <p:nvPr/>
        </p:nvSpPr>
        <p:spPr bwMode="auto">
          <a:xfrm>
            <a:off x="5846764" y="1698626"/>
            <a:ext cx="21621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71048" name="Rectangle 7"/>
          <p:cNvSpPr>
            <a:spLocks noChangeArrowheads="1"/>
          </p:cNvSpPr>
          <p:nvPr/>
        </p:nvSpPr>
        <p:spPr bwMode="auto">
          <a:xfrm>
            <a:off x="6143626" y="1766888"/>
            <a:ext cx="11588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2000">
                <a:solidFill>
                  <a:srgbClr val="000000"/>
                </a:solidFill>
                <a:latin typeface="Times New Roman" panose="02020603050405020304" pitchFamily="18" charset="0"/>
              </a:rPr>
              <a:t>REGIMEN</a:t>
            </a:r>
            <a:endParaRPr lang="en-US" altLang="zh-CN">
              <a:solidFill>
                <a:srgbClr val="000000"/>
              </a:solidFill>
            </a:endParaRPr>
          </a:p>
        </p:txBody>
      </p:sp>
      <p:sp>
        <p:nvSpPr>
          <p:cNvPr id="471049" name="Rectangle 8"/>
          <p:cNvSpPr>
            <a:spLocks noChangeArrowheads="1"/>
          </p:cNvSpPr>
          <p:nvPr/>
        </p:nvSpPr>
        <p:spPr bwMode="auto">
          <a:xfrm>
            <a:off x="5978525" y="2078038"/>
            <a:ext cx="254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000">
                <a:solidFill>
                  <a:srgbClr val="000000"/>
                </a:solidFill>
                <a:latin typeface="宋体" panose="02010600030101010101" pitchFamily="2" charset="-122"/>
              </a:rPr>
              <a:t>（</a:t>
            </a:r>
            <a:endParaRPr lang="zh-CN" altLang="en-US">
              <a:solidFill>
                <a:srgbClr val="000000"/>
              </a:solidFill>
            </a:endParaRPr>
          </a:p>
        </p:txBody>
      </p:sp>
      <p:sp>
        <p:nvSpPr>
          <p:cNvPr id="471050" name="Rectangle 9"/>
          <p:cNvSpPr>
            <a:spLocks noChangeArrowheads="1"/>
          </p:cNvSpPr>
          <p:nvPr/>
        </p:nvSpPr>
        <p:spPr bwMode="auto">
          <a:xfrm>
            <a:off x="6308725" y="2078038"/>
            <a:ext cx="508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000">
                <a:solidFill>
                  <a:srgbClr val="000000"/>
                </a:solidFill>
                <a:latin typeface="宋体" panose="02010600030101010101" pitchFamily="2" charset="-122"/>
              </a:rPr>
              <a:t>规则</a:t>
            </a:r>
            <a:endParaRPr lang="zh-CN" altLang="en-US">
              <a:solidFill>
                <a:srgbClr val="000000"/>
              </a:solidFill>
            </a:endParaRPr>
          </a:p>
        </p:txBody>
      </p:sp>
      <p:sp>
        <p:nvSpPr>
          <p:cNvPr id="471051" name="Rectangle 10"/>
          <p:cNvSpPr>
            <a:spLocks noChangeArrowheads="1"/>
          </p:cNvSpPr>
          <p:nvPr/>
        </p:nvSpPr>
        <p:spPr bwMode="auto">
          <a:xfrm>
            <a:off x="7050088" y="20701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2000">
                <a:solidFill>
                  <a:srgbClr val="000000"/>
                </a:solidFill>
                <a:latin typeface="Times New Roman" panose="02020603050405020304" pitchFamily="18" charset="0"/>
              </a:rPr>
              <a:t>092</a:t>
            </a:r>
            <a:endParaRPr lang="en-US" altLang="zh-CN">
              <a:solidFill>
                <a:srgbClr val="000000"/>
              </a:solidFill>
            </a:endParaRPr>
          </a:p>
        </p:txBody>
      </p:sp>
      <p:sp>
        <p:nvSpPr>
          <p:cNvPr id="471052" name="Rectangle 11"/>
          <p:cNvSpPr>
            <a:spLocks noChangeArrowheads="1"/>
          </p:cNvSpPr>
          <p:nvPr/>
        </p:nvSpPr>
        <p:spPr bwMode="auto">
          <a:xfrm>
            <a:off x="7543800" y="2078038"/>
            <a:ext cx="254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000">
                <a:solidFill>
                  <a:srgbClr val="000000"/>
                </a:solidFill>
                <a:latin typeface="宋体" panose="02010600030101010101" pitchFamily="2" charset="-122"/>
              </a:rPr>
              <a:t>）</a:t>
            </a:r>
            <a:endParaRPr lang="zh-CN" altLang="en-US">
              <a:solidFill>
                <a:srgbClr val="000000"/>
              </a:solidFill>
            </a:endParaRPr>
          </a:p>
        </p:txBody>
      </p:sp>
      <p:sp>
        <p:nvSpPr>
          <p:cNvPr id="471053" name="Rectangle 12"/>
          <p:cNvSpPr>
            <a:spLocks noChangeArrowheads="1"/>
          </p:cNvSpPr>
          <p:nvPr/>
        </p:nvSpPr>
        <p:spPr bwMode="auto">
          <a:xfrm>
            <a:off x="4270376" y="2706688"/>
            <a:ext cx="197167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71054" name="Rectangle 13"/>
          <p:cNvSpPr>
            <a:spLocks noChangeArrowheads="1"/>
          </p:cNvSpPr>
          <p:nvPr/>
        </p:nvSpPr>
        <p:spPr bwMode="auto">
          <a:xfrm>
            <a:off x="4403725" y="2774950"/>
            <a:ext cx="13160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2000">
                <a:solidFill>
                  <a:srgbClr val="000000"/>
                </a:solidFill>
                <a:latin typeface="Times New Roman" panose="02020603050405020304" pitchFamily="18" charset="0"/>
              </a:rPr>
              <a:t>TREATFOR</a:t>
            </a:r>
            <a:endParaRPr lang="en-US" altLang="zh-CN">
              <a:solidFill>
                <a:srgbClr val="000000"/>
              </a:solidFill>
            </a:endParaRPr>
          </a:p>
        </p:txBody>
      </p:sp>
      <p:sp>
        <p:nvSpPr>
          <p:cNvPr id="471055" name="Rectangle 14"/>
          <p:cNvSpPr>
            <a:spLocks noChangeArrowheads="1"/>
          </p:cNvSpPr>
          <p:nvPr/>
        </p:nvSpPr>
        <p:spPr bwMode="auto">
          <a:xfrm>
            <a:off x="8007350" y="2638425"/>
            <a:ext cx="202565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71056" name="Rectangle 15"/>
          <p:cNvSpPr>
            <a:spLocks noChangeArrowheads="1"/>
          </p:cNvSpPr>
          <p:nvPr/>
        </p:nvSpPr>
        <p:spPr bwMode="auto">
          <a:xfrm>
            <a:off x="8139113" y="2706688"/>
            <a:ext cx="13589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2000">
                <a:solidFill>
                  <a:srgbClr val="000000"/>
                </a:solidFill>
                <a:latin typeface="Times New Roman" panose="02020603050405020304" pitchFamily="18" charset="0"/>
              </a:rPr>
              <a:t>COVERFOR</a:t>
            </a:r>
            <a:endParaRPr lang="en-US" altLang="zh-CN">
              <a:solidFill>
                <a:srgbClr val="000000"/>
              </a:solidFill>
            </a:endParaRPr>
          </a:p>
        </p:txBody>
      </p:sp>
      <p:sp>
        <p:nvSpPr>
          <p:cNvPr id="471057" name="Rectangle 16"/>
          <p:cNvSpPr>
            <a:spLocks noChangeArrowheads="1"/>
          </p:cNvSpPr>
          <p:nvPr/>
        </p:nvSpPr>
        <p:spPr bwMode="auto">
          <a:xfrm>
            <a:off x="1743076" y="3462338"/>
            <a:ext cx="21637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71058" name="Rectangle 17"/>
          <p:cNvSpPr>
            <a:spLocks noChangeArrowheads="1"/>
          </p:cNvSpPr>
          <p:nvPr/>
        </p:nvSpPr>
        <p:spPr bwMode="auto">
          <a:xfrm>
            <a:off x="1876425" y="3538538"/>
            <a:ext cx="254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000">
                <a:solidFill>
                  <a:srgbClr val="000000"/>
                </a:solidFill>
                <a:latin typeface="宋体" panose="02010600030101010101" pitchFamily="2" charset="-122"/>
              </a:rPr>
              <a:t>（</a:t>
            </a:r>
            <a:endParaRPr lang="zh-CN" altLang="en-US">
              <a:solidFill>
                <a:srgbClr val="000000"/>
              </a:solidFill>
            </a:endParaRPr>
          </a:p>
        </p:txBody>
      </p:sp>
      <p:sp>
        <p:nvSpPr>
          <p:cNvPr id="471059" name="Rectangle 18"/>
          <p:cNvSpPr>
            <a:spLocks noChangeArrowheads="1"/>
          </p:cNvSpPr>
          <p:nvPr/>
        </p:nvSpPr>
        <p:spPr bwMode="auto">
          <a:xfrm>
            <a:off x="2206625" y="3538538"/>
            <a:ext cx="508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000">
                <a:solidFill>
                  <a:srgbClr val="000000"/>
                </a:solidFill>
                <a:latin typeface="宋体" panose="02010600030101010101" pitchFamily="2" charset="-122"/>
              </a:rPr>
              <a:t>规则</a:t>
            </a:r>
            <a:endParaRPr lang="zh-CN" altLang="en-US">
              <a:solidFill>
                <a:srgbClr val="000000"/>
              </a:solidFill>
            </a:endParaRPr>
          </a:p>
        </p:txBody>
      </p:sp>
      <p:sp>
        <p:nvSpPr>
          <p:cNvPr id="471060" name="Rectangle 19"/>
          <p:cNvSpPr>
            <a:spLocks noChangeArrowheads="1"/>
          </p:cNvSpPr>
          <p:nvPr/>
        </p:nvSpPr>
        <p:spPr bwMode="auto">
          <a:xfrm>
            <a:off x="2947988" y="35306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2000">
                <a:solidFill>
                  <a:srgbClr val="000000"/>
                </a:solidFill>
                <a:latin typeface="Times New Roman" panose="02020603050405020304" pitchFamily="18" charset="0"/>
              </a:rPr>
              <a:t>090</a:t>
            </a:r>
            <a:endParaRPr lang="en-US" altLang="zh-CN">
              <a:solidFill>
                <a:srgbClr val="000000"/>
              </a:solidFill>
            </a:endParaRPr>
          </a:p>
        </p:txBody>
      </p:sp>
      <p:sp>
        <p:nvSpPr>
          <p:cNvPr id="471061" name="Rectangle 20"/>
          <p:cNvSpPr>
            <a:spLocks noChangeArrowheads="1"/>
          </p:cNvSpPr>
          <p:nvPr/>
        </p:nvSpPr>
        <p:spPr bwMode="auto">
          <a:xfrm>
            <a:off x="3441700" y="3538538"/>
            <a:ext cx="254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000">
                <a:solidFill>
                  <a:srgbClr val="000000"/>
                </a:solidFill>
                <a:latin typeface="宋体" panose="02010600030101010101" pitchFamily="2" charset="-122"/>
              </a:rPr>
              <a:t>）</a:t>
            </a:r>
            <a:endParaRPr lang="zh-CN" altLang="en-US">
              <a:solidFill>
                <a:srgbClr val="000000"/>
              </a:solidFill>
            </a:endParaRPr>
          </a:p>
        </p:txBody>
      </p:sp>
      <p:sp>
        <p:nvSpPr>
          <p:cNvPr id="471062" name="Rectangle 21"/>
          <p:cNvSpPr>
            <a:spLocks noChangeArrowheads="1"/>
          </p:cNvSpPr>
          <p:nvPr/>
        </p:nvSpPr>
        <p:spPr bwMode="auto">
          <a:xfrm>
            <a:off x="6248401" y="3462338"/>
            <a:ext cx="21637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71063" name="Rectangle 22"/>
          <p:cNvSpPr>
            <a:spLocks noChangeArrowheads="1"/>
          </p:cNvSpPr>
          <p:nvPr/>
        </p:nvSpPr>
        <p:spPr bwMode="auto">
          <a:xfrm>
            <a:off x="6381750" y="3538538"/>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000">
                <a:solidFill>
                  <a:srgbClr val="000000"/>
                </a:solidFill>
                <a:latin typeface="宋体" panose="02010600030101010101" pitchFamily="2" charset="-122"/>
              </a:rPr>
              <a:t>（规则</a:t>
            </a:r>
            <a:endParaRPr lang="zh-CN" altLang="en-US">
              <a:solidFill>
                <a:srgbClr val="000000"/>
              </a:solidFill>
            </a:endParaRPr>
          </a:p>
        </p:txBody>
      </p:sp>
      <p:sp>
        <p:nvSpPr>
          <p:cNvPr id="471064" name="Rectangle 23"/>
          <p:cNvSpPr>
            <a:spLocks noChangeArrowheads="1"/>
          </p:cNvSpPr>
          <p:nvPr/>
        </p:nvSpPr>
        <p:spPr bwMode="auto">
          <a:xfrm>
            <a:off x="7453313" y="35306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2000">
                <a:solidFill>
                  <a:srgbClr val="000000"/>
                </a:solidFill>
                <a:latin typeface="Times New Roman" panose="02020603050405020304" pitchFamily="18" charset="0"/>
              </a:rPr>
              <a:t>149</a:t>
            </a:r>
            <a:endParaRPr lang="en-US" altLang="zh-CN">
              <a:solidFill>
                <a:srgbClr val="000000"/>
              </a:solidFill>
            </a:endParaRPr>
          </a:p>
        </p:txBody>
      </p:sp>
      <p:sp>
        <p:nvSpPr>
          <p:cNvPr id="471065" name="Rectangle 24"/>
          <p:cNvSpPr>
            <a:spLocks noChangeArrowheads="1"/>
          </p:cNvSpPr>
          <p:nvPr/>
        </p:nvSpPr>
        <p:spPr bwMode="auto">
          <a:xfrm>
            <a:off x="7947025" y="3538538"/>
            <a:ext cx="254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000">
                <a:solidFill>
                  <a:srgbClr val="000000"/>
                </a:solidFill>
                <a:latin typeface="宋体" panose="02010600030101010101" pitchFamily="2" charset="-122"/>
              </a:rPr>
              <a:t>）</a:t>
            </a:r>
            <a:endParaRPr lang="zh-CN" altLang="en-US">
              <a:solidFill>
                <a:srgbClr val="000000"/>
              </a:solidFill>
            </a:endParaRPr>
          </a:p>
        </p:txBody>
      </p:sp>
      <p:sp>
        <p:nvSpPr>
          <p:cNvPr id="471066" name="Rectangle 25"/>
          <p:cNvSpPr>
            <a:spLocks noChangeArrowheads="1"/>
          </p:cNvSpPr>
          <p:nvPr/>
        </p:nvSpPr>
        <p:spPr bwMode="auto">
          <a:xfrm>
            <a:off x="4930776" y="4638675"/>
            <a:ext cx="125571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71067" name="Rectangle 26"/>
          <p:cNvSpPr>
            <a:spLocks noChangeArrowheads="1"/>
          </p:cNvSpPr>
          <p:nvPr/>
        </p:nvSpPr>
        <p:spPr bwMode="auto">
          <a:xfrm>
            <a:off x="5062539" y="4706939"/>
            <a:ext cx="77104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2000">
                <a:solidFill>
                  <a:srgbClr val="000000"/>
                </a:solidFill>
                <a:latin typeface="Times New Roman" panose="02020603050405020304" pitchFamily="18" charset="0"/>
              </a:rPr>
              <a:t>IDENT</a:t>
            </a:r>
            <a:endParaRPr lang="en-US" altLang="zh-CN">
              <a:solidFill>
                <a:srgbClr val="000000"/>
              </a:solidFill>
            </a:endParaRPr>
          </a:p>
        </p:txBody>
      </p:sp>
      <p:sp>
        <p:nvSpPr>
          <p:cNvPr id="471068" name="Rectangle 27"/>
          <p:cNvSpPr>
            <a:spLocks noChangeArrowheads="1"/>
          </p:cNvSpPr>
          <p:nvPr/>
        </p:nvSpPr>
        <p:spPr bwMode="auto">
          <a:xfrm>
            <a:off x="6469063" y="4638675"/>
            <a:ext cx="2081212"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71069" name="Rectangle 28"/>
          <p:cNvSpPr>
            <a:spLocks noChangeArrowheads="1"/>
          </p:cNvSpPr>
          <p:nvPr/>
        </p:nvSpPr>
        <p:spPr bwMode="auto">
          <a:xfrm>
            <a:off x="6600826" y="4706938"/>
            <a:ext cx="14001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2000">
                <a:solidFill>
                  <a:srgbClr val="000000"/>
                </a:solidFill>
                <a:latin typeface="Times New Roman" panose="02020603050405020304" pitchFamily="18" charset="0"/>
              </a:rPr>
              <a:t>INFECTLOC</a:t>
            </a:r>
            <a:endParaRPr lang="en-US" altLang="zh-CN">
              <a:solidFill>
                <a:srgbClr val="000000"/>
              </a:solidFill>
            </a:endParaRPr>
          </a:p>
        </p:txBody>
      </p:sp>
      <p:sp>
        <p:nvSpPr>
          <p:cNvPr id="471070" name="Rectangle 29"/>
          <p:cNvSpPr>
            <a:spLocks noChangeArrowheads="1"/>
          </p:cNvSpPr>
          <p:nvPr/>
        </p:nvSpPr>
        <p:spPr bwMode="auto">
          <a:xfrm>
            <a:off x="8666163" y="4638675"/>
            <a:ext cx="1604962"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71071" name="Rectangle 30"/>
          <p:cNvSpPr>
            <a:spLocks noChangeArrowheads="1"/>
          </p:cNvSpPr>
          <p:nvPr/>
        </p:nvSpPr>
        <p:spPr bwMode="auto">
          <a:xfrm>
            <a:off x="8799514" y="4706938"/>
            <a:ext cx="10318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2000">
                <a:solidFill>
                  <a:srgbClr val="000000"/>
                </a:solidFill>
                <a:latin typeface="Times New Roman" panose="02020603050405020304" pitchFamily="18" charset="0"/>
              </a:rPr>
              <a:t>FEBRILE</a:t>
            </a:r>
            <a:endParaRPr lang="en-US" altLang="zh-CN">
              <a:solidFill>
                <a:srgbClr val="000000"/>
              </a:solidFill>
            </a:endParaRPr>
          </a:p>
        </p:txBody>
      </p:sp>
      <p:sp>
        <p:nvSpPr>
          <p:cNvPr id="471072" name="Rectangle 31"/>
          <p:cNvSpPr>
            <a:spLocks noChangeArrowheads="1"/>
          </p:cNvSpPr>
          <p:nvPr/>
        </p:nvSpPr>
        <p:spPr bwMode="auto">
          <a:xfrm>
            <a:off x="1524001" y="4554538"/>
            <a:ext cx="25574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71073" name="Rectangle 32"/>
          <p:cNvSpPr>
            <a:spLocks noChangeArrowheads="1"/>
          </p:cNvSpPr>
          <p:nvPr/>
        </p:nvSpPr>
        <p:spPr bwMode="auto">
          <a:xfrm>
            <a:off x="1657350" y="4622800"/>
            <a:ext cx="17668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2000">
                <a:solidFill>
                  <a:srgbClr val="000000"/>
                </a:solidFill>
                <a:latin typeface="Times New Roman" panose="02020603050405020304" pitchFamily="18" charset="0"/>
              </a:rPr>
              <a:t>SIGNIFICANCE</a:t>
            </a:r>
            <a:endParaRPr lang="en-US" altLang="zh-CN">
              <a:solidFill>
                <a:srgbClr val="000000"/>
              </a:solidFill>
            </a:endParaRPr>
          </a:p>
        </p:txBody>
      </p:sp>
      <p:sp>
        <p:nvSpPr>
          <p:cNvPr id="471074" name="Line 33"/>
          <p:cNvSpPr>
            <a:spLocks noChangeShapeType="1"/>
          </p:cNvSpPr>
          <p:nvPr/>
        </p:nvSpPr>
        <p:spPr bwMode="auto">
          <a:xfrm flipH="1">
            <a:off x="5259389" y="2370139"/>
            <a:ext cx="1538287" cy="420687"/>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71075" name="Line 34"/>
          <p:cNvSpPr>
            <a:spLocks noChangeShapeType="1"/>
          </p:cNvSpPr>
          <p:nvPr/>
        </p:nvSpPr>
        <p:spPr bwMode="auto">
          <a:xfrm>
            <a:off x="6797675" y="2370139"/>
            <a:ext cx="1538288" cy="420687"/>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71076" name="Line 35"/>
          <p:cNvSpPr>
            <a:spLocks noChangeShapeType="1"/>
          </p:cNvSpPr>
          <p:nvPr/>
        </p:nvSpPr>
        <p:spPr bwMode="auto">
          <a:xfrm>
            <a:off x="5149850" y="3043239"/>
            <a:ext cx="1588" cy="250825"/>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71077" name="Freeform 36"/>
          <p:cNvSpPr/>
          <p:nvPr/>
        </p:nvSpPr>
        <p:spPr bwMode="auto">
          <a:xfrm>
            <a:off x="2843213" y="3294063"/>
            <a:ext cx="4394200" cy="252412"/>
          </a:xfrm>
          <a:custGeom>
            <a:avLst/>
            <a:gdLst>
              <a:gd name="T0" fmla="*/ 0 w 2768"/>
              <a:gd name="T1" fmla="*/ 400703256 h 159"/>
              <a:gd name="T2" fmla="*/ 0 w 2768"/>
              <a:gd name="T3" fmla="*/ 0 h 159"/>
              <a:gd name="T4" fmla="*/ 2147483646 w 2768"/>
              <a:gd name="T5" fmla="*/ 0 h 159"/>
              <a:gd name="T6" fmla="*/ 2147483646 w 2768"/>
              <a:gd name="T7" fmla="*/ 400703256 h 15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68" h="159">
                <a:moveTo>
                  <a:pt x="0" y="159"/>
                </a:moveTo>
                <a:lnTo>
                  <a:pt x="0" y="0"/>
                </a:lnTo>
                <a:lnTo>
                  <a:pt x="2768" y="0"/>
                </a:lnTo>
                <a:lnTo>
                  <a:pt x="2768" y="159"/>
                </a:lnTo>
              </a:path>
            </a:pathLst>
          </a:custGeom>
          <a:noFill/>
          <a:ln w="14288">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71078" name="Line 37"/>
          <p:cNvSpPr>
            <a:spLocks noChangeShapeType="1"/>
          </p:cNvSpPr>
          <p:nvPr/>
        </p:nvSpPr>
        <p:spPr bwMode="auto">
          <a:xfrm>
            <a:off x="2843214" y="3798889"/>
            <a:ext cx="1587" cy="839787"/>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71079" name="Line 38"/>
          <p:cNvSpPr>
            <a:spLocks noChangeShapeType="1"/>
          </p:cNvSpPr>
          <p:nvPr/>
        </p:nvSpPr>
        <p:spPr bwMode="auto">
          <a:xfrm flipH="1">
            <a:off x="5589589" y="3798889"/>
            <a:ext cx="1647825" cy="923925"/>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71080" name="Line 39"/>
          <p:cNvSpPr>
            <a:spLocks noChangeShapeType="1"/>
          </p:cNvSpPr>
          <p:nvPr/>
        </p:nvSpPr>
        <p:spPr bwMode="auto">
          <a:xfrm>
            <a:off x="7237414" y="3798889"/>
            <a:ext cx="1587" cy="923925"/>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71081" name="Line 40"/>
          <p:cNvSpPr>
            <a:spLocks noChangeShapeType="1"/>
          </p:cNvSpPr>
          <p:nvPr/>
        </p:nvSpPr>
        <p:spPr bwMode="auto">
          <a:xfrm>
            <a:off x="7237413" y="3798889"/>
            <a:ext cx="1758950" cy="839787"/>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71082" name="Rectangle 41"/>
          <p:cNvSpPr>
            <a:spLocks noChangeArrowheads="1"/>
          </p:cNvSpPr>
          <p:nvPr/>
        </p:nvSpPr>
        <p:spPr bwMode="auto">
          <a:xfrm>
            <a:off x="2513014" y="5040313"/>
            <a:ext cx="6635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71083" name="Rectangle 42"/>
          <p:cNvSpPr>
            <a:spLocks noChangeArrowheads="1"/>
          </p:cNvSpPr>
          <p:nvPr/>
        </p:nvSpPr>
        <p:spPr bwMode="auto">
          <a:xfrm rot="5400000">
            <a:off x="2673350" y="5067300"/>
            <a:ext cx="254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2000">
                <a:solidFill>
                  <a:srgbClr val="000000"/>
                </a:solidFill>
                <a:latin typeface="Times New Roman" panose="02020603050405020304" pitchFamily="18" charset="0"/>
              </a:rPr>
              <a:t>…</a:t>
            </a:r>
            <a:endParaRPr lang="en-US" altLang="zh-CN">
              <a:solidFill>
                <a:srgbClr val="000000"/>
              </a:solidFill>
            </a:endParaRPr>
          </a:p>
        </p:txBody>
      </p:sp>
      <p:sp>
        <p:nvSpPr>
          <p:cNvPr id="471084" name="Rectangle 43"/>
          <p:cNvSpPr>
            <a:spLocks noChangeArrowheads="1"/>
          </p:cNvSpPr>
          <p:nvPr/>
        </p:nvSpPr>
        <p:spPr bwMode="auto">
          <a:xfrm>
            <a:off x="5040314" y="5059363"/>
            <a:ext cx="661987"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71085" name="Rectangle 44"/>
          <p:cNvSpPr>
            <a:spLocks noChangeArrowheads="1"/>
          </p:cNvSpPr>
          <p:nvPr/>
        </p:nvSpPr>
        <p:spPr bwMode="auto">
          <a:xfrm rot="5400000">
            <a:off x="5197475" y="5084763"/>
            <a:ext cx="254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2000">
                <a:solidFill>
                  <a:srgbClr val="000000"/>
                </a:solidFill>
                <a:latin typeface="Times New Roman" panose="02020603050405020304" pitchFamily="18" charset="0"/>
              </a:rPr>
              <a:t>…</a:t>
            </a:r>
            <a:endParaRPr lang="en-US" altLang="zh-CN">
              <a:solidFill>
                <a:srgbClr val="000000"/>
              </a:solidFill>
            </a:endParaRPr>
          </a:p>
        </p:txBody>
      </p:sp>
      <p:sp>
        <p:nvSpPr>
          <p:cNvPr id="471086" name="Rectangle 45"/>
          <p:cNvSpPr>
            <a:spLocks noChangeArrowheads="1"/>
          </p:cNvSpPr>
          <p:nvPr/>
        </p:nvSpPr>
        <p:spPr bwMode="auto">
          <a:xfrm>
            <a:off x="7018339" y="5059363"/>
            <a:ext cx="661987"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71087" name="Rectangle 46"/>
          <p:cNvSpPr>
            <a:spLocks noChangeArrowheads="1"/>
          </p:cNvSpPr>
          <p:nvPr/>
        </p:nvSpPr>
        <p:spPr bwMode="auto">
          <a:xfrm rot="5400000">
            <a:off x="7175500" y="5084763"/>
            <a:ext cx="254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2000">
                <a:solidFill>
                  <a:srgbClr val="000000"/>
                </a:solidFill>
                <a:latin typeface="Times New Roman" panose="02020603050405020304" pitchFamily="18" charset="0"/>
              </a:rPr>
              <a:t>…</a:t>
            </a:r>
            <a:endParaRPr lang="en-US" altLang="zh-CN">
              <a:solidFill>
                <a:srgbClr val="000000"/>
              </a:solidFill>
            </a:endParaRPr>
          </a:p>
        </p:txBody>
      </p:sp>
      <p:sp>
        <p:nvSpPr>
          <p:cNvPr id="471088" name="Rectangle 47"/>
          <p:cNvSpPr>
            <a:spLocks noChangeArrowheads="1"/>
          </p:cNvSpPr>
          <p:nvPr/>
        </p:nvSpPr>
        <p:spPr bwMode="auto">
          <a:xfrm>
            <a:off x="9215439" y="5059363"/>
            <a:ext cx="661987"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71089" name="Rectangle 48"/>
          <p:cNvSpPr>
            <a:spLocks noChangeArrowheads="1"/>
          </p:cNvSpPr>
          <p:nvPr/>
        </p:nvSpPr>
        <p:spPr bwMode="auto">
          <a:xfrm rot="5400000">
            <a:off x="9372600" y="5084763"/>
            <a:ext cx="254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2000">
                <a:solidFill>
                  <a:srgbClr val="000000"/>
                </a:solidFill>
                <a:latin typeface="Times New Roman" panose="02020603050405020304" pitchFamily="18" charset="0"/>
              </a:rPr>
              <a:t>…</a:t>
            </a:r>
            <a:endParaRPr lang="en-US" altLang="zh-CN">
              <a:solidFill>
                <a:srgbClr val="000000"/>
              </a:solidFill>
            </a:endParaRPr>
          </a:p>
        </p:txBody>
      </p:sp>
      <p:sp>
        <p:nvSpPr>
          <p:cNvPr id="471090" name="Rectangle 49"/>
          <p:cNvSpPr>
            <a:spLocks noChangeArrowheads="1"/>
          </p:cNvSpPr>
          <p:nvPr/>
        </p:nvSpPr>
        <p:spPr bwMode="auto">
          <a:xfrm>
            <a:off x="4600575" y="5983288"/>
            <a:ext cx="4141788"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71091" name="Rectangle 50"/>
          <p:cNvSpPr>
            <a:spLocks noChangeArrowheads="1"/>
          </p:cNvSpPr>
          <p:nvPr/>
        </p:nvSpPr>
        <p:spPr bwMode="auto">
          <a:xfrm>
            <a:off x="5846764" y="1698626"/>
            <a:ext cx="21621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71092" name="Rectangle 51"/>
          <p:cNvSpPr>
            <a:spLocks noChangeArrowheads="1"/>
          </p:cNvSpPr>
          <p:nvPr/>
        </p:nvSpPr>
        <p:spPr bwMode="auto">
          <a:xfrm>
            <a:off x="6143626" y="1766888"/>
            <a:ext cx="11588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2000">
                <a:solidFill>
                  <a:srgbClr val="000000"/>
                </a:solidFill>
                <a:latin typeface="Times New Roman" panose="02020603050405020304" pitchFamily="18" charset="0"/>
              </a:rPr>
              <a:t>REGIMEN</a:t>
            </a:r>
            <a:endParaRPr lang="en-US" altLang="zh-CN">
              <a:solidFill>
                <a:srgbClr val="000000"/>
              </a:solidFill>
            </a:endParaRPr>
          </a:p>
        </p:txBody>
      </p:sp>
      <p:sp>
        <p:nvSpPr>
          <p:cNvPr id="471093" name="Rectangle 52"/>
          <p:cNvSpPr>
            <a:spLocks noChangeArrowheads="1"/>
          </p:cNvSpPr>
          <p:nvPr/>
        </p:nvSpPr>
        <p:spPr bwMode="auto">
          <a:xfrm>
            <a:off x="5978525" y="2078038"/>
            <a:ext cx="254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000">
                <a:solidFill>
                  <a:srgbClr val="000000"/>
                </a:solidFill>
                <a:latin typeface="宋体" panose="02010600030101010101" pitchFamily="2" charset="-122"/>
              </a:rPr>
              <a:t>（</a:t>
            </a:r>
            <a:endParaRPr lang="zh-CN" altLang="en-US">
              <a:solidFill>
                <a:srgbClr val="000000"/>
              </a:solidFill>
            </a:endParaRPr>
          </a:p>
        </p:txBody>
      </p:sp>
      <p:sp>
        <p:nvSpPr>
          <p:cNvPr id="471094" name="Rectangle 53"/>
          <p:cNvSpPr>
            <a:spLocks noChangeArrowheads="1"/>
          </p:cNvSpPr>
          <p:nvPr/>
        </p:nvSpPr>
        <p:spPr bwMode="auto">
          <a:xfrm>
            <a:off x="6308725" y="2078038"/>
            <a:ext cx="508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000">
                <a:solidFill>
                  <a:srgbClr val="000000"/>
                </a:solidFill>
                <a:latin typeface="宋体" panose="02010600030101010101" pitchFamily="2" charset="-122"/>
              </a:rPr>
              <a:t>规则</a:t>
            </a:r>
            <a:endParaRPr lang="zh-CN" altLang="en-US">
              <a:solidFill>
                <a:srgbClr val="000000"/>
              </a:solidFill>
            </a:endParaRPr>
          </a:p>
        </p:txBody>
      </p:sp>
      <p:sp>
        <p:nvSpPr>
          <p:cNvPr id="471095" name="Rectangle 54"/>
          <p:cNvSpPr>
            <a:spLocks noChangeArrowheads="1"/>
          </p:cNvSpPr>
          <p:nvPr/>
        </p:nvSpPr>
        <p:spPr bwMode="auto">
          <a:xfrm>
            <a:off x="7050088" y="20701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2000">
                <a:solidFill>
                  <a:srgbClr val="000000"/>
                </a:solidFill>
                <a:latin typeface="Times New Roman" panose="02020603050405020304" pitchFamily="18" charset="0"/>
              </a:rPr>
              <a:t>092</a:t>
            </a:r>
            <a:endParaRPr lang="en-US" altLang="zh-CN">
              <a:solidFill>
                <a:srgbClr val="000000"/>
              </a:solidFill>
            </a:endParaRPr>
          </a:p>
        </p:txBody>
      </p:sp>
      <p:sp>
        <p:nvSpPr>
          <p:cNvPr id="471096" name="Rectangle 55"/>
          <p:cNvSpPr>
            <a:spLocks noChangeArrowheads="1"/>
          </p:cNvSpPr>
          <p:nvPr/>
        </p:nvSpPr>
        <p:spPr bwMode="auto">
          <a:xfrm>
            <a:off x="7543800" y="2078038"/>
            <a:ext cx="254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000">
                <a:solidFill>
                  <a:srgbClr val="000000"/>
                </a:solidFill>
                <a:latin typeface="宋体" panose="02010600030101010101" pitchFamily="2" charset="-122"/>
              </a:rPr>
              <a:t>）</a:t>
            </a:r>
            <a:endParaRPr lang="zh-CN" altLang="en-US">
              <a:solidFill>
                <a:srgbClr val="000000"/>
              </a:solidFill>
            </a:endParaRPr>
          </a:p>
        </p:txBody>
      </p:sp>
      <p:sp>
        <p:nvSpPr>
          <p:cNvPr id="471097" name="Rectangle 56"/>
          <p:cNvSpPr>
            <a:spLocks noChangeArrowheads="1"/>
          </p:cNvSpPr>
          <p:nvPr/>
        </p:nvSpPr>
        <p:spPr bwMode="auto">
          <a:xfrm>
            <a:off x="4270376" y="2706688"/>
            <a:ext cx="197167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71098" name="Rectangle 57"/>
          <p:cNvSpPr>
            <a:spLocks noChangeArrowheads="1"/>
          </p:cNvSpPr>
          <p:nvPr/>
        </p:nvSpPr>
        <p:spPr bwMode="auto">
          <a:xfrm>
            <a:off x="4403725" y="2774950"/>
            <a:ext cx="13160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2000">
                <a:solidFill>
                  <a:srgbClr val="000000"/>
                </a:solidFill>
                <a:latin typeface="Times New Roman" panose="02020603050405020304" pitchFamily="18" charset="0"/>
              </a:rPr>
              <a:t>TREATFOR</a:t>
            </a:r>
            <a:endParaRPr lang="en-US" altLang="zh-CN">
              <a:solidFill>
                <a:srgbClr val="000000"/>
              </a:solidFill>
            </a:endParaRPr>
          </a:p>
        </p:txBody>
      </p:sp>
      <p:sp>
        <p:nvSpPr>
          <p:cNvPr id="471099" name="Rectangle 58"/>
          <p:cNvSpPr>
            <a:spLocks noChangeArrowheads="1"/>
          </p:cNvSpPr>
          <p:nvPr/>
        </p:nvSpPr>
        <p:spPr bwMode="auto">
          <a:xfrm>
            <a:off x="8007350" y="2638425"/>
            <a:ext cx="202565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71100" name="Rectangle 59"/>
          <p:cNvSpPr>
            <a:spLocks noChangeArrowheads="1"/>
          </p:cNvSpPr>
          <p:nvPr/>
        </p:nvSpPr>
        <p:spPr bwMode="auto">
          <a:xfrm>
            <a:off x="8139113" y="2706688"/>
            <a:ext cx="13589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2000">
                <a:solidFill>
                  <a:srgbClr val="000000"/>
                </a:solidFill>
                <a:latin typeface="Times New Roman" panose="02020603050405020304" pitchFamily="18" charset="0"/>
              </a:rPr>
              <a:t>COVERFOR</a:t>
            </a:r>
            <a:endParaRPr lang="en-US" altLang="zh-CN">
              <a:solidFill>
                <a:srgbClr val="000000"/>
              </a:solidFill>
            </a:endParaRPr>
          </a:p>
        </p:txBody>
      </p:sp>
      <p:sp>
        <p:nvSpPr>
          <p:cNvPr id="471101" name="Rectangle 60"/>
          <p:cNvSpPr>
            <a:spLocks noChangeArrowheads="1"/>
          </p:cNvSpPr>
          <p:nvPr/>
        </p:nvSpPr>
        <p:spPr bwMode="auto">
          <a:xfrm>
            <a:off x="1743076" y="3462338"/>
            <a:ext cx="21637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71102" name="Rectangle 61"/>
          <p:cNvSpPr>
            <a:spLocks noChangeArrowheads="1"/>
          </p:cNvSpPr>
          <p:nvPr/>
        </p:nvSpPr>
        <p:spPr bwMode="auto">
          <a:xfrm>
            <a:off x="1876425" y="3538538"/>
            <a:ext cx="254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000">
                <a:solidFill>
                  <a:srgbClr val="000000"/>
                </a:solidFill>
                <a:latin typeface="宋体" panose="02010600030101010101" pitchFamily="2" charset="-122"/>
              </a:rPr>
              <a:t>（</a:t>
            </a:r>
            <a:endParaRPr lang="zh-CN" altLang="en-US">
              <a:solidFill>
                <a:srgbClr val="000000"/>
              </a:solidFill>
            </a:endParaRPr>
          </a:p>
        </p:txBody>
      </p:sp>
      <p:sp>
        <p:nvSpPr>
          <p:cNvPr id="471103" name="Rectangle 62"/>
          <p:cNvSpPr>
            <a:spLocks noChangeArrowheads="1"/>
          </p:cNvSpPr>
          <p:nvPr/>
        </p:nvSpPr>
        <p:spPr bwMode="auto">
          <a:xfrm>
            <a:off x="2206625" y="3538538"/>
            <a:ext cx="508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000">
                <a:solidFill>
                  <a:srgbClr val="000000"/>
                </a:solidFill>
                <a:latin typeface="宋体" panose="02010600030101010101" pitchFamily="2" charset="-122"/>
              </a:rPr>
              <a:t>规则</a:t>
            </a:r>
            <a:endParaRPr lang="zh-CN" altLang="en-US">
              <a:solidFill>
                <a:srgbClr val="000000"/>
              </a:solidFill>
            </a:endParaRPr>
          </a:p>
        </p:txBody>
      </p:sp>
      <p:sp>
        <p:nvSpPr>
          <p:cNvPr id="471104" name="Rectangle 63"/>
          <p:cNvSpPr>
            <a:spLocks noChangeArrowheads="1"/>
          </p:cNvSpPr>
          <p:nvPr/>
        </p:nvSpPr>
        <p:spPr bwMode="auto">
          <a:xfrm>
            <a:off x="2947988" y="35306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2000">
                <a:solidFill>
                  <a:srgbClr val="000000"/>
                </a:solidFill>
                <a:latin typeface="Times New Roman" panose="02020603050405020304" pitchFamily="18" charset="0"/>
              </a:rPr>
              <a:t>090</a:t>
            </a:r>
            <a:endParaRPr lang="en-US" altLang="zh-CN">
              <a:solidFill>
                <a:srgbClr val="000000"/>
              </a:solidFill>
            </a:endParaRPr>
          </a:p>
        </p:txBody>
      </p:sp>
      <p:sp>
        <p:nvSpPr>
          <p:cNvPr id="471105" name="Rectangle 64"/>
          <p:cNvSpPr>
            <a:spLocks noChangeArrowheads="1"/>
          </p:cNvSpPr>
          <p:nvPr/>
        </p:nvSpPr>
        <p:spPr bwMode="auto">
          <a:xfrm>
            <a:off x="3441700" y="3538538"/>
            <a:ext cx="254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000">
                <a:solidFill>
                  <a:srgbClr val="000000"/>
                </a:solidFill>
                <a:latin typeface="宋体" panose="02010600030101010101" pitchFamily="2" charset="-122"/>
              </a:rPr>
              <a:t>）</a:t>
            </a:r>
            <a:endParaRPr lang="zh-CN" altLang="en-US">
              <a:solidFill>
                <a:srgbClr val="000000"/>
              </a:solidFill>
            </a:endParaRPr>
          </a:p>
        </p:txBody>
      </p:sp>
      <p:sp>
        <p:nvSpPr>
          <p:cNvPr id="471106" name="Rectangle 65"/>
          <p:cNvSpPr>
            <a:spLocks noChangeArrowheads="1"/>
          </p:cNvSpPr>
          <p:nvPr/>
        </p:nvSpPr>
        <p:spPr bwMode="auto">
          <a:xfrm>
            <a:off x="6248401" y="3462338"/>
            <a:ext cx="21637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71107" name="Rectangle 66"/>
          <p:cNvSpPr>
            <a:spLocks noChangeArrowheads="1"/>
          </p:cNvSpPr>
          <p:nvPr/>
        </p:nvSpPr>
        <p:spPr bwMode="auto">
          <a:xfrm>
            <a:off x="6381750" y="3538538"/>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000">
                <a:solidFill>
                  <a:srgbClr val="000000"/>
                </a:solidFill>
                <a:latin typeface="宋体" panose="02010600030101010101" pitchFamily="2" charset="-122"/>
              </a:rPr>
              <a:t>（规则</a:t>
            </a:r>
            <a:endParaRPr lang="zh-CN" altLang="en-US">
              <a:solidFill>
                <a:srgbClr val="000000"/>
              </a:solidFill>
            </a:endParaRPr>
          </a:p>
        </p:txBody>
      </p:sp>
      <p:sp>
        <p:nvSpPr>
          <p:cNvPr id="471108" name="Rectangle 67"/>
          <p:cNvSpPr>
            <a:spLocks noChangeArrowheads="1"/>
          </p:cNvSpPr>
          <p:nvPr/>
        </p:nvSpPr>
        <p:spPr bwMode="auto">
          <a:xfrm>
            <a:off x="7453313" y="35306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2000">
                <a:solidFill>
                  <a:srgbClr val="000000"/>
                </a:solidFill>
                <a:latin typeface="Times New Roman" panose="02020603050405020304" pitchFamily="18" charset="0"/>
              </a:rPr>
              <a:t>149</a:t>
            </a:r>
            <a:endParaRPr lang="en-US" altLang="zh-CN">
              <a:solidFill>
                <a:srgbClr val="000000"/>
              </a:solidFill>
            </a:endParaRPr>
          </a:p>
        </p:txBody>
      </p:sp>
      <p:sp>
        <p:nvSpPr>
          <p:cNvPr id="471109" name="Rectangle 68"/>
          <p:cNvSpPr>
            <a:spLocks noChangeArrowheads="1"/>
          </p:cNvSpPr>
          <p:nvPr/>
        </p:nvSpPr>
        <p:spPr bwMode="auto">
          <a:xfrm>
            <a:off x="7947025" y="3538538"/>
            <a:ext cx="254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000">
                <a:solidFill>
                  <a:srgbClr val="000000"/>
                </a:solidFill>
                <a:latin typeface="宋体" panose="02010600030101010101" pitchFamily="2" charset="-122"/>
              </a:rPr>
              <a:t>）</a:t>
            </a:r>
            <a:endParaRPr lang="zh-CN" altLang="en-US">
              <a:solidFill>
                <a:srgbClr val="000000"/>
              </a:solidFill>
            </a:endParaRPr>
          </a:p>
        </p:txBody>
      </p:sp>
      <p:sp>
        <p:nvSpPr>
          <p:cNvPr id="471110" name="Rectangle 69"/>
          <p:cNvSpPr>
            <a:spLocks noChangeArrowheads="1"/>
          </p:cNvSpPr>
          <p:nvPr/>
        </p:nvSpPr>
        <p:spPr bwMode="auto">
          <a:xfrm>
            <a:off x="4930776" y="4638675"/>
            <a:ext cx="125571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71111" name="Rectangle 70"/>
          <p:cNvSpPr>
            <a:spLocks noChangeArrowheads="1"/>
          </p:cNvSpPr>
          <p:nvPr/>
        </p:nvSpPr>
        <p:spPr bwMode="auto">
          <a:xfrm>
            <a:off x="5062539" y="4706939"/>
            <a:ext cx="77104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2000">
                <a:solidFill>
                  <a:srgbClr val="000000"/>
                </a:solidFill>
                <a:latin typeface="Times New Roman" panose="02020603050405020304" pitchFamily="18" charset="0"/>
              </a:rPr>
              <a:t>IDENT</a:t>
            </a:r>
            <a:endParaRPr lang="en-US" altLang="zh-CN">
              <a:solidFill>
                <a:srgbClr val="000000"/>
              </a:solidFill>
            </a:endParaRPr>
          </a:p>
        </p:txBody>
      </p:sp>
      <p:sp>
        <p:nvSpPr>
          <p:cNvPr id="471112" name="Rectangle 71"/>
          <p:cNvSpPr>
            <a:spLocks noChangeArrowheads="1"/>
          </p:cNvSpPr>
          <p:nvPr/>
        </p:nvSpPr>
        <p:spPr bwMode="auto">
          <a:xfrm>
            <a:off x="6469063" y="4638675"/>
            <a:ext cx="2081212"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71113" name="Rectangle 72"/>
          <p:cNvSpPr>
            <a:spLocks noChangeArrowheads="1"/>
          </p:cNvSpPr>
          <p:nvPr/>
        </p:nvSpPr>
        <p:spPr bwMode="auto">
          <a:xfrm>
            <a:off x="6600826" y="4706938"/>
            <a:ext cx="14001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2000">
                <a:solidFill>
                  <a:srgbClr val="000000"/>
                </a:solidFill>
                <a:latin typeface="Times New Roman" panose="02020603050405020304" pitchFamily="18" charset="0"/>
              </a:rPr>
              <a:t>INFECTLOC</a:t>
            </a:r>
            <a:endParaRPr lang="en-US" altLang="zh-CN">
              <a:solidFill>
                <a:srgbClr val="000000"/>
              </a:solidFill>
            </a:endParaRPr>
          </a:p>
        </p:txBody>
      </p:sp>
      <p:sp>
        <p:nvSpPr>
          <p:cNvPr id="471114" name="Rectangle 73"/>
          <p:cNvSpPr>
            <a:spLocks noChangeArrowheads="1"/>
          </p:cNvSpPr>
          <p:nvPr/>
        </p:nvSpPr>
        <p:spPr bwMode="auto">
          <a:xfrm>
            <a:off x="8666163" y="4638675"/>
            <a:ext cx="1604962"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71115" name="Rectangle 74"/>
          <p:cNvSpPr>
            <a:spLocks noChangeArrowheads="1"/>
          </p:cNvSpPr>
          <p:nvPr/>
        </p:nvSpPr>
        <p:spPr bwMode="auto">
          <a:xfrm>
            <a:off x="8799514" y="4706938"/>
            <a:ext cx="10318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2000">
                <a:solidFill>
                  <a:srgbClr val="000000"/>
                </a:solidFill>
                <a:latin typeface="Times New Roman" panose="02020603050405020304" pitchFamily="18" charset="0"/>
              </a:rPr>
              <a:t>FEBRILE</a:t>
            </a:r>
            <a:endParaRPr lang="en-US" altLang="zh-CN">
              <a:solidFill>
                <a:srgbClr val="000000"/>
              </a:solidFill>
            </a:endParaRPr>
          </a:p>
        </p:txBody>
      </p:sp>
      <p:sp>
        <p:nvSpPr>
          <p:cNvPr id="471116" name="Rectangle 75"/>
          <p:cNvSpPr>
            <a:spLocks noChangeArrowheads="1"/>
          </p:cNvSpPr>
          <p:nvPr/>
        </p:nvSpPr>
        <p:spPr bwMode="auto">
          <a:xfrm>
            <a:off x="1524001" y="4554538"/>
            <a:ext cx="25574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71117" name="Rectangle 76"/>
          <p:cNvSpPr>
            <a:spLocks noChangeArrowheads="1"/>
          </p:cNvSpPr>
          <p:nvPr/>
        </p:nvSpPr>
        <p:spPr bwMode="auto">
          <a:xfrm>
            <a:off x="1657350" y="4622800"/>
            <a:ext cx="17668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2000">
                <a:solidFill>
                  <a:srgbClr val="000000"/>
                </a:solidFill>
                <a:latin typeface="Times New Roman" panose="02020603050405020304" pitchFamily="18" charset="0"/>
              </a:rPr>
              <a:t>SIGNIFICANCE</a:t>
            </a:r>
            <a:endParaRPr lang="en-US" altLang="zh-CN">
              <a:solidFill>
                <a:srgbClr val="000000"/>
              </a:solidFill>
            </a:endParaRPr>
          </a:p>
        </p:txBody>
      </p:sp>
      <p:sp>
        <p:nvSpPr>
          <p:cNvPr id="471118" name="Line 77"/>
          <p:cNvSpPr>
            <a:spLocks noChangeShapeType="1"/>
          </p:cNvSpPr>
          <p:nvPr/>
        </p:nvSpPr>
        <p:spPr bwMode="auto">
          <a:xfrm flipH="1">
            <a:off x="5259389" y="2370139"/>
            <a:ext cx="1538287" cy="420687"/>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71119" name="Line 78"/>
          <p:cNvSpPr>
            <a:spLocks noChangeShapeType="1"/>
          </p:cNvSpPr>
          <p:nvPr/>
        </p:nvSpPr>
        <p:spPr bwMode="auto">
          <a:xfrm>
            <a:off x="6797675" y="2370139"/>
            <a:ext cx="1538288" cy="420687"/>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71120" name="Line 79"/>
          <p:cNvSpPr>
            <a:spLocks noChangeShapeType="1"/>
          </p:cNvSpPr>
          <p:nvPr/>
        </p:nvSpPr>
        <p:spPr bwMode="auto">
          <a:xfrm>
            <a:off x="5149850" y="3043239"/>
            <a:ext cx="1588" cy="250825"/>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71121" name="Freeform 80"/>
          <p:cNvSpPr/>
          <p:nvPr/>
        </p:nvSpPr>
        <p:spPr bwMode="auto">
          <a:xfrm>
            <a:off x="2843213" y="3294063"/>
            <a:ext cx="4394200" cy="252412"/>
          </a:xfrm>
          <a:custGeom>
            <a:avLst/>
            <a:gdLst>
              <a:gd name="T0" fmla="*/ 0 w 2768"/>
              <a:gd name="T1" fmla="*/ 400703256 h 159"/>
              <a:gd name="T2" fmla="*/ 0 w 2768"/>
              <a:gd name="T3" fmla="*/ 0 h 159"/>
              <a:gd name="T4" fmla="*/ 2147483646 w 2768"/>
              <a:gd name="T5" fmla="*/ 0 h 159"/>
              <a:gd name="T6" fmla="*/ 2147483646 w 2768"/>
              <a:gd name="T7" fmla="*/ 400703256 h 15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68" h="159">
                <a:moveTo>
                  <a:pt x="0" y="159"/>
                </a:moveTo>
                <a:lnTo>
                  <a:pt x="0" y="0"/>
                </a:lnTo>
                <a:lnTo>
                  <a:pt x="2768" y="0"/>
                </a:lnTo>
                <a:lnTo>
                  <a:pt x="2768" y="159"/>
                </a:lnTo>
              </a:path>
            </a:pathLst>
          </a:custGeom>
          <a:noFill/>
          <a:ln w="14288">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71122" name="Line 81"/>
          <p:cNvSpPr>
            <a:spLocks noChangeShapeType="1"/>
          </p:cNvSpPr>
          <p:nvPr/>
        </p:nvSpPr>
        <p:spPr bwMode="auto">
          <a:xfrm>
            <a:off x="2843214" y="3798889"/>
            <a:ext cx="1587" cy="839787"/>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71123" name="Line 82"/>
          <p:cNvSpPr>
            <a:spLocks noChangeShapeType="1"/>
          </p:cNvSpPr>
          <p:nvPr/>
        </p:nvSpPr>
        <p:spPr bwMode="auto">
          <a:xfrm flipH="1">
            <a:off x="5589589" y="3798889"/>
            <a:ext cx="1647825" cy="923925"/>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71124" name="Line 83"/>
          <p:cNvSpPr>
            <a:spLocks noChangeShapeType="1"/>
          </p:cNvSpPr>
          <p:nvPr/>
        </p:nvSpPr>
        <p:spPr bwMode="auto">
          <a:xfrm>
            <a:off x="7237414" y="3798889"/>
            <a:ext cx="1587" cy="923925"/>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71125" name="Line 84"/>
          <p:cNvSpPr>
            <a:spLocks noChangeShapeType="1"/>
          </p:cNvSpPr>
          <p:nvPr/>
        </p:nvSpPr>
        <p:spPr bwMode="auto">
          <a:xfrm>
            <a:off x="7237413" y="3798889"/>
            <a:ext cx="1758950" cy="839787"/>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471126" name="Rectangle 85"/>
          <p:cNvSpPr>
            <a:spLocks noChangeArrowheads="1"/>
          </p:cNvSpPr>
          <p:nvPr/>
        </p:nvSpPr>
        <p:spPr bwMode="auto">
          <a:xfrm>
            <a:off x="2513014" y="5040313"/>
            <a:ext cx="6635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71127" name="Rectangle 86"/>
          <p:cNvSpPr>
            <a:spLocks noChangeArrowheads="1"/>
          </p:cNvSpPr>
          <p:nvPr/>
        </p:nvSpPr>
        <p:spPr bwMode="auto">
          <a:xfrm rot="5400000">
            <a:off x="2673350" y="5067300"/>
            <a:ext cx="254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2000">
                <a:solidFill>
                  <a:srgbClr val="000000"/>
                </a:solidFill>
                <a:latin typeface="Times New Roman" panose="02020603050405020304" pitchFamily="18" charset="0"/>
              </a:rPr>
              <a:t>…</a:t>
            </a:r>
            <a:endParaRPr lang="en-US" altLang="zh-CN">
              <a:solidFill>
                <a:srgbClr val="000000"/>
              </a:solidFill>
            </a:endParaRPr>
          </a:p>
        </p:txBody>
      </p:sp>
      <p:sp>
        <p:nvSpPr>
          <p:cNvPr id="471128" name="Rectangle 87"/>
          <p:cNvSpPr>
            <a:spLocks noChangeArrowheads="1"/>
          </p:cNvSpPr>
          <p:nvPr/>
        </p:nvSpPr>
        <p:spPr bwMode="auto">
          <a:xfrm>
            <a:off x="5040314" y="5059363"/>
            <a:ext cx="661987"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71129" name="Rectangle 88"/>
          <p:cNvSpPr>
            <a:spLocks noChangeArrowheads="1"/>
          </p:cNvSpPr>
          <p:nvPr/>
        </p:nvSpPr>
        <p:spPr bwMode="auto">
          <a:xfrm rot="5400000">
            <a:off x="5197475" y="5084763"/>
            <a:ext cx="254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2000">
                <a:solidFill>
                  <a:srgbClr val="000000"/>
                </a:solidFill>
                <a:latin typeface="Times New Roman" panose="02020603050405020304" pitchFamily="18" charset="0"/>
              </a:rPr>
              <a:t>…</a:t>
            </a:r>
            <a:endParaRPr lang="en-US" altLang="zh-CN">
              <a:solidFill>
                <a:srgbClr val="000000"/>
              </a:solidFill>
            </a:endParaRPr>
          </a:p>
        </p:txBody>
      </p:sp>
      <p:sp>
        <p:nvSpPr>
          <p:cNvPr id="471130" name="Rectangle 89"/>
          <p:cNvSpPr>
            <a:spLocks noChangeArrowheads="1"/>
          </p:cNvSpPr>
          <p:nvPr/>
        </p:nvSpPr>
        <p:spPr bwMode="auto">
          <a:xfrm>
            <a:off x="7018339" y="5059363"/>
            <a:ext cx="661987"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71131" name="Rectangle 90"/>
          <p:cNvSpPr>
            <a:spLocks noChangeArrowheads="1"/>
          </p:cNvSpPr>
          <p:nvPr/>
        </p:nvSpPr>
        <p:spPr bwMode="auto">
          <a:xfrm rot="5400000">
            <a:off x="7175500" y="5084763"/>
            <a:ext cx="254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2000">
                <a:solidFill>
                  <a:srgbClr val="000000"/>
                </a:solidFill>
                <a:latin typeface="Times New Roman" panose="02020603050405020304" pitchFamily="18" charset="0"/>
              </a:rPr>
              <a:t>…</a:t>
            </a:r>
            <a:endParaRPr lang="en-US" altLang="zh-CN">
              <a:solidFill>
                <a:srgbClr val="000000"/>
              </a:solidFill>
            </a:endParaRPr>
          </a:p>
        </p:txBody>
      </p:sp>
      <p:sp>
        <p:nvSpPr>
          <p:cNvPr id="471132" name="Rectangle 91"/>
          <p:cNvSpPr>
            <a:spLocks noChangeArrowheads="1"/>
          </p:cNvSpPr>
          <p:nvPr/>
        </p:nvSpPr>
        <p:spPr bwMode="auto">
          <a:xfrm>
            <a:off x="9215439" y="5059363"/>
            <a:ext cx="661987"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71133" name="Rectangle 92"/>
          <p:cNvSpPr>
            <a:spLocks noChangeArrowheads="1"/>
          </p:cNvSpPr>
          <p:nvPr/>
        </p:nvSpPr>
        <p:spPr bwMode="auto">
          <a:xfrm rot="5400000">
            <a:off x="9372600" y="5084763"/>
            <a:ext cx="254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2000">
                <a:solidFill>
                  <a:srgbClr val="000000"/>
                </a:solidFill>
                <a:latin typeface="Times New Roman" panose="02020603050405020304" pitchFamily="18" charset="0"/>
              </a:rPr>
              <a:t>…</a:t>
            </a:r>
            <a:endParaRPr lang="en-US" altLang="zh-CN">
              <a:solidFill>
                <a:srgbClr val="000000"/>
              </a:solidFill>
            </a:endParaRPr>
          </a:p>
        </p:txBody>
      </p:sp>
      <p:sp>
        <p:nvSpPr>
          <p:cNvPr id="471134" name="Rectangle 93"/>
          <p:cNvSpPr>
            <a:spLocks noChangeArrowheads="1"/>
          </p:cNvSpPr>
          <p:nvPr/>
        </p:nvSpPr>
        <p:spPr bwMode="auto">
          <a:xfrm>
            <a:off x="4600575" y="5983288"/>
            <a:ext cx="4141788"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471135" name="Rectangle 94"/>
          <p:cNvSpPr>
            <a:spLocks noChangeArrowheads="1"/>
          </p:cNvSpPr>
          <p:nvPr/>
        </p:nvSpPr>
        <p:spPr bwMode="auto">
          <a:xfrm>
            <a:off x="4800600" y="5943600"/>
            <a:ext cx="2590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000" b="1">
                <a:solidFill>
                  <a:srgbClr val="000000"/>
                </a:solidFill>
                <a:latin typeface="宋体" panose="02010600030101010101" pitchFamily="2" charset="-122"/>
              </a:rPr>
              <a:t>关于病人的上下文树</a:t>
            </a:r>
            <a:endParaRPr lang="zh-CN" altLang="en-US" b="1">
              <a:solidFill>
                <a:srgbClr val="000000"/>
              </a:solidFill>
            </a:endParaRPr>
          </a:p>
        </p:txBody>
      </p:sp>
    </p:spTree>
  </p:cSld>
  <p:clrMapOvr>
    <a:masterClrMapping/>
  </p:clrMapOvr>
  <p:transition>
    <p:rand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1BC8BC3C-0EC6-4752-8BC0-5A15CA39CCAA}" type="slidenum">
              <a:rPr lang="ja-JP" altLang="en-US">
                <a:latin typeface="Arial" panose="020B0604020202020204"/>
              </a:rPr>
            </a:fld>
            <a:endParaRPr lang="en-US" altLang="ja-JP">
              <a:latin typeface="Arial" panose="020B0604020202020204"/>
            </a:endParaRPr>
          </a:p>
        </p:txBody>
      </p:sp>
      <p:sp>
        <p:nvSpPr>
          <p:cNvPr id="472067"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rPr>
              <a:t>10.8.1  </a:t>
            </a:r>
            <a:r>
              <a:rPr lang="zh-CN" altLang="en-US" sz="4200" b="0">
                <a:latin typeface="Times New Roman" panose="02020603050405020304" pitchFamily="18" charset="0"/>
                <a:ea typeface="黑体" panose="02010609060101010101" pitchFamily="49" charset="-122"/>
              </a:rPr>
              <a:t>医学专家系统──</a:t>
            </a:r>
            <a:r>
              <a:rPr lang="en-US" altLang="zh-CN" sz="4200" b="0">
                <a:latin typeface="Times New Roman" panose="02020603050405020304" pitchFamily="18" charset="0"/>
                <a:ea typeface="黑体" panose="02010609060101010101" pitchFamily="49" charset="-122"/>
                <a:cs typeface="Times New Roman" panose="02020603050405020304" pitchFamily="18" charset="0"/>
              </a:rPr>
              <a:t>MYCIN</a:t>
            </a:r>
            <a:endParaRPr lang="en-US" altLang="zh-CN" sz="4200" b="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72068"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600" b="1">
                <a:solidFill>
                  <a:srgbClr val="000000"/>
                </a:solidFill>
                <a:latin typeface="Times New Roman" panose="02020603050405020304" pitchFamily="18" charset="0"/>
                <a:cs typeface="Times New Roman" panose="02020603050405020304" pitchFamily="18" charset="0"/>
              </a:rPr>
              <a:t>4. </a:t>
            </a:r>
            <a:r>
              <a:rPr lang="zh-CN" altLang="en-US" sz="2600" b="1">
                <a:solidFill>
                  <a:srgbClr val="000000"/>
                </a:solidFill>
                <a:latin typeface="Times New Roman" panose="02020603050405020304" pitchFamily="18" charset="0"/>
                <a:cs typeface="Times New Roman" panose="02020603050405020304" pitchFamily="18" charset="0"/>
              </a:rPr>
              <a:t>推理策略</a:t>
            </a:r>
            <a:r>
              <a:rPr lang="zh-CN" altLang="en-US" b="1">
                <a:solidFill>
                  <a:srgbClr val="000000"/>
                </a:solidFill>
                <a:latin typeface="Times New Roman" panose="02020603050405020304" pitchFamily="18" charset="0"/>
              </a:rPr>
              <a:t> </a:t>
            </a:r>
            <a:endParaRPr lang="zh-CN" altLang="en-US" b="1">
              <a:solidFill>
                <a:srgbClr val="000000"/>
              </a:solidFill>
              <a:latin typeface="Times New Roman" panose="02020603050405020304" pitchFamily="18" charset="0"/>
            </a:endParaRPr>
          </a:p>
        </p:txBody>
      </p:sp>
      <p:sp>
        <p:nvSpPr>
          <p:cNvPr id="627716" name="Text Box 4"/>
          <p:cNvSpPr txBox="1">
            <a:spLocks noChangeArrowheads="1"/>
          </p:cNvSpPr>
          <p:nvPr/>
        </p:nvSpPr>
        <p:spPr bwMode="auto">
          <a:xfrm>
            <a:off x="1828800" y="1676401"/>
            <a:ext cx="8610600" cy="3533775"/>
          </a:xfrm>
          <a:prstGeom prst="rect">
            <a:avLst/>
          </a:prstGeom>
          <a:gradFill rotWithShape="1">
            <a:gsLst>
              <a:gs pos="0">
                <a:srgbClr val="00FFFF"/>
              </a:gs>
              <a:gs pos="50000">
                <a:srgbClr val="FFFFFF"/>
              </a:gs>
              <a:gs pos="100000">
                <a:srgbClr val="00FFFF"/>
              </a:gs>
            </a:gsLst>
            <a:lin ang="18900000" scaled="1"/>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lnSpc>
                <a:spcPct val="120000"/>
              </a:lnSpc>
              <a:spcBef>
                <a:spcPct val="50000"/>
              </a:spcBef>
              <a:spcAft>
                <a:spcPct val="0"/>
              </a:spcAft>
              <a:buClr>
                <a:srgbClr val="CC0000"/>
              </a:buClr>
              <a:buFont typeface="Wingdings" panose="05000000000000000000" pitchFamily="2" charset="2"/>
              <a:buChar char="§"/>
            </a:pPr>
            <a:r>
              <a:rPr lang="en-US" altLang="zh-CN" sz="2400">
                <a:solidFill>
                  <a:srgbClr val="000000"/>
                </a:solidFill>
                <a:latin typeface="Times New Roman" panose="02020603050405020304" pitchFamily="18" charset="0"/>
              </a:rPr>
              <a:t>  </a:t>
            </a:r>
            <a:r>
              <a:rPr lang="en-US" altLang="zh-CN" sz="2400" b="1">
                <a:solidFill>
                  <a:srgbClr val="000000"/>
                </a:solidFill>
                <a:latin typeface="Times New Roman" panose="02020603050405020304" pitchFamily="18" charset="0"/>
              </a:rPr>
              <a:t>MYCIN</a:t>
            </a:r>
            <a:r>
              <a:rPr lang="zh-CN" altLang="en-US" sz="2400" b="1">
                <a:solidFill>
                  <a:srgbClr val="000000"/>
                </a:solidFill>
                <a:latin typeface="Times New Roman" panose="02020603050405020304" pitchFamily="18" charset="0"/>
              </a:rPr>
              <a:t>系统：通过两个子程序</a:t>
            </a:r>
            <a:r>
              <a:rPr lang="en-US" altLang="zh-CN" sz="2400" b="1">
                <a:solidFill>
                  <a:srgbClr val="000000"/>
                </a:solidFill>
                <a:latin typeface="Times New Roman" panose="02020603050405020304" pitchFamily="18" charset="0"/>
              </a:rPr>
              <a:t>MONITOR</a:t>
            </a:r>
            <a:r>
              <a:rPr lang="zh-CN" altLang="en-US" sz="2400" b="1">
                <a:solidFill>
                  <a:srgbClr val="000000"/>
                </a:solidFill>
                <a:latin typeface="Times New Roman" panose="02020603050405020304" pitchFamily="18" charset="0"/>
              </a:rPr>
              <a:t>和</a:t>
            </a:r>
            <a:r>
              <a:rPr lang="en-US" altLang="zh-CN" sz="2400" b="1">
                <a:solidFill>
                  <a:srgbClr val="000000"/>
                </a:solidFill>
                <a:latin typeface="Times New Roman" panose="02020603050405020304" pitchFamily="18" charset="0"/>
              </a:rPr>
              <a:t>FINDOUT</a:t>
            </a:r>
            <a:r>
              <a:rPr lang="zh-CN" altLang="en-US" sz="2400" b="1">
                <a:solidFill>
                  <a:srgbClr val="000000"/>
                </a:solidFill>
                <a:latin typeface="Times New Roman" panose="02020603050405020304" pitchFamily="18" charset="0"/>
              </a:rPr>
              <a:t>完成整个咨询和推理过程。</a:t>
            </a:r>
            <a:endParaRPr lang="zh-CN" altLang="en-US" sz="2400" b="1">
              <a:solidFill>
                <a:srgbClr val="000000"/>
              </a:solidFill>
              <a:latin typeface="Times New Roman" panose="02020603050405020304" pitchFamily="18" charset="0"/>
            </a:endParaRPr>
          </a:p>
          <a:p>
            <a:pPr algn="just" fontAlgn="base">
              <a:lnSpc>
                <a:spcPct val="120000"/>
              </a:lnSpc>
              <a:spcBef>
                <a:spcPct val="50000"/>
              </a:spcBef>
              <a:spcAft>
                <a:spcPct val="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rPr>
              <a:t>  </a:t>
            </a:r>
            <a:r>
              <a:rPr lang="en-US" altLang="zh-CN" sz="2400" b="1">
                <a:solidFill>
                  <a:srgbClr val="0000FF"/>
                </a:solidFill>
                <a:latin typeface="Times New Roman" panose="02020603050405020304" pitchFamily="18" charset="0"/>
              </a:rPr>
              <a:t>MONITOR</a:t>
            </a:r>
            <a:r>
              <a:rPr lang="zh-CN" altLang="en-US" sz="2400" b="1">
                <a:solidFill>
                  <a:srgbClr val="000000"/>
                </a:solidFill>
                <a:latin typeface="Times New Roman" panose="02020603050405020304" pitchFamily="18" charset="0"/>
              </a:rPr>
              <a:t>：分析规则的前提条件是否满足，以决定拒绝该规则还是采用该规则，并将每次鉴定一个前提后的结果记录在动态数据库中。</a:t>
            </a:r>
            <a:endParaRPr lang="zh-CN" altLang="en-US" sz="2400" b="1">
              <a:solidFill>
                <a:srgbClr val="000000"/>
              </a:solidFill>
              <a:latin typeface="Times New Roman" panose="02020603050405020304" pitchFamily="18" charset="0"/>
            </a:endParaRPr>
          </a:p>
          <a:p>
            <a:pPr algn="just" fontAlgn="base">
              <a:lnSpc>
                <a:spcPct val="120000"/>
              </a:lnSpc>
              <a:spcBef>
                <a:spcPct val="50000"/>
              </a:spcBef>
              <a:spcAft>
                <a:spcPct val="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rPr>
              <a:t>  </a:t>
            </a:r>
            <a:r>
              <a:rPr lang="en-US" altLang="zh-CN" sz="2400" b="1">
                <a:solidFill>
                  <a:srgbClr val="0000FF"/>
                </a:solidFill>
                <a:latin typeface="Times New Roman" panose="02020603050405020304" pitchFamily="18" charset="0"/>
              </a:rPr>
              <a:t>FINDOUT</a:t>
            </a:r>
            <a:r>
              <a:rPr lang="zh-CN" altLang="en-US" sz="2400" b="1">
                <a:solidFill>
                  <a:srgbClr val="000000"/>
                </a:solidFill>
                <a:latin typeface="Times New Roman" panose="02020603050405020304" pitchFamily="18" charset="0"/>
              </a:rPr>
              <a:t>：检查</a:t>
            </a:r>
            <a:r>
              <a:rPr lang="en-US" altLang="zh-CN" sz="2400" b="1">
                <a:solidFill>
                  <a:srgbClr val="000000"/>
                </a:solidFill>
                <a:latin typeface="Times New Roman" panose="02020603050405020304" pitchFamily="18" charset="0"/>
              </a:rPr>
              <a:t>MONITOR</a:t>
            </a:r>
            <a:r>
              <a:rPr lang="zh-CN" altLang="en-US" sz="2400" b="1">
                <a:solidFill>
                  <a:srgbClr val="000000"/>
                </a:solidFill>
                <a:latin typeface="Times New Roman" panose="02020603050405020304" pitchFamily="18" charset="0"/>
              </a:rPr>
              <a:t>所需要的参数，它可能已在动态数据库中，也可以通过用户提问获取。</a:t>
            </a:r>
            <a:r>
              <a:rPr lang="zh-CN" altLang="en-US" sz="2400">
                <a:solidFill>
                  <a:srgbClr val="000000"/>
                </a:solidFill>
                <a:latin typeface="Times New Roman" panose="02020603050405020304" pitchFamily="18" charset="0"/>
              </a:rPr>
              <a:t>  </a:t>
            </a:r>
            <a:endParaRPr lang="zh-CN" altLang="en-US" sz="2400">
              <a:solidFill>
                <a:srgbClr val="000000"/>
              </a:solidFill>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627716"/>
                                        </p:tgtEl>
                                        <p:attrNameLst>
                                          <p:attrName>style.visibility</p:attrName>
                                        </p:attrNameLst>
                                      </p:cBhvr>
                                      <p:to>
                                        <p:strVal val="visible"/>
                                      </p:to>
                                    </p:set>
                                    <p:animEffect transition="in" filter="barn(inHorizontal)">
                                      <p:cBhvr>
                                        <p:cTn id="7" dur="500"/>
                                        <p:tgtEl>
                                          <p:spTgt spid="6277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7716" grpId="0" animBg="1"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2AF92ECC-C559-494C-A01A-CBFB9E404695}" type="slidenum">
              <a:rPr lang="ja-JP" altLang="en-US">
                <a:latin typeface="Arial" panose="020B0604020202020204"/>
              </a:rPr>
            </a:fld>
            <a:endParaRPr lang="en-US" altLang="ja-JP">
              <a:latin typeface="Arial" panose="020B0604020202020204"/>
            </a:endParaRPr>
          </a:p>
        </p:txBody>
      </p:sp>
      <p:sp>
        <p:nvSpPr>
          <p:cNvPr id="473091"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rPr>
              <a:t>10.8.1  </a:t>
            </a:r>
            <a:r>
              <a:rPr lang="zh-CN" altLang="en-US" sz="4200" b="0">
                <a:latin typeface="Times New Roman" panose="02020603050405020304" pitchFamily="18" charset="0"/>
                <a:ea typeface="黑体" panose="02010609060101010101" pitchFamily="49" charset="-122"/>
              </a:rPr>
              <a:t>医学专家系统──</a:t>
            </a:r>
            <a:r>
              <a:rPr lang="en-US" altLang="zh-CN" sz="4200" b="0">
                <a:latin typeface="Times New Roman" panose="02020603050405020304" pitchFamily="18" charset="0"/>
                <a:ea typeface="黑体" panose="02010609060101010101" pitchFamily="49" charset="-122"/>
                <a:cs typeface="Times New Roman" panose="02020603050405020304" pitchFamily="18" charset="0"/>
              </a:rPr>
              <a:t>MYCIN</a:t>
            </a:r>
            <a:endParaRPr lang="en-US" altLang="zh-CN" sz="4200" b="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73092"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600" b="1">
                <a:solidFill>
                  <a:srgbClr val="000000"/>
                </a:solidFill>
                <a:latin typeface="Times New Roman" panose="02020603050405020304" pitchFamily="18" charset="0"/>
                <a:cs typeface="Times New Roman" panose="02020603050405020304" pitchFamily="18" charset="0"/>
              </a:rPr>
              <a:t> 5. </a:t>
            </a:r>
            <a:r>
              <a:rPr lang="zh-CN" altLang="en-US" sz="2600" b="1">
                <a:solidFill>
                  <a:srgbClr val="000000"/>
                </a:solidFill>
                <a:latin typeface="Times New Roman" panose="02020603050405020304" pitchFamily="18" charset="0"/>
                <a:cs typeface="Times New Roman" panose="02020603050405020304" pitchFamily="18" charset="0"/>
              </a:rPr>
              <a:t>治疗方案选择</a:t>
            </a:r>
            <a:r>
              <a:rPr lang="zh-CN" altLang="en-US" b="1">
                <a:solidFill>
                  <a:srgbClr val="000000"/>
                </a:solidFill>
                <a:latin typeface="Times New Roman" panose="02020603050405020304" pitchFamily="18" charset="0"/>
              </a:rPr>
              <a:t> </a:t>
            </a:r>
            <a:endParaRPr lang="zh-CN" altLang="en-US" b="1">
              <a:solidFill>
                <a:srgbClr val="000000"/>
              </a:solidFill>
              <a:latin typeface="Times New Roman" panose="02020603050405020304" pitchFamily="18" charset="0"/>
            </a:endParaRPr>
          </a:p>
        </p:txBody>
      </p:sp>
      <p:sp>
        <p:nvSpPr>
          <p:cNvPr id="628740" name="Text Box 4"/>
          <p:cNvSpPr txBox="1">
            <a:spLocks noChangeArrowheads="1"/>
          </p:cNvSpPr>
          <p:nvPr/>
        </p:nvSpPr>
        <p:spPr bwMode="auto">
          <a:xfrm>
            <a:off x="1905000" y="1733550"/>
            <a:ext cx="8382000" cy="3752850"/>
          </a:xfrm>
          <a:prstGeom prst="rect">
            <a:avLst/>
          </a:prstGeom>
          <a:gradFill rotWithShape="1">
            <a:gsLst>
              <a:gs pos="0">
                <a:srgbClr val="00FFFF"/>
              </a:gs>
              <a:gs pos="50000">
                <a:srgbClr val="FFFFFF"/>
              </a:gs>
              <a:gs pos="100000">
                <a:srgbClr val="00FFFF"/>
              </a:gs>
            </a:gsLst>
            <a:lin ang="18900000" scaled="1"/>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lnSpc>
                <a:spcPct val="120000"/>
              </a:lnSpc>
              <a:spcBef>
                <a:spcPct val="50000"/>
              </a:spcBef>
              <a:spcAft>
                <a:spcPct val="30000"/>
              </a:spcAft>
              <a:buClr>
                <a:srgbClr val="CC0000"/>
              </a:buClr>
              <a:buSzPct val="50000"/>
              <a:buFont typeface="Wingdings" panose="05000000000000000000" pitchFamily="2" charset="2"/>
              <a:buChar char="n"/>
            </a:pPr>
            <a:r>
              <a:rPr lang="zh-CN" altLang="en-US" sz="2400" b="1">
                <a:solidFill>
                  <a:srgbClr val="000000"/>
                </a:solidFill>
                <a:latin typeface="Times New Roman" panose="02020603050405020304" pitchFamily="18" charset="0"/>
              </a:rPr>
              <a:t>（</a:t>
            </a:r>
            <a:r>
              <a:rPr lang="en-US" altLang="zh-CN" sz="2400" b="1">
                <a:solidFill>
                  <a:srgbClr val="000000"/>
                </a:solidFill>
                <a:latin typeface="Times New Roman" panose="02020603050405020304" pitchFamily="18" charset="0"/>
              </a:rPr>
              <a:t>1</a:t>
            </a:r>
            <a:r>
              <a:rPr lang="zh-CN" altLang="en-US" sz="2400" b="1">
                <a:solidFill>
                  <a:srgbClr val="000000"/>
                </a:solidFill>
                <a:latin typeface="Times New Roman" panose="02020603050405020304" pitchFamily="18" charset="0"/>
              </a:rPr>
              <a:t>）  </a:t>
            </a:r>
            <a:r>
              <a:rPr lang="zh-CN" altLang="en-US" sz="2400" b="1">
                <a:solidFill>
                  <a:srgbClr val="000000"/>
                </a:solidFill>
                <a:latin typeface="宋体" panose="02010600030101010101" pitchFamily="2" charset="-122"/>
              </a:rPr>
              <a:t>生成可能的</a:t>
            </a:r>
            <a:r>
              <a:rPr lang="zh-CN" altLang="en-US" sz="2400" b="1">
                <a:solidFill>
                  <a:srgbClr val="000000"/>
                </a:solidFill>
                <a:latin typeface="Times New Roman" panose="02020603050405020304" pitchFamily="18" charset="0"/>
              </a:rPr>
              <a:t>“</a:t>
            </a:r>
            <a:r>
              <a:rPr lang="zh-CN" altLang="en-US" sz="2400" b="1">
                <a:solidFill>
                  <a:srgbClr val="000000"/>
                </a:solidFill>
                <a:latin typeface="宋体" panose="02010600030101010101" pitchFamily="2" charset="-122"/>
              </a:rPr>
              <a:t>治疗方案表</a:t>
            </a:r>
            <a:r>
              <a:rPr lang="zh-CN" altLang="en-US" sz="2400" b="1">
                <a:solidFill>
                  <a:srgbClr val="000000"/>
                </a:solidFill>
                <a:latin typeface="Times New Roman" panose="02020603050405020304" pitchFamily="18" charset="0"/>
              </a:rPr>
              <a:t>” </a:t>
            </a:r>
            <a:endParaRPr lang="zh-CN" altLang="en-US" sz="2400" b="1">
              <a:solidFill>
                <a:srgbClr val="000000"/>
              </a:solidFill>
              <a:latin typeface="Times New Roman" panose="02020603050405020304" pitchFamily="18" charset="0"/>
            </a:endParaRPr>
          </a:p>
          <a:p>
            <a:pPr fontAlgn="base">
              <a:lnSpc>
                <a:spcPct val="120000"/>
              </a:lnSpc>
              <a:spcBef>
                <a:spcPct val="0"/>
              </a:spcBef>
              <a:spcAft>
                <a:spcPct val="30000"/>
              </a:spcAft>
              <a:buClr>
                <a:srgbClr val="CC0000"/>
              </a:buClr>
              <a:buSzPct val="50000"/>
            </a:pPr>
            <a:r>
              <a:rPr lang="zh-CN" altLang="en-US" sz="2400" b="1">
                <a:solidFill>
                  <a:srgbClr val="000000"/>
                </a:solidFill>
                <a:latin typeface="Times New Roman" panose="02020603050405020304" pitchFamily="18" charset="0"/>
              </a:rPr>
              <a:t>    例如：   </a:t>
            </a:r>
            <a:r>
              <a:rPr lang="en-US" altLang="zh-CN" sz="2400" b="1">
                <a:solidFill>
                  <a:srgbClr val="000000"/>
                </a:solidFill>
                <a:latin typeface="Times New Roman" panose="02020603050405020304" pitchFamily="18" charset="0"/>
              </a:rPr>
              <a:t>IF    </a:t>
            </a:r>
            <a:r>
              <a:rPr lang="zh-CN" altLang="en-US" sz="2400" b="1">
                <a:solidFill>
                  <a:srgbClr val="000000"/>
                </a:solidFill>
                <a:latin typeface="Times New Roman" panose="02020603050405020304" pitchFamily="18" charset="0"/>
              </a:rPr>
              <a:t>细菌的特征是 </a:t>
            </a:r>
            <a:r>
              <a:rPr lang="en-US" altLang="zh-CN" sz="2400" b="1">
                <a:solidFill>
                  <a:srgbClr val="000000"/>
                </a:solidFill>
                <a:latin typeface="Times New Roman" panose="02020603050405020304" pitchFamily="18" charset="0"/>
              </a:rPr>
              <a:t>Pseudomonas</a:t>
            </a:r>
            <a:endParaRPr lang="en-US" altLang="zh-CN" sz="2400" b="1">
              <a:solidFill>
                <a:srgbClr val="000000"/>
              </a:solidFill>
              <a:latin typeface="Times New Roman" panose="02020603050405020304" pitchFamily="18" charset="0"/>
            </a:endParaRPr>
          </a:p>
          <a:p>
            <a:pPr fontAlgn="base">
              <a:lnSpc>
                <a:spcPct val="120000"/>
              </a:lnSpc>
              <a:spcBef>
                <a:spcPct val="0"/>
              </a:spcBef>
              <a:spcAft>
                <a:spcPct val="30000"/>
              </a:spcAft>
              <a:buClr>
                <a:srgbClr val="CC0000"/>
              </a:buClr>
            </a:pPr>
            <a:r>
              <a:rPr lang="en-US" altLang="zh-CN" sz="2400" b="1">
                <a:solidFill>
                  <a:srgbClr val="000000"/>
                </a:solidFill>
                <a:latin typeface="Times New Roman" panose="02020603050405020304" pitchFamily="18" charset="0"/>
              </a:rPr>
              <a:t>                   THEN </a:t>
            </a:r>
            <a:r>
              <a:rPr lang="zh-CN" altLang="en-US" sz="2400" b="1">
                <a:solidFill>
                  <a:srgbClr val="000000"/>
                </a:solidFill>
                <a:latin typeface="Times New Roman" panose="02020603050405020304" pitchFamily="18" charset="0"/>
              </a:rPr>
              <a:t>建议在下列药物中选择治疗：</a:t>
            </a:r>
            <a:endParaRPr lang="zh-CN" altLang="en-US" sz="2400" b="1">
              <a:solidFill>
                <a:srgbClr val="000000"/>
              </a:solidFill>
              <a:latin typeface="Times New Roman" panose="02020603050405020304" pitchFamily="18" charset="0"/>
            </a:endParaRPr>
          </a:p>
          <a:p>
            <a:pPr algn="just" fontAlgn="base">
              <a:lnSpc>
                <a:spcPct val="110000"/>
              </a:lnSpc>
              <a:spcBef>
                <a:spcPct val="0"/>
              </a:spcBef>
              <a:spcAft>
                <a:spcPct val="0"/>
              </a:spcAft>
              <a:buClr>
                <a:srgbClr val="CC0000"/>
              </a:buClr>
            </a:pPr>
            <a:r>
              <a:rPr lang="zh-CN" altLang="en-US" sz="2400" b="1">
                <a:solidFill>
                  <a:srgbClr val="000000"/>
                </a:solidFill>
                <a:latin typeface="Times New Roman" panose="02020603050405020304" pitchFamily="18" charset="0"/>
              </a:rPr>
              <a:t>                                    </a:t>
            </a:r>
            <a:r>
              <a:rPr lang="en-US" altLang="zh-CN" sz="2400" b="1">
                <a:solidFill>
                  <a:srgbClr val="000000"/>
                </a:solidFill>
                <a:latin typeface="Times New Roman" panose="02020603050405020304" pitchFamily="18" charset="0"/>
              </a:rPr>
              <a:t>colistin </a:t>
            </a:r>
            <a:r>
              <a:rPr lang="zh-CN" altLang="en-US" sz="2400" b="1">
                <a:solidFill>
                  <a:srgbClr val="000000"/>
                </a:solidFill>
                <a:latin typeface="Times New Roman" panose="02020603050405020304" pitchFamily="18" charset="0"/>
              </a:rPr>
              <a:t>（</a:t>
            </a:r>
            <a:r>
              <a:rPr lang="en-US" altLang="zh-CN" sz="2400" b="1">
                <a:solidFill>
                  <a:srgbClr val="000000"/>
                </a:solidFill>
                <a:latin typeface="Times New Roman" panose="02020603050405020304" pitchFamily="18" charset="0"/>
              </a:rPr>
              <a:t>0.98</a:t>
            </a:r>
            <a:r>
              <a:rPr lang="zh-CN" altLang="en-US" sz="2400" b="1">
                <a:solidFill>
                  <a:srgbClr val="000000"/>
                </a:solidFill>
                <a:latin typeface="Times New Roman" panose="02020603050405020304" pitchFamily="18" charset="0"/>
              </a:rPr>
              <a:t>）</a:t>
            </a:r>
            <a:endParaRPr lang="zh-CN" altLang="en-US" sz="2400" b="1">
              <a:solidFill>
                <a:srgbClr val="000000"/>
              </a:solidFill>
              <a:latin typeface="Times New Roman" panose="02020603050405020304" pitchFamily="18" charset="0"/>
            </a:endParaRPr>
          </a:p>
          <a:p>
            <a:pPr algn="just" fontAlgn="base">
              <a:lnSpc>
                <a:spcPct val="110000"/>
              </a:lnSpc>
              <a:spcBef>
                <a:spcPct val="0"/>
              </a:spcBef>
              <a:spcAft>
                <a:spcPct val="0"/>
              </a:spcAft>
              <a:buClr>
                <a:srgbClr val="CC0000"/>
              </a:buClr>
            </a:pPr>
            <a:r>
              <a:rPr lang="zh-CN" altLang="en-US" sz="2400" b="1">
                <a:solidFill>
                  <a:srgbClr val="000000"/>
                </a:solidFill>
                <a:latin typeface="Times New Roman" panose="02020603050405020304" pitchFamily="18" charset="0"/>
              </a:rPr>
              <a:t>                                    </a:t>
            </a:r>
            <a:r>
              <a:rPr lang="en-US" altLang="zh-CN" sz="2400" b="1">
                <a:solidFill>
                  <a:srgbClr val="000000"/>
                </a:solidFill>
                <a:latin typeface="Times New Roman" panose="02020603050405020304" pitchFamily="18" charset="0"/>
              </a:rPr>
              <a:t>polynyxin </a:t>
            </a:r>
            <a:r>
              <a:rPr lang="zh-CN" altLang="en-US" sz="2400" b="1">
                <a:solidFill>
                  <a:srgbClr val="000000"/>
                </a:solidFill>
                <a:latin typeface="Times New Roman" panose="02020603050405020304" pitchFamily="18" charset="0"/>
              </a:rPr>
              <a:t>（</a:t>
            </a:r>
            <a:r>
              <a:rPr lang="en-US" altLang="zh-CN" sz="2400" b="1">
                <a:solidFill>
                  <a:srgbClr val="000000"/>
                </a:solidFill>
                <a:latin typeface="Times New Roman" panose="02020603050405020304" pitchFamily="18" charset="0"/>
              </a:rPr>
              <a:t>0.96</a:t>
            </a:r>
            <a:r>
              <a:rPr lang="zh-CN" altLang="en-US" sz="2400" b="1">
                <a:solidFill>
                  <a:srgbClr val="000000"/>
                </a:solidFill>
                <a:latin typeface="Times New Roman" panose="02020603050405020304" pitchFamily="18" charset="0"/>
              </a:rPr>
              <a:t>）</a:t>
            </a:r>
            <a:endParaRPr lang="zh-CN" altLang="en-US" sz="2400" b="1">
              <a:solidFill>
                <a:srgbClr val="000000"/>
              </a:solidFill>
              <a:latin typeface="Times New Roman" panose="02020603050405020304" pitchFamily="18" charset="0"/>
            </a:endParaRPr>
          </a:p>
          <a:p>
            <a:pPr algn="just" fontAlgn="base">
              <a:lnSpc>
                <a:spcPct val="110000"/>
              </a:lnSpc>
              <a:spcBef>
                <a:spcPct val="0"/>
              </a:spcBef>
              <a:spcAft>
                <a:spcPct val="0"/>
              </a:spcAft>
              <a:buClr>
                <a:srgbClr val="CC0000"/>
              </a:buClr>
            </a:pPr>
            <a:r>
              <a:rPr lang="zh-CN" altLang="en-US" sz="2400" b="1">
                <a:solidFill>
                  <a:srgbClr val="000000"/>
                </a:solidFill>
                <a:latin typeface="Times New Roman" panose="02020603050405020304" pitchFamily="18" charset="0"/>
              </a:rPr>
              <a:t>                                    </a:t>
            </a:r>
            <a:r>
              <a:rPr lang="en-US" altLang="zh-CN" sz="2400" b="1">
                <a:solidFill>
                  <a:srgbClr val="000000"/>
                </a:solidFill>
                <a:latin typeface="Times New Roman" panose="02020603050405020304" pitchFamily="18" charset="0"/>
              </a:rPr>
              <a:t>gentamicin </a:t>
            </a:r>
            <a:r>
              <a:rPr lang="zh-CN" altLang="en-US" sz="2400" b="1">
                <a:solidFill>
                  <a:srgbClr val="000000"/>
                </a:solidFill>
                <a:latin typeface="Times New Roman" panose="02020603050405020304" pitchFamily="18" charset="0"/>
              </a:rPr>
              <a:t>（</a:t>
            </a:r>
            <a:r>
              <a:rPr lang="en-US" altLang="zh-CN" sz="2400" b="1">
                <a:solidFill>
                  <a:srgbClr val="000000"/>
                </a:solidFill>
                <a:latin typeface="Times New Roman" panose="02020603050405020304" pitchFamily="18" charset="0"/>
              </a:rPr>
              <a:t>0.96</a:t>
            </a:r>
            <a:r>
              <a:rPr lang="zh-CN" altLang="en-US" sz="2400" b="1">
                <a:solidFill>
                  <a:srgbClr val="000000"/>
                </a:solidFill>
                <a:latin typeface="Times New Roman" panose="02020603050405020304" pitchFamily="18" charset="0"/>
              </a:rPr>
              <a:t>）</a:t>
            </a:r>
            <a:endParaRPr lang="zh-CN" altLang="en-US" sz="2400" b="1">
              <a:solidFill>
                <a:srgbClr val="000000"/>
              </a:solidFill>
              <a:latin typeface="Times New Roman" panose="02020603050405020304" pitchFamily="18" charset="0"/>
            </a:endParaRPr>
          </a:p>
          <a:p>
            <a:pPr algn="just" fontAlgn="base">
              <a:lnSpc>
                <a:spcPct val="110000"/>
              </a:lnSpc>
              <a:spcBef>
                <a:spcPct val="0"/>
              </a:spcBef>
              <a:spcAft>
                <a:spcPct val="0"/>
              </a:spcAft>
              <a:buClr>
                <a:srgbClr val="CC0000"/>
              </a:buClr>
            </a:pPr>
            <a:r>
              <a:rPr lang="zh-CN" altLang="en-US" sz="2400" b="1">
                <a:solidFill>
                  <a:srgbClr val="000000"/>
                </a:solidFill>
                <a:latin typeface="Times New Roman" panose="02020603050405020304" pitchFamily="18" charset="0"/>
              </a:rPr>
              <a:t>                                    </a:t>
            </a:r>
            <a:r>
              <a:rPr lang="en-US" altLang="zh-CN" sz="2400" b="1">
                <a:solidFill>
                  <a:srgbClr val="000000"/>
                </a:solidFill>
                <a:latin typeface="Times New Roman" panose="02020603050405020304" pitchFamily="18" charset="0"/>
              </a:rPr>
              <a:t>carbenicillin </a:t>
            </a:r>
            <a:r>
              <a:rPr lang="zh-CN" altLang="en-US" sz="2400" b="1">
                <a:solidFill>
                  <a:srgbClr val="000000"/>
                </a:solidFill>
                <a:latin typeface="Times New Roman" panose="02020603050405020304" pitchFamily="18" charset="0"/>
              </a:rPr>
              <a:t>（</a:t>
            </a:r>
            <a:r>
              <a:rPr lang="en-US" altLang="zh-CN" sz="2400" b="1">
                <a:solidFill>
                  <a:srgbClr val="000000"/>
                </a:solidFill>
                <a:latin typeface="Times New Roman" panose="02020603050405020304" pitchFamily="18" charset="0"/>
              </a:rPr>
              <a:t>0.96</a:t>
            </a:r>
            <a:r>
              <a:rPr lang="zh-CN" altLang="en-US" sz="2400" b="1">
                <a:solidFill>
                  <a:srgbClr val="000000"/>
                </a:solidFill>
                <a:latin typeface="Times New Roman" panose="02020603050405020304" pitchFamily="18" charset="0"/>
              </a:rPr>
              <a:t>）</a:t>
            </a:r>
            <a:endParaRPr lang="zh-CN" altLang="en-US" sz="2400" b="1">
              <a:solidFill>
                <a:srgbClr val="000000"/>
              </a:solidFill>
              <a:latin typeface="Times New Roman" panose="02020603050405020304" pitchFamily="18" charset="0"/>
            </a:endParaRPr>
          </a:p>
          <a:p>
            <a:pPr fontAlgn="base">
              <a:lnSpc>
                <a:spcPct val="110000"/>
              </a:lnSpc>
              <a:spcBef>
                <a:spcPct val="0"/>
              </a:spcBef>
              <a:spcAft>
                <a:spcPct val="0"/>
              </a:spcAft>
              <a:buClr>
                <a:srgbClr val="CC0000"/>
              </a:buClr>
            </a:pPr>
            <a:r>
              <a:rPr lang="zh-CN" altLang="en-US" sz="2400" b="1">
                <a:solidFill>
                  <a:srgbClr val="000000"/>
                </a:solidFill>
                <a:latin typeface="Times New Roman" panose="02020603050405020304" pitchFamily="18" charset="0"/>
              </a:rPr>
              <a:t>                                    </a:t>
            </a:r>
            <a:r>
              <a:rPr lang="en-US" altLang="zh-CN" sz="2400" b="1">
                <a:solidFill>
                  <a:srgbClr val="000000"/>
                </a:solidFill>
                <a:latin typeface="Times New Roman" panose="02020603050405020304" pitchFamily="18" charset="0"/>
              </a:rPr>
              <a:t>sulfisoxazole </a:t>
            </a:r>
            <a:r>
              <a:rPr lang="zh-CN" altLang="en-US" sz="2400" b="1">
                <a:solidFill>
                  <a:srgbClr val="000000"/>
                </a:solidFill>
                <a:latin typeface="宋体" panose="02010600030101010101" pitchFamily="2" charset="-122"/>
              </a:rPr>
              <a:t>（</a:t>
            </a:r>
            <a:r>
              <a:rPr lang="en-US" altLang="zh-CN" sz="2400" b="1">
                <a:solidFill>
                  <a:srgbClr val="000000"/>
                </a:solidFill>
                <a:latin typeface="Times New Roman" panose="02020603050405020304" pitchFamily="18" charset="0"/>
              </a:rPr>
              <a:t>0.96</a:t>
            </a:r>
            <a:r>
              <a:rPr lang="zh-CN" altLang="en-US" sz="2400" b="1">
                <a:solidFill>
                  <a:srgbClr val="000000"/>
                </a:solidFill>
                <a:latin typeface="宋体" panose="02010600030101010101" pitchFamily="2" charset="-122"/>
              </a:rPr>
              <a:t>）</a:t>
            </a:r>
            <a:r>
              <a:rPr lang="zh-CN" altLang="en-US" sz="2400">
                <a:solidFill>
                  <a:srgbClr val="000000"/>
                </a:solidFill>
                <a:latin typeface="Times New Roman" panose="02020603050405020304" pitchFamily="18" charset="0"/>
              </a:rPr>
              <a:t> </a:t>
            </a:r>
            <a:endParaRPr lang="zh-CN" altLang="en-US" sz="2400">
              <a:solidFill>
                <a:srgbClr val="000000"/>
              </a:solidFill>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628740"/>
                                        </p:tgtEl>
                                        <p:attrNameLst>
                                          <p:attrName>style.visibility</p:attrName>
                                        </p:attrNameLst>
                                      </p:cBhvr>
                                      <p:to>
                                        <p:strVal val="visible"/>
                                      </p:to>
                                    </p:set>
                                    <p:animEffect transition="in" filter="barn(inHorizontal)">
                                      <p:cBhvr>
                                        <p:cTn id="7" dur="500"/>
                                        <p:tgtEl>
                                          <p:spTgt spid="6287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8740" grpId="0" animBg="1"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0CCFE6CB-85BA-4603-9A00-78DDB8E1AB75}" type="slidenum">
              <a:rPr lang="ja-JP" altLang="en-US">
                <a:latin typeface="Arial" panose="020B0604020202020204"/>
              </a:rPr>
            </a:fld>
            <a:endParaRPr lang="en-US" altLang="ja-JP">
              <a:latin typeface="Arial" panose="020B0604020202020204"/>
            </a:endParaRPr>
          </a:p>
        </p:txBody>
      </p:sp>
      <p:sp>
        <p:nvSpPr>
          <p:cNvPr id="474115"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rPr>
              <a:t>10.8.1  </a:t>
            </a:r>
            <a:r>
              <a:rPr lang="zh-CN" altLang="en-US" sz="4200" b="0">
                <a:latin typeface="Times New Roman" panose="02020603050405020304" pitchFamily="18" charset="0"/>
                <a:ea typeface="黑体" panose="02010609060101010101" pitchFamily="49" charset="-122"/>
              </a:rPr>
              <a:t>医学专家系统──</a:t>
            </a:r>
            <a:r>
              <a:rPr lang="en-US" altLang="zh-CN" sz="4200" b="0">
                <a:latin typeface="Times New Roman" panose="02020603050405020304" pitchFamily="18" charset="0"/>
                <a:ea typeface="黑体" panose="02010609060101010101" pitchFamily="49" charset="-122"/>
                <a:cs typeface="Times New Roman" panose="02020603050405020304" pitchFamily="18" charset="0"/>
              </a:rPr>
              <a:t>MYCIN</a:t>
            </a:r>
            <a:endParaRPr lang="en-US" altLang="zh-CN" sz="4200" b="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74116" name="Rectangle 3"/>
          <p:cNvSpPr>
            <a:spLocks noGrp="1" noChangeArrowheads="1"/>
          </p:cNvSpPr>
          <p:nvPr>
            <p:ph type="body" idx="1"/>
          </p:nvPr>
        </p:nvSpPr>
        <p:spPr>
          <a:xfrm>
            <a:off x="2025650" y="1000126"/>
            <a:ext cx="8642350" cy="5400675"/>
          </a:xfrm>
        </p:spPr>
        <p:txBody>
          <a:bodyPr/>
          <a:lstStyle/>
          <a:p>
            <a:pPr eaLnBrk="1" hangingPunct="1">
              <a:buFont typeface="Wingdings" panose="05000000000000000000" pitchFamily="2" charset="2"/>
              <a:buNone/>
            </a:pPr>
            <a:r>
              <a:rPr lang="en-US" altLang="zh-CN" sz="2600" b="1">
                <a:solidFill>
                  <a:srgbClr val="000000"/>
                </a:solidFill>
                <a:latin typeface="Times New Roman" panose="02020603050405020304" pitchFamily="18" charset="0"/>
                <a:cs typeface="Times New Roman" panose="02020603050405020304" pitchFamily="18" charset="0"/>
              </a:rPr>
              <a:t> 5.  </a:t>
            </a:r>
            <a:r>
              <a:rPr lang="zh-CN" altLang="en-US" sz="2600" b="1">
                <a:solidFill>
                  <a:srgbClr val="000000"/>
                </a:solidFill>
                <a:latin typeface="Times New Roman" panose="02020603050405020304" pitchFamily="18" charset="0"/>
                <a:cs typeface="Times New Roman" panose="02020603050405020304" pitchFamily="18" charset="0"/>
              </a:rPr>
              <a:t>治疗方案选择</a:t>
            </a:r>
            <a:r>
              <a:rPr lang="zh-CN" altLang="en-US" b="1">
                <a:solidFill>
                  <a:srgbClr val="000000"/>
                </a:solidFill>
                <a:latin typeface="Times New Roman" panose="02020603050405020304" pitchFamily="18" charset="0"/>
              </a:rPr>
              <a:t> </a:t>
            </a:r>
            <a:endParaRPr lang="zh-CN" altLang="en-US" b="1">
              <a:solidFill>
                <a:srgbClr val="000000"/>
              </a:solidFill>
              <a:latin typeface="Times New Roman" panose="02020603050405020304" pitchFamily="18" charset="0"/>
            </a:endParaRPr>
          </a:p>
        </p:txBody>
      </p:sp>
      <p:sp>
        <p:nvSpPr>
          <p:cNvPr id="629764" name="Text Box 4"/>
          <p:cNvSpPr txBox="1">
            <a:spLocks noChangeArrowheads="1"/>
          </p:cNvSpPr>
          <p:nvPr/>
        </p:nvSpPr>
        <p:spPr bwMode="auto">
          <a:xfrm>
            <a:off x="2133600" y="1819275"/>
            <a:ext cx="8077200" cy="2740558"/>
          </a:xfrm>
          <a:prstGeom prst="rect">
            <a:avLst/>
          </a:prstGeom>
          <a:gradFill rotWithShape="1">
            <a:gsLst>
              <a:gs pos="0">
                <a:srgbClr val="00FFFF"/>
              </a:gs>
              <a:gs pos="100000">
                <a:srgbClr val="FFFFFF"/>
              </a:gs>
            </a:gsLst>
            <a:path path="rect">
              <a:fillToRect l="100000" b="10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lnSpc>
                <a:spcPct val="120000"/>
              </a:lnSpc>
              <a:spcBef>
                <a:spcPct val="50000"/>
              </a:spcBef>
              <a:spcAft>
                <a:spcPct val="30000"/>
              </a:spcAft>
              <a:buClr>
                <a:srgbClr val="CC0000"/>
              </a:buClr>
              <a:buSzPct val="50000"/>
              <a:buFont typeface="Wingdings" panose="05000000000000000000" pitchFamily="2" charset="2"/>
              <a:buChar char="n"/>
            </a:pPr>
            <a:r>
              <a:rPr lang="en-US" altLang="zh-CN" sz="2400" b="1">
                <a:solidFill>
                  <a:srgbClr val="000000"/>
                </a:solidFill>
                <a:latin typeface="Times New Roman" panose="02020603050405020304" pitchFamily="18" charset="0"/>
              </a:rPr>
              <a:t>  </a:t>
            </a:r>
            <a:r>
              <a:rPr lang="zh-CN" altLang="en-US" sz="2400" b="1">
                <a:solidFill>
                  <a:srgbClr val="000000"/>
                </a:solidFill>
                <a:latin typeface="Times New Roman" panose="02020603050405020304" pitchFamily="18" charset="0"/>
              </a:rPr>
              <a:t>（</a:t>
            </a:r>
            <a:r>
              <a:rPr lang="en-US" altLang="zh-CN" sz="2400" b="1">
                <a:solidFill>
                  <a:srgbClr val="000000"/>
                </a:solidFill>
                <a:latin typeface="Times New Roman" panose="02020603050405020304" pitchFamily="18" charset="0"/>
              </a:rPr>
              <a:t>2</a:t>
            </a:r>
            <a:r>
              <a:rPr lang="zh-CN" altLang="en-US" sz="2400" b="1">
                <a:solidFill>
                  <a:srgbClr val="000000"/>
                </a:solidFill>
                <a:latin typeface="Times New Roman" panose="02020603050405020304" pitchFamily="18" charset="0"/>
              </a:rPr>
              <a:t>） 选择用药配方</a:t>
            </a:r>
            <a:endParaRPr lang="zh-CN" altLang="en-US" sz="2400" b="1">
              <a:solidFill>
                <a:srgbClr val="000000"/>
              </a:solidFill>
              <a:latin typeface="Times New Roman" panose="02020603050405020304" pitchFamily="18" charset="0"/>
            </a:endParaRPr>
          </a:p>
          <a:p>
            <a:pPr algn="just" fontAlgn="base">
              <a:lnSpc>
                <a:spcPct val="120000"/>
              </a:lnSpc>
              <a:spcBef>
                <a:spcPct val="20000"/>
              </a:spcBef>
              <a:spcAft>
                <a:spcPct val="3000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rPr>
              <a:t>  该药物对细菌治疗的有效性。</a:t>
            </a:r>
            <a:endParaRPr lang="zh-CN" altLang="en-US" sz="2400" b="1">
              <a:solidFill>
                <a:srgbClr val="000000"/>
              </a:solidFill>
              <a:latin typeface="Times New Roman" panose="02020603050405020304" pitchFamily="18" charset="0"/>
            </a:endParaRPr>
          </a:p>
          <a:p>
            <a:pPr algn="just" fontAlgn="base">
              <a:lnSpc>
                <a:spcPct val="120000"/>
              </a:lnSpc>
              <a:spcBef>
                <a:spcPct val="20000"/>
              </a:spcBef>
              <a:spcAft>
                <a:spcPct val="3000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rPr>
              <a:t>  该药物是否已用过。</a:t>
            </a:r>
            <a:endParaRPr lang="zh-CN" altLang="en-US" sz="2400" b="1">
              <a:solidFill>
                <a:srgbClr val="000000"/>
              </a:solidFill>
              <a:latin typeface="Times New Roman" panose="02020603050405020304" pitchFamily="18" charset="0"/>
            </a:endParaRPr>
          </a:p>
          <a:p>
            <a:pPr fontAlgn="base">
              <a:lnSpc>
                <a:spcPct val="120000"/>
              </a:lnSpc>
              <a:spcBef>
                <a:spcPct val="20000"/>
              </a:spcBef>
              <a:spcAft>
                <a:spcPct val="30000"/>
              </a:spcAft>
              <a:buClr>
                <a:srgbClr val="0000FF"/>
              </a:buClr>
              <a:buSzPct val="50000"/>
              <a:buFont typeface="Wingdings" panose="05000000000000000000" pitchFamily="2" charset="2"/>
              <a:buChar char="l"/>
            </a:pPr>
            <a:r>
              <a:rPr lang="zh-CN" altLang="en-US" sz="2400" b="1">
                <a:solidFill>
                  <a:srgbClr val="000000"/>
                </a:solidFill>
                <a:latin typeface="宋体" panose="02010600030101010101" pitchFamily="2" charset="-122"/>
              </a:rPr>
              <a:t> 该药物的副作用。</a:t>
            </a:r>
            <a:endParaRPr lang="zh-CN" altLang="en-US" sz="2400" b="1">
              <a:solidFill>
                <a:srgbClr val="000000"/>
              </a:solidFill>
              <a:latin typeface="宋体" panose="02010600030101010101" pitchFamily="2" charset="-122"/>
            </a:endParaRPr>
          </a:p>
          <a:p>
            <a:pPr fontAlgn="base">
              <a:lnSpc>
                <a:spcPct val="50000"/>
              </a:lnSpc>
              <a:spcBef>
                <a:spcPct val="0"/>
              </a:spcBef>
              <a:spcAft>
                <a:spcPct val="0"/>
              </a:spcAft>
              <a:buClr>
                <a:srgbClr val="0000FF"/>
              </a:buClr>
              <a:buSzPct val="50000"/>
              <a:buFont typeface="Wingdings" panose="05000000000000000000" pitchFamily="2" charset="2"/>
              <a:buChar char="l"/>
            </a:pPr>
            <a:endParaRPr lang="en-US" altLang="zh-CN" sz="2400">
              <a:solidFill>
                <a:srgbClr val="000000"/>
              </a:solidFill>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629764"/>
                                        </p:tgtEl>
                                        <p:attrNameLst>
                                          <p:attrName>style.visibility</p:attrName>
                                        </p:attrNameLst>
                                      </p:cBhvr>
                                      <p:to>
                                        <p:strVal val="visible"/>
                                      </p:to>
                                    </p:set>
                                    <p:animEffect transition="in" filter="barn(inHorizontal)">
                                      <p:cBhvr>
                                        <p:cTn id="7" dur="500"/>
                                        <p:tgtEl>
                                          <p:spTgt spid="6297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9764" grpId="0" animBg="1"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AFFBDE88-19E9-4C4F-8ADD-B6995C1DF662}" type="slidenum">
              <a:rPr lang="ja-JP" altLang="en-US">
                <a:latin typeface="Arial" panose="020B0604020202020204"/>
              </a:rPr>
            </a:fld>
            <a:endParaRPr lang="en-US" altLang="ja-JP">
              <a:latin typeface="Arial" panose="020B0604020202020204"/>
            </a:endParaRPr>
          </a:p>
        </p:txBody>
      </p:sp>
      <p:sp>
        <p:nvSpPr>
          <p:cNvPr id="475139"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rPr>
              <a:t>10.8.1  </a:t>
            </a:r>
            <a:r>
              <a:rPr lang="zh-CN" altLang="en-US" sz="4200" b="0">
                <a:latin typeface="Times New Roman" panose="02020603050405020304" pitchFamily="18" charset="0"/>
                <a:ea typeface="黑体" panose="02010609060101010101" pitchFamily="49" charset="-122"/>
              </a:rPr>
              <a:t>医学专家系统──</a:t>
            </a:r>
            <a:r>
              <a:rPr lang="en-US" altLang="zh-CN" sz="4200" b="0">
                <a:latin typeface="Times New Roman" panose="02020603050405020304" pitchFamily="18" charset="0"/>
                <a:ea typeface="黑体" panose="02010609060101010101" pitchFamily="49" charset="-122"/>
                <a:cs typeface="Times New Roman" panose="02020603050405020304" pitchFamily="18" charset="0"/>
              </a:rPr>
              <a:t>MYCIN</a:t>
            </a:r>
            <a:endParaRPr lang="en-US" altLang="zh-CN" sz="4200" b="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75140"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600" b="1">
                <a:solidFill>
                  <a:srgbClr val="000000"/>
                </a:solidFill>
                <a:latin typeface="Times New Roman" panose="02020603050405020304" pitchFamily="18" charset="0"/>
                <a:cs typeface="Times New Roman" panose="02020603050405020304" pitchFamily="18" charset="0"/>
              </a:rPr>
              <a:t> 6.  </a:t>
            </a:r>
            <a:r>
              <a:rPr lang="zh-CN" altLang="en-US" sz="2600" b="1">
                <a:solidFill>
                  <a:srgbClr val="000000"/>
                </a:solidFill>
                <a:latin typeface="Times New Roman" panose="02020603050405020304" pitchFamily="18" charset="0"/>
                <a:cs typeface="Times New Roman" panose="02020603050405020304" pitchFamily="18" charset="0"/>
              </a:rPr>
              <a:t>知识获取</a:t>
            </a:r>
            <a:r>
              <a:rPr lang="zh-CN" altLang="en-US" b="1">
                <a:solidFill>
                  <a:srgbClr val="000000"/>
                </a:solidFill>
                <a:latin typeface="Times New Roman" panose="02020603050405020304" pitchFamily="18" charset="0"/>
              </a:rPr>
              <a:t> </a:t>
            </a:r>
            <a:endParaRPr lang="zh-CN" altLang="en-US" b="1">
              <a:solidFill>
                <a:srgbClr val="000000"/>
              </a:solidFill>
              <a:latin typeface="Times New Roman" panose="02020603050405020304" pitchFamily="18" charset="0"/>
            </a:endParaRPr>
          </a:p>
        </p:txBody>
      </p:sp>
      <p:sp>
        <p:nvSpPr>
          <p:cNvPr id="630788" name="Text Box 4"/>
          <p:cNvSpPr txBox="1">
            <a:spLocks noChangeArrowheads="1"/>
          </p:cNvSpPr>
          <p:nvPr/>
        </p:nvSpPr>
        <p:spPr bwMode="auto">
          <a:xfrm>
            <a:off x="1828800" y="1676401"/>
            <a:ext cx="8458200" cy="3643313"/>
          </a:xfrm>
          <a:prstGeom prst="rect">
            <a:avLst/>
          </a:prstGeom>
          <a:gradFill rotWithShape="1">
            <a:gsLst>
              <a:gs pos="0">
                <a:srgbClr val="00FF00"/>
              </a:gs>
              <a:gs pos="100000">
                <a:srgbClr val="FFFFFF"/>
              </a:gs>
            </a:gsLst>
            <a:path path="rect">
              <a:fillToRect l="100000" b="10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lnSpc>
                <a:spcPct val="120000"/>
              </a:lnSpc>
              <a:spcBef>
                <a:spcPct val="20000"/>
              </a:spcBef>
              <a:spcAft>
                <a:spcPct val="30000"/>
              </a:spcAft>
              <a:buClr>
                <a:srgbClr val="0000FF"/>
              </a:buClr>
              <a:buSzPct val="50000"/>
              <a:buFont typeface="Wingdings" panose="05000000000000000000" pitchFamily="2" charset="2"/>
              <a:buChar char="l"/>
            </a:pPr>
            <a:r>
              <a:rPr lang="en-US" altLang="zh-CN" sz="2400" b="1">
                <a:solidFill>
                  <a:srgbClr val="000000"/>
                </a:solidFill>
                <a:latin typeface="Times New Roman" panose="02020603050405020304" pitchFamily="18" charset="0"/>
              </a:rPr>
              <a:t>  (1) </a:t>
            </a:r>
            <a:r>
              <a:rPr lang="zh-CN" altLang="en-US" sz="2400" b="1">
                <a:solidFill>
                  <a:srgbClr val="000000"/>
                </a:solidFill>
                <a:latin typeface="Times New Roman" panose="02020603050405020304" pitchFamily="18" charset="0"/>
              </a:rPr>
              <a:t>告诉专家新建立的规则的名字（规则序号）。</a:t>
            </a:r>
            <a:endParaRPr lang="zh-CN" altLang="en-US" sz="2400" b="1">
              <a:solidFill>
                <a:srgbClr val="000000"/>
              </a:solidFill>
              <a:latin typeface="Times New Roman" panose="02020603050405020304" pitchFamily="18" charset="0"/>
            </a:endParaRPr>
          </a:p>
          <a:p>
            <a:pPr fontAlgn="base">
              <a:lnSpc>
                <a:spcPct val="120000"/>
              </a:lnSpc>
              <a:spcBef>
                <a:spcPct val="20000"/>
              </a:spcBef>
              <a:spcAft>
                <a:spcPct val="3000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rPr>
              <a:t>  </a:t>
            </a:r>
            <a:r>
              <a:rPr lang="en-US" altLang="zh-CN" sz="2400" b="1">
                <a:solidFill>
                  <a:srgbClr val="000000"/>
                </a:solidFill>
                <a:latin typeface="Times New Roman" panose="02020603050405020304" pitchFamily="18" charset="0"/>
              </a:rPr>
              <a:t>(2) </a:t>
            </a:r>
            <a:r>
              <a:rPr lang="zh-CN" altLang="en-US" sz="2400" b="1">
                <a:solidFill>
                  <a:srgbClr val="000000"/>
                </a:solidFill>
                <a:latin typeface="Times New Roman" panose="02020603050405020304" pitchFamily="18" charset="0"/>
              </a:rPr>
              <a:t>逐条获取前提，并从英文翻译成</a:t>
            </a:r>
            <a:r>
              <a:rPr lang="en-US" altLang="zh-CN" sz="2400" b="1">
                <a:solidFill>
                  <a:srgbClr val="000000"/>
                </a:solidFill>
                <a:latin typeface="Times New Roman" panose="02020603050405020304" pitchFamily="18" charset="0"/>
              </a:rPr>
              <a:t>LISP</a:t>
            </a:r>
            <a:r>
              <a:rPr lang="zh-CN" altLang="en-US" sz="2400" b="1">
                <a:solidFill>
                  <a:srgbClr val="000000"/>
                </a:solidFill>
                <a:latin typeface="Times New Roman" panose="02020603050405020304" pitchFamily="18" charset="0"/>
              </a:rPr>
              <a:t>表达。</a:t>
            </a:r>
            <a:endParaRPr lang="zh-CN" altLang="en-US" sz="2400" b="1">
              <a:solidFill>
                <a:srgbClr val="000000"/>
              </a:solidFill>
              <a:latin typeface="Times New Roman" panose="02020603050405020304" pitchFamily="18" charset="0"/>
            </a:endParaRPr>
          </a:p>
          <a:p>
            <a:pPr fontAlgn="base">
              <a:lnSpc>
                <a:spcPct val="120000"/>
              </a:lnSpc>
              <a:spcBef>
                <a:spcPct val="20000"/>
              </a:spcBef>
              <a:spcAft>
                <a:spcPct val="3000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rPr>
              <a:t>  </a:t>
            </a:r>
            <a:r>
              <a:rPr lang="en-US" altLang="zh-CN" sz="2400" b="1">
                <a:solidFill>
                  <a:srgbClr val="000000"/>
                </a:solidFill>
                <a:latin typeface="Times New Roman" panose="02020603050405020304" pitchFamily="18" charset="0"/>
              </a:rPr>
              <a:t>(3) </a:t>
            </a:r>
            <a:r>
              <a:rPr lang="zh-CN" altLang="en-US" sz="2400" b="1">
                <a:solidFill>
                  <a:srgbClr val="000000"/>
                </a:solidFill>
                <a:latin typeface="宋体" panose="02010600030101010101" pitchFamily="2" charset="-122"/>
              </a:rPr>
              <a:t>逐条获取结论动作，也从英文翻译为</a:t>
            </a:r>
            <a:r>
              <a:rPr lang="en-US" altLang="zh-CN" sz="2400" b="1">
                <a:solidFill>
                  <a:srgbClr val="000000"/>
                </a:solidFill>
                <a:latin typeface="Times New Roman" panose="02020603050405020304" pitchFamily="18" charset="0"/>
              </a:rPr>
              <a:t>LISP</a:t>
            </a:r>
            <a:r>
              <a:rPr lang="zh-CN" altLang="en-US" sz="2400" b="1">
                <a:solidFill>
                  <a:srgbClr val="000000"/>
                </a:solidFill>
                <a:latin typeface="宋体" panose="02010600030101010101" pitchFamily="2" charset="-122"/>
              </a:rPr>
              <a:t>表达。</a:t>
            </a:r>
            <a:r>
              <a:rPr lang="zh-CN" altLang="en-US" sz="2400" b="1">
                <a:solidFill>
                  <a:srgbClr val="000000"/>
                </a:solidFill>
                <a:latin typeface="Times New Roman" panose="02020603050405020304" pitchFamily="18" charset="0"/>
              </a:rPr>
              <a:t> </a:t>
            </a:r>
            <a:endParaRPr lang="zh-CN" altLang="en-US" sz="2400" b="1">
              <a:solidFill>
                <a:srgbClr val="000000"/>
              </a:solidFill>
              <a:latin typeface="Times New Roman" panose="02020603050405020304" pitchFamily="18" charset="0"/>
            </a:endParaRPr>
          </a:p>
          <a:p>
            <a:pPr fontAlgn="base">
              <a:lnSpc>
                <a:spcPct val="120000"/>
              </a:lnSpc>
              <a:spcBef>
                <a:spcPct val="20000"/>
              </a:spcBef>
              <a:spcAft>
                <a:spcPct val="3000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rPr>
              <a:t>  </a:t>
            </a:r>
            <a:r>
              <a:rPr lang="en-US" altLang="zh-CN" sz="2400" b="1">
                <a:solidFill>
                  <a:srgbClr val="000000"/>
                </a:solidFill>
                <a:latin typeface="Times New Roman" panose="02020603050405020304" pitchFamily="18" charset="0"/>
              </a:rPr>
              <a:t>(4) </a:t>
            </a:r>
            <a:r>
              <a:rPr lang="zh-CN" altLang="en-US" sz="2400" b="1">
                <a:solidFill>
                  <a:srgbClr val="000000"/>
                </a:solidFill>
                <a:latin typeface="Times New Roman" panose="02020603050405020304" pitchFamily="18" charset="0"/>
              </a:rPr>
              <a:t>用</a:t>
            </a:r>
            <a:r>
              <a:rPr lang="en-US" altLang="zh-CN" sz="2400" b="1">
                <a:solidFill>
                  <a:srgbClr val="000000"/>
                </a:solidFill>
                <a:latin typeface="Times New Roman" panose="02020603050405020304" pitchFamily="18" charset="0"/>
              </a:rPr>
              <a:t>LISP-english</a:t>
            </a:r>
            <a:r>
              <a:rPr lang="zh-CN" altLang="en-US" sz="2400" b="1">
                <a:solidFill>
                  <a:srgbClr val="000000"/>
                </a:solidFill>
                <a:latin typeface="Times New Roman" panose="02020603050405020304" pitchFamily="18" charset="0"/>
              </a:rPr>
              <a:t>子程序将规则翻译成英语，显示给专家。</a:t>
            </a:r>
            <a:endParaRPr lang="zh-CN" altLang="en-US" sz="2400" b="1">
              <a:solidFill>
                <a:srgbClr val="000000"/>
              </a:solidFill>
              <a:latin typeface="Times New Roman" panose="02020603050405020304" pitchFamily="18" charset="0"/>
            </a:endParaRPr>
          </a:p>
          <a:p>
            <a:pPr fontAlgn="base">
              <a:lnSpc>
                <a:spcPct val="120000"/>
              </a:lnSpc>
              <a:spcBef>
                <a:spcPct val="20000"/>
              </a:spcBef>
              <a:spcAft>
                <a:spcPct val="3000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rPr>
              <a:t>  </a:t>
            </a:r>
            <a:r>
              <a:rPr lang="en-US" altLang="zh-CN" sz="2400" b="1">
                <a:solidFill>
                  <a:srgbClr val="000000"/>
                </a:solidFill>
                <a:latin typeface="Times New Roman" panose="02020603050405020304" pitchFamily="18" charset="0"/>
              </a:rPr>
              <a:t>(5) </a:t>
            </a:r>
            <a:r>
              <a:rPr lang="zh-CN" altLang="en-US" sz="2400" b="1">
                <a:solidFill>
                  <a:srgbClr val="000000"/>
                </a:solidFill>
                <a:latin typeface="Times New Roman" panose="02020603050405020304" pitchFamily="18" charset="0"/>
              </a:rPr>
              <a:t>提问专家是否同意这条翻译的规则；如果规则不正确，</a:t>
            </a:r>
            <a:endParaRPr lang="zh-CN" altLang="en-US" sz="2400" b="1">
              <a:solidFill>
                <a:srgbClr val="000000"/>
              </a:solidFill>
              <a:latin typeface="Times New Roman" panose="02020603050405020304" pitchFamily="18" charset="0"/>
            </a:endParaRPr>
          </a:p>
          <a:p>
            <a:pPr fontAlgn="base">
              <a:lnSpc>
                <a:spcPct val="120000"/>
              </a:lnSpc>
              <a:spcBef>
                <a:spcPct val="20000"/>
              </a:spcBef>
              <a:spcAft>
                <a:spcPct val="30000"/>
              </a:spcAft>
              <a:buClr>
                <a:srgbClr val="0000FF"/>
              </a:buClr>
              <a:buSzPct val="50000"/>
            </a:pPr>
            <a:r>
              <a:rPr lang="zh-CN" altLang="en-US" sz="2400" b="1">
                <a:solidFill>
                  <a:srgbClr val="000000"/>
                </a:solidFill>
                <a:latin typeface="Times New Roman" panose="02020603050405020304" pitchFamily="18" charset="0"/>
              </a:rPr>
              <a:t>         专家进行修改并回到步骤 </a:t>
            </a:r>
            <a:r>
              <a:rPr lang="en-US" altLang="zh-CN" sz="2400" b="1">
                <a:solidFill>
                  <a:srgbClr val="000000"/>
                </a:solidFill>
                <a:latin typeface="Times New Roman" panose="02020603050405020304" pitchFamily="18" charset="0"/>
              </a:rPr>
              <a:t>(4)</a:t>
            </a:r>
            <a:r>
              <a:rPr lang="zh-CN" altLang="en-US" sz="2400" b="1">
                <a:solidFill>
                  <a:srgbClr val="000000"/>
                </a:solidFill>
                <a:latin typeface="Times New Roman" panose="02020603050405020304" pitchFamily="18" charset="0"/>
              </a:rPr>
              <a:t>。</a:t>
            </a:r>
            <a:endParaRPr lang="zh-CN" altLang="en-US" sz="2400" b="1">
              <a:solidFill>
                <a:srgbClr val="000000"/>
              </a:solidFill>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630788"/>
                                        </p:tgtEl>
                                        <p:attrNameLst>
                                          <p:attrName>style.visibility</p:attrName>
                                        </p:attrNameLst>
                                      </p:cBhvr>
                                      <p:to>
                                        <p:strVal val="visible"/>
                                      </p:to>
                                    </p:set>
                                    <p:animEffect transition="in" filter="barn(inHorizontal)">
                                      <p:cBhvr>
                                        <p:cTn id="7" dur="500"/>
                                        <p:tgtEl>
                                          <p:spTgt spid="6307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0788" grpId="0" animBg="1"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190DE8D5-A376-498B-89F0-BC2A591CCB87}" type="slidenum">
              <a:rPr lang="ja-JP" altLang="en-US">
                <a:latin typeface="Arial" panose="020B0604020202020204"/>
              </a:rPr>
            </a:fld>
            <a:endParaRPr lang="en-US" altLang="ja-JP">
              <a:latin typeface="Arial" panose="020B0604020202020204"/>
            </a:endParaRPr>
          </a:p>
        </p:txBody>
      </p:sp>
      <p:sp>
        <p:nvSpPr>
          <p:cNvPr id="476163"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rPr>
              <a:t>10.8.1  </a:t>
            </a:r>
            <a:r>
              <a:rPr lang="zh-CN" altLang="en-US" sz="4200" b="0">
                <a:latin typeface="Times New Roman" panose="02020603050405020304" pitchFamily="18" charset="0"/>
                <a:ea typeface="黑体" panose="02010609060101010101" pitchFamily="49" charset="-122"/>
              </a:rPr>
              <a:t>医学专家系统──</a:t>
            </a:r>
            <a:r>
              <a:rPr lang="en-US" altLang="zh-CN" sz="4200" b="0">
                <a:latin typeface="Times New Roman" panose="02020603050405020304" pitchFamily="18" charset="0"/>
                <a:ea typeface="黑体" panose="02010609060101010101" pitchFamily="49" charset="-122"/>
                <a:cs typeface="Times New Roman" panose="02020603050405020304" pitchFamily="18" charset="0"/>
              </a:rPr>
              <a:t>MYCIN</a:t>
            </a:r>
            <a:endParaRPr lang="en-US" altLang="zh-CN" sz="4200" b="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76164"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600" b="1">
                <a:solidFill>
                  <a:srgbClr val="000000"/>
                </a:solidFill>
                <a:latin typeface="Times New Roman" panose="02020603050405020304" pitchFamily="18" charset="0"/>
                <a:cs typeface="Times New Roman" panose="02020603050405020304" pitchFamily="18" charset="0"/>
              </a:rPr>
              <a:t> 6.  </a:t>
            </a:r>
            <a:r>
              <a:rPr lang="zh-CN" altLang="en-US" sz="2600" b="1">
                <a:solidFill>
                  <a:srgbClr val="000000"/>
                </a:solidFill>
                <a:latin typeface="Times New Roman" panose="02020603050405020304" pitchFamily="18" charset="0"/>
                <a:cs typeface="Times New Roman" panose="02020603050405020304" pitchFamily="18" charset="0"/>
              </a:rPr>
              <a:t>知识获取</a:t>
            </a:r>
            <a:r>
              <a:rPr lang="zh-CN" altLang="en-US" b="1">
                <a:solidFill>
                  <a:srgbClr val="000000"/>
                </a:solidFill>
                <a:latin typeface="Times New Roman" panose="02020603050405020304" pitchFamily="18" charset="0"/>
              </a:rPr>
              <a:t> </a:t>
            </a:r>
            <a:endParaRPr lang="zh-CN" altLang="en-US" b="1">
              <a:solidFill>
                <a:srgbClr val="000000"/>
              </a:solidFill>
              <a:latin typeface="Times New Roman" panose="02020603050405020304" pitchFamily="18" charset="0"/>
            </a:endParaRPr>
          </a:p>
        </p:txBody>
      </p:sp>
      <p:sp>
        <p:nvSpPr>
          <p:cNvPr id="631812" name="Text Box 4"/>
          <p:cNvSpPr txBox="1">
            <a:spLocks noChangeArrowheads="1"/>
          </p:cNvSpPr>
          <p:nvPr/>
        </p:nvSpPr>
        <p:spPr bwMode="auto">
          <a:xfrm>
            <a:off x="1828800" y="1676400"/>
            <a:ext cx="8382000" cy="3022600"/>
          </a:xfrm>
          <a:prstGeom prst="rect">
            <a:avLst/>
          </a:prstGeom>
          <a:gradFill rotWithShape="1">
            <a:gsLst>
              <a:gs pos="0">
                <a:srgbClr val="00FF00"/>
              </a:gs>
              <a:gs pos="100000">
                <a:srgbClr val="FFFFFF"/>
              </a:gs>
            </a:gsLst>
            <a:path path="rect">
              <a:fillToRect l="100000" b="10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lnSpc>
                <a:spcPct val="120000"/>
              </a:lnSpc>
              <a:spcBef>
                <a:spcPct val="20000"/>
              </a:spcBef>
              <a:spcAft>
                <a:spcPct val="30000"/>
              </a:spcAft>
              <a:buClr>
                <a:srgbClr val="0000FF"/>
              </a:buClr>
              <a:buSzPct val="50000"/>
              <a:buFont typeface="Wingdings" panose="05000000000000000000" pitchFamily="2" charset="2"/>
              <a:buChar char="l"/>
            </a:pPr>
            <a:r>
              <a:rPr lang="en-US" altLang="zh-CN" sz="2400" b="1">
                <a:solidFill>
                  <a:srgbClr val="000000"/>
                </a:solidFill>
                <a:latin typeface="Times New Roman" panose="02020603050405020304" pitchFamily="18" charset="0"/>
              </a:rPr>
              <a:t> (6) </a:t>
            </a:r>
            <a:r>
              <a:rPr lang="zh-CN" altLang="en-US" sz="2400" b="1">
                <a:solidFill>
                  <a:srgbClr val="000000"/>
                </a:solidFill>
                <a:latin typeface="宋体" panose="02010600030101010101" pitchFamily="2" charset="-122"/>
              </a:rPr>
              <a:t>检查新规则与其他旧规则之间的矛盾。</a:t>
            </a:r>
            <a:endParaRPr lang="zh-CN" altLang="en-US" sz="2400" b="1">
              <a:solidFill>
                <a:srgbClr val="000000"/>
              </a:solidFill>
              <a:latin typeface="宋体" panose="02010600030101010101" pitchFamily="2" charset="-122"/>
            </a:endParaRPr>
          </a:p>
          <a:p>
            <a:pPr algn="just" fontAlgn="base">
              <a:lnSpc>
                <a:spcPct val="120000"/>
              </a:lnSpc>
              <a:spcBef>
                <a:spcPct val="20000"/>
              </a:spcBef>
              <a:spcAft>
                <a:spcPct val="3000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rPr>
              <a:t> </a:t>
            </a:r>
            <a:r>
              <a:rPr lang="en-US" altLang="zh-CN" sz="2400" b="1">
                <a:solidFill>
                  <a:srgbClr val="000000"/>
                </a:solidFill>
                <a:latin typeface="Times New Roman" panose="02020603050405020304" pitchFamily="18" charset="0"/>
              </a:rPr>
              <a:t>(7) </a:t>
            </a:r>
            <a:r>
              <a:rPr lang="zh-CN" altLang="en-US" sz="2400" b="1">
                <a:solidFill>
                  <a:srgbClr val="000000"/>
                </a:solidFill>
                <a:latin typeface="Times New Roman" panose="02020603050405020304" pitchFamily="18" charset="0"/>
              </a:rPr>
              <a:t>如果有必要，可调用辅助分类规则对新规则分类。</a:t>
            </a:r>
            <a:endParaRPr lang="zh-CN" altLang="en-US" sz="2400" b="1">
              <a:solidFill>
                <a:srgbClr val="000000"/>
              </a:solidFill>
              <a:latin typeface="Times New Roman" panose="02020603050405020304" pitchFamily="18" charset="0"/>
            </a:endParaRPr>
          </a:p>
          <a:p>
            <a:pPr algn="just" fontAlgn="base">
              <a:lnSpc>
                <a:spcPct val="120000"/>
              </a:lnSpc>
              <a:spcBef>
                <a:spcPct val="20000"/>
              </a:spcBef>
              <a:spcAft>
                <a:spcPct val="3000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rPr>
              <a:t> </a:t>
            </a:r>
            <a:r>
              <a:rPr lang="en-US" altLang="zh-CN" sz="2400" b="1">
                <a:solidFill>
                  <a:srgbClr val="000000"/>
                </a:solidFill>
                <a:latin typeface="Times New Roman" panose="02020603050405020304" pitchFamily="18" charset="0"/>
              </a:rPr>
              <a:t>(8) </a:t>
            </a:r>
            <a:r>
              <a:rPr lang="zh-CN" altLang="en-US" sz="2400" b="1">
                <a:solidFill>
                  <a:srgbClr val="000000"/>
                </a:solidFill>
                <a:latin typeface="Times New Roman" panose="02020603050405020304" pitchFamily="18" charset="0"/>
              </a:rPr>
              <a:t>把规则加入</a:t>
            </a:r>
            <a:r>
              <a:rPr lang="en-US" altLang="zh-CN" sz="2400" b="1">
                <a:solidFill>
                  <a:srgbClr val="000000"/>
                </a:solidFill>
                <a:latin typeface="Times New Roman" panose="02020603050405020304" pitchFamily="18" charset="0"/>
              </a:rPr>
              <a:t>LOOKHEAD</a:t>
            </a:r>
            <a:r>
              <a:rPr lang="zh-CN" altLang="en-US" sz="2400" b="1">
                <a:solidFill>
                  <a:srgbClr val="000000"/>
                </a:solidFill>
                <a:latin typeface="Times New Roman" panose="02020603050405020304" pitchFamily="18" charset="0"/>
              </a:rPr>
              <a:t>表。</a:t>
            </a:r>
            <a:endParaRPr lang="zh-CN" altLang="en-US" sz="2400" b="1">
              <a:solidFill>
                <a:srgbClr val="000000"/>
              </a:solidFill>
              <a:latin typeface="Times New Roman" panose="02020603050405020304" pitchFamily="18" charset="0"/>
            </a:endParaRPr>
          </a:p>
          <a:p>
            <a:pPr algn="just" fontAlgn="base">
              <a:lnSpc>
                <a:spcPct val="120000"/>
              </a:lnSpc>
              <a:spcBef>
                <a:spcPct val="20000"/>
              </a:spcBef>
              <a:spcAft>
                <a:spcPct val="3000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rPr>
              <a:t> </a:t>
            </a:r>
            <a:r>
              <a:rPr lang="en-US" altLang="zh-CN" sz="2400" b="1">
                <a:solidFill>
                  <a:srgbClr val="000000"/>
                </a:solidFill>
                <a:latin typeface="Times New Roman" panose="02020603050405020304" pitchFamily="18" charset="0"/>
              </a:rPr>
              <a:t>(9) </a:t>
            </a:r>
            <a:r>
              <a:rPr lang="zh-CN" altLang="en-US" sz="2400" b="1">
                <a:solidFill>
                  <a:srgbClr val="000000"/>
                </a:solidFill>
                <a:latin typeface="Times New Roman" panose="02020603050405020304" pitchFamily="18" charset="0"/>
              </a:rPr>
              <a:t>把规则加入</a:t>
            </a:r>
            <a:r>
              <a:rPr lang="en-US" altLang="zh-CN" sz="2400" b="1">
                <a:solidFill>
                  <a:srgbClr val="000000"/>
                </a:solidFill>
                <a:latin typeface="Times New Roman" panose="02020603050405020304" pitchFamily="18" charset="0"/>
              </a:rPr>
              <a:t>CONTAIED-IN</a:t>
            </a:r>
            <a:r>
              <a:rPr lang="zh-CN" altLang="en-US" sz="2400" b="1">
                <a:solidFill>
                  <a:srgbClr val="000000"/>
                </a:solidFill>
                <a:latin typeface="Times New Roman" panose="02020603050405020304" pitchFamily="18" charset="0"/>
              </a:rPr>
              <a:t>表、</a:t>
            </a:r>
            <a:r>
              <a:rPr lang="en-US" altLang="zh-CN" sz="2400" b="1">
                <a:solidFill>
                  <a:srgbClr val="000000"/>
                </a:solidFill>
                <a:latin typeface="Times New Roman" panose="02020603050405020304" pitchFamily="18" charset="0"/>
              </a:rPr>
              <a:t>UPDATED-BY</a:t>
            </a:r>
            <a:r>
              <a:rPr lang="zh-CN" altLang="en-US" sz="2400" b="1">
                <a:solidFill>
                  <a:srgbClr val="000000"/>
                </a:solidFill>
                <a:latin typeface="Times New Roman" panose="02020603050405020304" pitchFamily="18" charset="0"/>
              </a:rPr>
              <a:t>表。</a:t>
            </a:r>
            <a:endParaRPr lang="zh-CN" altLang="en-US" sz="2400" b="1">
              <a:solidFill>
                <a:srgbClr val="000000"/>
              </a:solidFill>
              <a:latin typeface="Times New Roman" panose="02020603050405020304" pitchFamily="18" charset="0"/>
            </a:endParaRPr>
          </a:p>
          <a:p>
            <a:pPr algn="just" fontAlgn="base">
              <a:lnSpc>
                <a:spcPct val="120000"/>
              </a:lnSpc>
              <a:spcBef>
                <a:spcPct val="20000"/>
              </a:spcBef>
              <a:spcAft>
                <a:spcPct val="3000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rPr>
              <a:t> </a:t>
            </a:r>
            <a:r>
              <a:rPr lang="en-US" altLang="zh-CN" sz="2400" b="1">
                <a:solidFill>
                  <a:srgbClr val="000000"/>
                </a:solidFill>
                <a:latin typeface="Times New Roman" panose="02020603050405020304" pitchFamily="18" charset="0"/>
              </a:rPr>
              <a:t>(10) </a:t>
            </a:r>
            <a:r>
              <a:rPr lang="zh-CN" altLang="en-US" sz="2400" b="1">
                <a:solidFill>
                  <a:srgbClr val="000000"/>
                </a:solidFill>
                <a:latin typeface="宋体" panose="02010600030101010101" pitchFamily="2" charset="-122"/>
              </a:rPr>
              <a:t>告诉专家系统新规则已是规则库中的一部分了。</a:t>
            </a:r>
            <a:r>
              <a:rPr lang="zh-CN" altLang="en-US" sz="2200">
                <a:solidFill>
                  <a:srgbClr val="000000"/>
                </a:solidFill>
                <a:latin typeface="Times New Roman" panose="02020603050405020304" pitchFamily="18" charset="0"/>
              </a:rPr>
              <a:t> </a:t>
            </a:r>
            <a:endParaRPr lang="zh-CN" altLang="en-US" sz="2200">
              <a:solidFill>
                <a:srgbClr val="000000"/>
              </a:solidFill>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631812"/>
                                        </p:tgtEl>
                                        <p:attrNameLst>
                                          <p:attrName>style.visibility</p:attrName>
                                        </p:attrNameLst>
                                      </p:cBhvr>
                                      <p:to>
                                        <p:strVal val="visible"/>
                                      </p:to>
                                    </p:set>
                                    <p:animEffect transition="in" filter="barn(inHorizontal)">
                                      <p:cBhvr>
                                        <p:cTn id="7" dur="500"/>
                                        <p:tgtEl>
                                          <p:spTgt spid="6318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1812" grpId="0" animBg="1"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8D3A1466-DC4C-4ED7-A7A5-59573068FBD9}" type="slidenum">
              <a:rPr lang="ja-JP" altLang="en-US">
                <a:latin typeface="Arial" panose="020B0604020202020204"/>
              </a:rPr>
            </a:fld>
            <a:endParaRPr lang="en-US" altLang="ja-JP">
              <a:latin typeface="Arial" panose="020B0604020202020204"/>
            </a:endParaRPr>
          </a:p>
        </p:txBody>
      </p:sp>
      <p:sp>
        <p:nvSpPr>
          <p:cNvPr id="477187" name="Rectangle 2"/>
          <p:cNvSpPr>
            <a:spLocks noGrp="1" noChangeArrowheads="1"/>
          </p:cNvSpPr>
          <p:nvPr>
            <p:ph type="title"/>
          </p:nvPr>
        </p:nvSpPr>
        <p:spPr/>
        <p:txBody>
          <a:bodyPr/>
          <a:lstStyle/>
          <a:p>
            <a:pPr eaLnBrk="1" hangingPunct="1"/>
            <a:endParaRPr lang="zh-CN" altLang="zh-CN">
              <a:latin typeface="Times New Roman" panose="02020603050405020304" pitchFamily="18" charset="0"/>
            </a:endParaRPr>
          </a:p>
        </p:txBody>
      </p:sp>
      <p:sp>
        <p:nvSpPr>
          <p:cNvPr id="477188" name="Rectangle 3"/>
          <p:cNvSpPr>
            <a:spLocks noGrp="1" noChangeArrowheads="1"/>
          </p:cNvSpPr>
          <p:nvPr>
            <p:ph type="body" idx="1"/>
          </p:nvPr>
        </p:nvSpPr>
        <p:spPr>
          <a:xfrm>
            <a:off x="2057400" y="1228726"/>
            <a:ext cx="8229600" cy="5400675"/>
          </a:xfrm>
        </p:spPr>
        <p:txBody>
          <a:bodyPr/>
          <a:lstStyle/>
          <a:p>
            <a:pPr eaLnBrk="1" hangingPunct="1">
              <a:spcBef>
                <a:spcPct val="30000"/>
              </a:spcBef>
              <a:buSzPct val="60000"/>
              <a:buFont typeface="Wingdings" panose="05000000000000000000" pitchFamily="2" charset="2"/>
              <a:buBlip>
                <a:blip r:embed="rId1"/>
              </a:buBlip>
            </a:pPr>
            <a:r>
              <a:rPr lang="en-US" altLang="zh-CN" sz="3000" b="1">
                <a:latin typeface="Times New Roman" panose="02020603050405020304" pitchFamily="18" charset="0"/>
              </a:rPr>
              <a:t>10.8.1 </a:t>
            </a:r>
            <a:r>
              <a:rPr lang="zh-CN" altLang="en-US" sz="3000" b="1">
                <a:solidFill>
                  <a:srgbClr val="000000"/>
                </a:solidFill>
                <a:latin typeface="Times New Roman" panose="02020603050405020304" pitchFamily="18" charset="0"/>
              </a:rPr>
              <a:t>医学专家系统──</a:t>
            </a:r>
            <a:r>
              <a:rPr lang="en-US" altLang="zh-CN" sz="3000" b="1">
                <a:solidFill>
                  <a:srgbClr val="000000"/>
                </a:solidFill>
                <a:latin typeface="Times New Roman" panose="02020603050405020304" pitchFamily="18" charset="0"/>
                <a:cs typeface="Times New Roman" panose="02020603050405020304" pitchFamily="18" charset="0"/>
              </a:rPr>
              <a:t>MYCIN</a:t>
            </a:r>
            <a:r>
              <a:rPr lang="en-US" altLang="zh-CN" sz="3000" b="1">
                <a:latin typeface="Times New Roman" panose="02020603050405020304" pitchFamily="18" charset="0"/>
              </a:rPr>
              <a:t> </a:t>
            </a:r>
            <a:endParaRPr lang="en-US" altLang="zh-CN" sz="3000" b="1">
              <a:latin typeface="Times New Roman" panose="02020603050405020304" pitchFamily="18" charset="0"/>
            </a:endParaRPr>
          </a:p>
          <a:p>
            <a:pPr eaLnBrk="1" hangingPunct="1">
              <a:spcBef>
                <a:spcPct val="30000"/>
              </a:spcBef>
              <a:buSzPct val="60000"/>
              <a:buFont typeface="Wingdings" panose="05000000000000000000" pitchFamily="2" charset="2"/>
              <a:buBlip>
                <a:blip r:embed="rId1"/>
              </a:buBlip>
            </a:pPr>
            <a:r>
              <a:rPr lang="en-US" altLang="zh-CN" sz="3000" b="1">
                <a:solidFill>
                  <a:srgbClr val="0000FF"/>
                </a:solidFill>
                <a:latin typeface="Times New Roman" panose="02020603050405020304" pitchFamily="18" charset="0"/>
                <a:cs typeface="Times New Roman" panose="02020603050405020304" pitchFamily="18" charset="0"/>
              </a:rPr>
              <a:t>10.8.2 </a:t>
            </a:r>
            <a:r>
              <a:rPr lang="zh-CN" altLang="en-US" sz="3000" b="1">
                <a:solidFill>
                  <a:srgbClr val="0000FF"/>
                </a:solidFill>
                <a:latin typeface="Times New Roman" panose="02020603050405020304" pitchFamily="18" charset="0"/>
              </a:rPr>
              <a:t>地质勘探专家系统──</a:t>
            </a:r>
            <a:r>
              <a:rPr lang="en-US" altLang="zh-CN" sz="3000" b="1">
                <a:solidFill>
                  <a:srgbClr val="0000FF"/>
                </a:solidFill>
                <a:latin typeface="Times New Roman" panose="02020603050405020304" pitchFamily="18" charset="0"/>
                <a:cs typeface="Times New Roman" panose="02020603050405020304" pitchFamily="18" charset="0"/>
              </a:rPr>
              <a:t>PROSPECTOR</a:t>
            </a:r>
            <a:r>
              <a:rPr lang="en-US" altLang="zh-CN">
                <a:latin typeface="Times New Roman" panose="02020603050405020304" pitchFamily="18" charset="0"/>
              </a:rPr>
              <a:t> </a:t>
            </a:r>
            <a:endParaRPr lang="en-US" altLang="zh-CN">
              <a:latin typeface="Times New Roman" panose="02020603050405020304" pitchFamily="18" charset="0"/>
            </a:endParaRPr>
          </a:p>
        </p:txBody>
      </p:sp>
      <p:sp>
        <p:nvSpPr>
          <p:cNvPr id="477189" name="Rectangle 4"/>
          <p:cNvSpPr>
            <a:spLocks noChangeArrowheads="1"/>
          </p:cNvSpPr>
          <p:nvPr/>
        </p:nvSpPr>
        <p:spPr bwMode="auto">
          <a:xfrm>
            <a:off x="1524000" y="1"/>
            <a:ext cx="9144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530">
              <a:defRPr>
                <a:solidFill>
                  <a:schemeClr val="tx1"/>
                </a:solidFill>
                <a:latin typeface="Verdana" panose="020B0604030504040204" pitchFamily="34" charset="0"/>
                <a:ea typeface="宋体" panose="02010600030101010101" pitchFamily="2" charset="-122"/>
              </a:defRPr>
            </a:lvl1pPr>
            <a:lvl2pPr indent="176530">
              <a:defRPr>
                <a:solidFill>
                  <a:schemeClr val="tx1"/>
                </a:solidFill>
                <a:latin typeface="Verdana" panose="020B0604030504040204" pitchFamily="34" charset="0"/>
                <a:ea typeface="宋体" panose="02010600030101010101" pitchFamily="2" charset="-122"/>
              </a:defRPr>
            </a:lvl2pPr>
            <a:lvl3pPr indent="176530">
              <a:defRPr>
                <a:solidFill>
                  <a:schemeClr val="tx1"/>
                </a:solidFill>
                <a:latin typeface="Verdana" panose="020B0604030504040204" pitchFamily="34" charset="0"/>
                <a:ea typeface="宋体" panose="02010600030101010101" pitchFamily="2" charset="-122"/>
              </a:defRPr>
            </a:lvl3pPr>
            <a:lvl4pPr indent="176530">
              <a:defRPr>
                <a:solidFill>
                  <a:schemeClr val="tx1"/>
                </a:solidFill>
                <a:latin typeface="Verdana" panose="020B0604030504040204" pitchFamily="34" charset="0"/>
                <a:ea typeface="宋体" panose="02010600030101010101" pitchFamily="2" charset="-122"/>
              </a:defRPr>
            </a:lvl4pPr>
            <a:lvl5pPr indent="176530">
              <a:defRPr>
                <a:solidFill>
                  <a:schemeClr val="tx1"/>
                </a:solidFill>
                <a:latin typeface="Verdana" panose="020B0604030504040204" pitchFamily="34" charset="0"/>
                <a:ea typeface="宋体" panose="02010600030101010101" pitchFamily="2" charset="-122"/>
              </a:defRPr>
            </a:lvl5pPr>
            <a:lvl6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600">
                <a:solidFill>
                  <a:srgbClr val="FFFFFF"/>
                </a:solidFill>
                <a:latin typeface="Times New Roman" panose="02020603050405020304" pitchFamily="18" charset="0"/>
                <a:ea typeface="黑体" panose="02010609060101010101" pitchFamily="49" charset="-122"/>
              </a:rPr>
              <a:t>10.8  </a:t>
            </a:r>
            <a:r>
              <a:rPr lang="zh-CN" altLang="en-US" sz="3600">
                <a:solidFill>
                  <a:srgbClr val="FFFFFF"/>
                </a:solidFill>
                <a:latin typeface="Times New Roman" panose="02020603050405020304" pitchFamily="18" charset="0"/>
                <a:ea typeface="黑体" panose="02010609060101010101" pitchFamily="49" charset="-122"/>
              </a:rPr>
              <a:t>专家系统实例</a:t>
            </a:r>
            <a:endParaRPr lang="zh-CN" altLang="en-US" sz="3600">
              <a:solidFill>
                <a:srgbClr val="FFFFFF"/>
              </a:solidFill>
              <a:latin typeface="Times New Roman" panose="02020603050405020304" pitchFamily="18" charset="0"/>
              <a:ea typeface="黑体" panose="02010609060101010101" pitchFamily="49" charset="-122"/>
            </a:endParaRPr>
          </a:p>
        </p:txBody>
      </p:sp>
    </p:spTree>
  </p:cSld>
  <p:clrMapOvr>
    <a:masterClrMapping/>
  </p:clrMapOvr>
  <p:transition>
    <p:random/>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0"/>
          </p:nvPr>
        </p:nvSpPr>
        <p:spPr/>
        <p:txBody>
          <a:bodyPr/>
          <a:lstStyle/>
          <a:p>
            <a:pPr fontAlgn="base">
              <a:spcBef>
                <a:spcPct val="0"/>
              </a:spcBef>
              <a:spcAft>
                <a:spcPct val="0"/>
              </a:spcAft>
              <a:defRPr/>
            </a:pPr>
            <a:fld id="{608CC719-3229-4BFE-8100-62E43608B7DD}" type="slidenum">
              <a:rPr lang="ja-JP" altLang="en-US">
                <a:latin typeface="Arial" panose="020B0604020202020204"/>
              </a:rPr>
            </a:fld>
            <a:endParaRPr lang="en-US" altLang="ja-JP">
              <a:latin typeface="Arial" panose="020B0604020202020204"/>
            </a:endParaRPr>
          </a:p>
        </p:txBody>
      </p:sp>
      <p:sp>
        <p:nvSpPr>
          <p:cNvPr id="478211"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cs typeface="Times New Roman" panose="02020603050405020304" pitchFamily="18" charset="0"/>
              </a:rPr>
              <a:t>10.8.2  </a:t>
            </a:r>
            <a:r>
              <a:rPr lang="zh-CN" altLang="en-US" sz="4200" b="0">
                <a:latin typeface="Times New Roman" panose="02020603050405020304" pitchFamily="18" charset="0"/>
                <a:ea typeface="黑体" panose="02010609060101010101" pitchFamily="49" charset="-122"/>
                <a:cs typeface="Times New Roman" panose="02020603050405020304" pitchFamily="18" charset="0"/>
              </a:rPr>
              <a:t>地质勘探专家系统──</a:t>
            </a:r>
            <a:r>
              <a:rPr lang="en-US" altLang="zh-CN" sz="4200" b="0">
                <a:latin typeface="Times New Roman" panose="02020603050405020304" pitchFamily="18" charset="0"/>
                <a:ea typeface="黑体" panose="02010609060101010101" pitchFamily="49" charset="-122"/>
                <a:cs typeface="Times New Roman" panose="02020603050405020304" pitchFamily="18" charset="0"/>
              </a:rPr>
              <a:t>PROSPECTOR</a:t>
            </a:r>
            <a:r>
              <a:rPr lang="en-US" altLang="zh-CN" sz="4200">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420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78212" name="Rectangle 3"/>
          <p:cNvSpPr>
            <a:spLocks noGrp="1" noChangeArrowheads="1"/>
          </p:cNvSpPr>
          <p:nvPr>
            <p:ph type="body" idx="1"/>
          </p:nvPr>
        </p:nvSpPr>
        <p:spPr>
          <a:xfrm>
            <a:off x="1600200" y="838201"/>
            <a:ext cx="8642350" cy="5400675"/>
          </a:xfrm>
        </p:spPr>
        <p:txBody>
          <a:bodyPr/>
          <a:lstStyle/>
          <a:p>
            <a:pPr marL="262255" indent="-262255" eaLnBrk="1" hangingPunct="1">
              <a:buNone/>
            </a:pPr>
            <a:r>
              <a:rPr lang="en-US" altLang="zh-CN" sz="2600" b="1">
                <a:solidFill>
                  <a:srgbClr val="000000"/>
                </a:solidFill>
                <a:latin typeface="Times New Roman" panose="02020603050405020304" pitchFamily="18" charset="0"/>
                <a:cs typeface="Times New Roman" panose="02020603050405020304" pitchFamily="18" charset="0"/>
              </a:rPr>
              <a:t>1.  PROSPECTOR</a:t>
            </a:r>
            <a:r>
              <a:rPr lang="zh-CN" altLang="en-US" sz="2600" b="1">
                <a:solidFill>
                  <a:srgbClr val="000000"/>
                </a:solidFill>
                <a:latin typeface="Times New Roman" panose="02020603050405020304" pitchFamily="18" charset="0"/>
              </a:rPr>
              <a:t>系统概述</a:t>
            </a:r>
            <a:endParaRPr lang="zh-CN" altLang="en-US" sz="2600" b="1">
              <a:solidFill>
                <a:srgbClr val="000000"/>
              </a:solidFill>
              <a:latin typeface="Times New Roman" panose="02020603050405020304" pitchFamily="18" charset="0"/>
            </a:endParaRPr>
          </a:p>
          <a:p>
            <a:pPr marL="262255" indent="-262255" eaLnBrk="1" hangingPunct="1">
              <a:buSzPct val="50000"/>
              <a:buFont typeface="Wingdings" panose="05000000000000000000" pitchFamily="2" charset="2"/>
              <a:buChar char="n"/>
            </a:pPr>
            <a:r>
              <a:rPr lang="en-US" altLang="zh-CN" sz="2600" b="1">
                <a:solidFill>
                  <a:srgbClr val="000000"/>
                </a:solidFill>
                <a:latin typeface="Times New Roman" panose="02020603050405020304" pitchFamily="18" charset="0"/>
                <a:cs typeface="Times New Roman" panose="02020603050405020304" pitchFamily="18" charset="0"/>
              </a:rPr>
              <a:t>(1) </a:t>
            </a:r>
            <a:r>
              <a:rPr lang="zh-CN" altLang="en-US" sz="2600" b="1">
                <a:solidFill>
                  <a:srgbClr val="000000"/>
                </a:solidFill>
                <a:latin typeface="Times New Roman" panose="02020603050405020304" pitchFamily="18" charset="0"/>
              </a:rPr>
              <a:t>系统结构</a:t>
            </a:r>
            <a:r>
              <a:rPr lang="zh-CN" altLang="en-US">
                <a:latin typeface="Times New Roman" panose="02020603050405020304" pitchFamily="18" charset="0"/>
              </a:rPr>
              <a:t>  </a:t>
            </a:r>
            <a:endParaRPr lang="zh-CN" altLang="en-US">
              <a:latin typeface="Times New Roman" panose="02020603050405020304" pitchFamily="18" charset="0"/>
            </a:endParaRPr>
          </a:p>
        </p:txBody>
      </p:sp>
      <p:sp>
        <p:nvSpPr>
          <p:cNvPr id="478213" name="Rectangle 4"/>
          <p:cNvSpPr>
            <a:spLocks noChangeArrowheads="1"/>
          </p:cNvSpPr>
          <p:nvPr/>
        </p:nvSpPr>
        <p:spPr bwMode="auto">
          <a:xfrm>
            <a:off x="4591050" y="1814513"/>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pic>
        <p:nvPicPr>
          <p:cNvPr id="633861"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14600" y="1219200"/>
            <a:ext cx="76962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8215" name="Rectangle 6"/>
          <p:cNvSpPr>
            <a:spLocks noChangeArrowheads="1"/>
          </p:cNvSpPr>
          <p:nvPr/>
        </p:nvSpPr>
        <p:spPr bwMode="auto">
          <a:xfrm>
            <a:off x="4267200" y="6400800"/>
            <a:ext cx="762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33861"/>
                                        </p:tgtEl>
                                        <p:attrNameLst>
                                          <p:attrName>style.visibility</p:attrName>
                                        </p:attrNameLst>
                                      </p:cBhvr>
                                      <p:to>
                                        <p:strVal val="visible"/>
                                      </p:to>
                                    </p:set>
                                    <p:animEffect transition="in" filter="dissolve">
                                      <p:cBhvr>
                                        <p:cTn id="7" dur="500"/>
                                        <p:tgtEl>
                                          <p:spTgt spid="6338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0"/>
          </p:nvPr>
        </p:nvSpPr>
        <p:spPr/>
        <p:txBody>
          <a:bodyPr/>
          <a:lstStyle/>
          <a:p>
            <a:pPr fontAlgn="base">
              <a:spcBef>
                <a:spcPct val="0"/>
              </a:spcBef>
              <a:spcAft>
                <a:spcPct val="0"/>
              </a:spcAft>
              <a:defRPr/>
            </a:pPr>
            <a:fld id="{51B17BE0-56E7-426F-88EC-E774F22C9229}" type="slidenum">
              <a:rPr lang="ja-JP" altLang="en-US">
                <a:latin typeface="Arial" panose="020B0604020202020204"/>
              </a:rPr>
            </a:fld>
            <a:endParaRPr lang="en-US" altLang="ja-JP">
              <a:latin typeface="Arial" panose="020B0604020202020204"/>
            </a:endParaRPr>
          </a:p>
        </p:txBody>
      </p:sp>
      <p:sp>
        <p:nvSpPr>
          <p:cNvPr id="479235"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cs typeface="Times New Roman" panose="02020603050405020304" pitchFamily="18" charset="0"/>
              </a:rPr>
              <a:t>10.8.2  </a:t>
            </a:r>
            <a:r>
              <a:rPr lang="zh-CN" altLang="en-US" sz="4200" b="0">
                <a:latin typeface="Times New Roman" panose="02020603050405020304" pitchFamily="18" charset="0"/>
                <a:ea typeface="黑体" panose="02010609060101010101" pitchFamily="49" charset="-122"/>
                <a:cs typeface="Times New Roman" panose="02020603050405020304" pitchFamily="18" charset="0"/>
              </a:rPr>
              <a:t>地质勘探专家系统──</a:t>
            </a:r>
            <a:r>
              <a:rPr lang="en-US" altLang="zh-CN" sz="4200" b="0">
                <a:latin typeface="Times New Roman" panose="02020603050405020304" pitchFamily="18" charset="0"/>
                <a:ea typeface="黑体" panose="02010609060101010101" pitchFamily="49" charset="-122"/>
                <a:cs typeface="Times New Roman" panose="02020603050405020304" pitchFamily="18" charset="0"/>
              </a:rPr>
              <a:t>PROSPECTOR</a:t>
            </a:r>
            <a:r>
              <a:rPr lang="en-US" altLang="zh-CN" sz="4200">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420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79236" name="Rectangle 3"/>
          <p:cNvSpPr>
            <a:spLocks noGrp="1" noChangeArrowheads="1"/>
          </p:cNvSpPr>
          <p:nvPr>
            <p:ph type="body" idx="1"/>
          </p:nvPr>
        </p:nvSpPr>
        <p:spPr>
          <a:xfrm>
            <a:off x="1600200" y="838201"/>
            <a:ext cx="8642350" cy="5400675"/>
          </a:xfrm>
        </p:spPr>
        <p:txBody>
          <a:bodyPr/>
          <a:lstStyle/>
          <a:p>
            <a:pPr marL="262255" indent="-262255" eaLnBrk="1" hangingPunct="1">
              <a:buNone/>
            </a:pPr>
            <a:r>
              <a:rPr lang="en-US" altLang="zh-CN" sz="2600" b="1">
                <a:solidFill>
                  <a:srgbClr val="000000"/>
                </a:solidFill>
                <a:latin typeface="Times New Roman" panose="02020603050405020304" pitchFamily="18" charset="0"/>
                <a:cs typeface="Times New Roman" panose="02020603050405020304" pitchFamily="18" charset="0"/>
              </a:rPr>
              <a:t> 1.  PROSPECTOR</a:t>
            </a:r>
            <a:r>
              <a:rPr lang="zh-CN" altLang="en-US" sz="2600" b="1">
                <a:solidFill>
                  <a:srgbClr val="000000"/>
                </a:solidFill>
                <a:latin typeface="Times New Roman" panose="02020603050405020304" pitchFamily="18" charset="0"/>
              </a:rPr>
              <a:t>系统概述</a:t>
            </a:r>
            <a:endParaRPr lang="zh-CN" altLang="en-US" sz="2600" b="1">
              <a:solidFill>
                <a:srgbClr val="000000"/>
              </a:solidFill>
              <a:latin typeface="Times New Roman" panose="02020603050405020304" pitchFamily="18" charset="0"/>
            </a:endParaRPr>
          </a:p>
          <a:p>
            <a:pPr marL="262255" indent="-262255" eaLnBrk="1" hangingPunct="1">
              <a:buSzPct val="50000"/>
              <a:buFont typeface="Wingdings" panose="05000000000000000000" pitchFamily="2" charset="2"/>
              <a:buChar char="n"/>
            </a:pPr>
            <a:r>
              <a:rPr lang="en-US" altLang="zh-CN" sz="2600" b="1">
                <a:solidFill>
                  <a:srgbClr val="000000"/>
                </a:solidFill>
                <a:latin typeface="Times New Roman" panose="02020603050405020304" pitchFamily="18" charset="0"/>
                <a:cs typeface="Times New Roman" panose="02020603050405020304" pitchFamily="18" charset="0"/>
              </a:rPr>
              <a:t>(1) </a:t>
            </a:r>
            <a:r>
              <a:rPr lang="zh-CN" altLang="en-US" sz="2600" b="1">
                <a:solidFill>
                  <a:srgbClr val="000000"/>
                </a:solidFill>
                <a:latin typeface="Times New Roman" panose="02020603050405020304" pitchFamily="18" charset="0"/>
              </a:rPr>
              <a:t>系统结构</a:t>
            </a:r>
            <a:r>
              <a:rPr lang="zh-CN" altLang="en-US">
                <a:latin typeface="Times New Roman" panose="02020603050405020304" pitchFamily="18" charset="0"/>
              </a:rPr>
              <a:t>  </a:t>
            </a:r>
            <a:endParaRPr lang="zh-CN" altLang="en-US">
              <a:latin typeface="Times New Roman" panose="02020603050405020304" pitchFamily="18" charset="0"/>
            </a:endParaRPr>
          </a:p>
        </p:txBody>
      </p:sp>
      <p:sp>
        <p:nvSpPr>
          <p:cNvPr id="479237" name="Rectangle 4"/>
          <p:cNvSpPr>
            <a:spLocks noChangeArrowheads="1"/>
          </p:cNvSpPr>
          <p:nvPr/>
        </p:nvSpPr>
        <p:spPr bwMode="auto">
          <a:xfrm>
            <a:off x="4591050" y="1814513"/>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634885" name="Text Box 5"/>
          <p:cNvSpPr txBox="1">
            <a:spLocks noChangeArrowheads="1"/>
          </p:cNvSpPr>
          <p:nvPr/>
        </p:nvSpPr>
        <p:spPr bwMode="auto">
          <a:xfrm>
            <a:off x="1752600" y="2209800"/>
            <a:ext cx="8686800" cy="4097338"/>
          </a:xfrm>
          <a:prstGeom prst="rect">
            <a:avLst/>
          </a:prstGeom>
          <a:gradFill rotWithShape="1">
            <a:gsLst>
              <a:gs pos="0">
                <a:srgbClr val="FFFF00"/>
              </a:gs>
              <a:gs pos="100000">
                <a:schemeClr val="bg1"/>
              </a:gs>
            </a:gsLst>
            <a:path path="rect">
              <a:fillToRect l="100000" t="10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lnSpc>
                <a:spcPct val="120000"/>
              </a:lnSpc>
              <a:spcBef>
                <a:spcPct val="20000"/>
              </a:spcBef>
              <a:spcAft>
                <a:spcPct val="0"/>
              </a:spcAft>
              <a:buClr>
                <a:srgbClr val="0000FF"/>
              </a:buClr>
              <a:buSzPct val="50000"/>
              <a:buFont typeface="Wingdings" panose="05000000000000000000" pitchFamily="2" charset="2"/>
              <a:buChar char="l"/>
            </a:pPr>
            <a:r>
              <a:rPr lang="en-US" altLang="zh-CN" sz="2200" b="1">
                <a:solidFill>
                  <a:srgbClr val="000000"/>
                </a:solidFill>
                <a:latin typeface="Times New Roman" panose="02020603050405020304" pitchFamily="18" charset="0"/>
                <a:cs typeface="Times New Roman" panose="02020603050405020304" pitchFamily="18" charset="0"/>
              </a:rPr>
              <a:t> </a:t>
            </a:r>
            <a:r>
              <a:rPr lang="zh-CN" altLang="en-US" sz="2300" b="1">
                <a:solidFill>
                  <a:srgbClr val="0000FF"/>
                </a:solidFill>
                <a:latin typeface="Times New Roman" panose="02020603050405020304" pitchFamily="18" charset="0"/>
              </a:rPr>
              <a:t>模型文件（模型知识库）</a:t>
            </a:r>
            <a:r>
              <a:rPr lang="zh-CN" altLang="en-US" sz="2300" b="1">
                <a:solidFill>
                  <a:srgbClr val="000000"/>
                </a:solidFill>
                <a:latin typeface="Times New Roman" panose="02020603050405020304" pitchFamily="18" charset="0"/>
              </a:rPr>
              <a:t>：</a:t>
            </a:r>
            <a:r>
              <a:rPr lang="en-US" altLang="zh-CN" sz="2300" b="1">
                <a:solidFill>
                  <a:srgbClr val="000000"/>
                </a:solidFill>
                <a:latin typeface="Times New Roman" panose="02020603050405020304" pitchFamily="18" charset="0"/>
              </a:rPr>
              <a:t>12</a:t>
            </a:r>
            <a:r>
              <a:rPr lang="zh-CN" altLang="en-US" sz="2300" b="1">
                <a:solidFill>
                  <a:srgbClr val="000000"/>
                </a:solidFill>
                <a:latin typeface="Times New Roman" panose="02020603050405020304" pitchFamily="18" charset="0"/>
              </a:rPr>
              <a:t>个模型文件，表达成推理规则网络，共有</a:t>
            </a:r>
            <a:r>
              <a:rPr lang="en-US" altLang="zh-CN" sz="2300" b="1">
                <a:solidFill>
                  <a:srgbClr val="000000"/>
                </a:solidFill>
                <a:latin typeface="Times New Roman" panose="02020603050405020304" pitchFamily="18" charset="0"/>
              </a:rPr>
              <a:t>1100</a:t>
            </a:r>
            <a:r>
              <a:rPr lang="zh-CN" altLang="en-US" sz="2300" b="1">
                <a:solidFill>
                  <a:srgbClr val="000000"/>
                </a:solidFill>
                <a:latin typeface="Times New Roman" panose="02020603050405020304" pitchFamily="18" charset="0"/>
              </a:rPr>
              <a:t>多条规则。规则的前提是地质勘探数据，结论的前提是推理得出的地质假设如矿床分类、含量、分布等。</a:t>
            </a:r>
            <a:endParaRPr lang="zh-CN" altLang="en-US" sz="2300" b="1">
              <a:solidFill>
                <a:srgbClr val="000000"/>
              </a:solidFill>
              <a:latin typeface="Times New Roman" panose="02020603050405020304" pitchFamily="18" charset="0"/>
            </a:endParaRPr>
          </a:p>
          <a:p>
            <a:pPr algn="just" fontAlgn="base">
              <a:lnSpc>
                <a:spcPct val="120000"/>
              </a:lnSpc>
              <a:spcBef>
                <a:spcPct val="20000"/>
              </a:spcBef>
              <a:spcAft>
                <a:spcPct val="0"/>
              </a:spcAft>
              <a:buClr>
                <a:srgbClr val="0000FF"/>
              </a:buClr>
              <a:buSzPct val="50000"/>
              <a:buFont typeface="Wingdings" panose="05000000000000000000" pitchFamily="2" charset="2"/>
              <a:buChar char="l"/>
            </a:pPr>
            <a:r>
              <a:rPr lang="zh-CN" altLang="en-US" sz="2300" b="1">
                <a:solidFill>
                  <a:srgbClr val="000000"/>
                </a:solidFill>
                <a:latin typeface="Times New Roman" panose="02020603050405020304" pitchFamily="18" charset="0"/>
              </a:rPr>
              <a:t> </a:t>
            </a:r>
            <a:r>
              <a:rPr lang="zh-CN" altLang="en-US" sz="2300" b="1">
                <a:solidFill>
                  <a:srgbClr val="0000FF"/>
                </a:solidFill>
                <a:latin typeface="Times New Roman" panose="02020603050405020304" pitchFamily="18" charset="0"/>
              </a:rPr>
              <a:t>术语文件（术语知识库）</a:t>
            </a:r>
            <a:r>
              <a:rPr lang="zh-CN" altLang="en-US" sz="2300" b="1">
                <a:solidFill>
                  <a:srgbClr val="000000"/>
                </a:solidFill>
                <a:latin typeface="Times New Roman" panose="02020603050405020304" pitchFamily="18" charset="0"/>
              </a:rPr>
              <a:t>：有</a:t>
            </a:r>
            <a:r>
              <a:rPr lang="en-US" altLang="zh-CN" sz="2300" b="1">
                <a:solidFill>
                  <a:srgbClr val="000000"/>
                </a:solidFill>
                <a:latin typeface="Times New Roman" panose="02020603050405020304" pitchFamily="18" charset="0"/>
              </a:rPr>
              <a:t>400</a:t>
            </a:r>
            <a:r>
              <a:rPr lang="zh-CN" altLang="en-US" sz="2300" b="1">
                <a:solidFill>
                  <a:srgbClr val="000000"/>
                </a:solidFill>
                <a:latin typeface="Times New Roman" panose="02020603050405020304" pitchFamily="18" charset="0"/>
              </a:rPr>
              <a:t>种岩石、地质名字地质年代和在语义网络中用的其他术语。</a:t>
            </a:r>
            <a:endParaRPr lang="zh-CN" altLang="en-US" sz="2300" b="1">
              <a:solidFill>
                <a:srgbClr val="000000"/>
              </a:solidFill>
              <a:latin typeface="Times New Roman" panose="02020603050405020304" pitchFamily="18" charset="0"/>
            </a:endParaRPr>
          </a:p>
          <a:p>
            <a:pPr algn="just" fontAlgn="base">
              <a:lnSpc>
                <a:spcPct val="120000"/>
              </a:lnSpc>
              <a:spcBef>
                <a:spcPct val="20000"/>
              </a:spcBef>
              <a:spcAft>
                <a:spcPct val="0"/>
              </a:spcAft>
              <a:buClr>
                <a:srgbClr val="0000FF"/>
              </a:buClr>
              <a:buSzPct val="50000"/>
              <a:buFont typeface="Wingdings" panose="05000000000000000000" pitchFamily="2" charset="2"/>
              <a:buChar char="l"/>
            </a:pPr>
            <a:r>
              <a:rPr lang="zh-CN" altLang="en-US" sz="2300" b="1">
                <a:solidFill>
                  <a:srgbClr val="000000"/>
                </a:solidFill>
                <a:latin typeface="Times New Roman" panose="02020603050405020304" pitchFamily="18" charset="0"/>
              </a:rPr>
              <a:t> </a:t>
            </a:r>
            <a:r>
              <a:rPr lang="zh-CN" altLang="en-US" sz="2300" b="1">
                <a:solidFill>
                  <a:srgbClr val="0000FF"/>
                </a:solidFill>
                <a:latin typeface="Times New Roman" panose="02020603050405020304" pitchFamily="18" charset="0"/>
              </a:rPr>
              <a:t>分析器</a:t>
            </a:r>
            <a:r>
              <a:rPr lang="zh-CN" altLang="en-US" sz="2300" b="1">
                <a:solidFill>
                  <a:srgbClr val="000000"/>
                </a:solidFill>
                <a:latin typeface="Times New Roman" panose="02020603050405020304" pitchFamily="18" charset="0"/>
              </a:rPr>
              <a:t>：将模型文件转换成系统内部的推理网络。</a:t>
            </a:r>
            <a:endParaRPr lang="zh-CN" altLang="en-US" sz="2300" b="1">
              <a:solidFill>
                <a:srgbClr val="000000"/>
              </a:solidFill>
              <a:latin typeface="Times New Roman" panose="02020603050405020304" pitchFamily="18" charset="0"/>
            </a:endParaRPr>
          </a:p>
          <a:p>
            <a:pPr algn="just" fontAlgn="base">
              <a:lnSpc>
                <a:spcPct val="120000"/>
              </a:lnSpc>
              <a:spcBef>
                <a:spcPct val="20000"/>
              </a:spcBef>
              <a:spcAft>
                <a:spcPct val="0"/>
              </a:spcAft>
              <a:buClr>
                <a:srgbClr val="0000FF"/>
              </a:buClr>
              <a:buSzPct val="50000"/>
              <a:buFont typeface="Wingdings" panose="05000000000000000000" pitchFamily="2" charset="2"/>
              <a:buChar char="l"/>
            </a:pPr>
            <a:r>
              <a:rPr lang="zh-CN" altLang="en-US" sz="2300" b="1">
                <a:solidFill>
                  <a:srgbClr val="000000"/>
                </a:solidFill>
                <a:latin typeface="Times New Roman" panose="02020603050405020304" pitchFamily="18" charset="0"/>
              </a:rPr>
              <a:t> </a:t>
            </a:r>
            <a:r>
              <a:rPr lang="zh-CN" altLang="en-US" sz="2300" b="1">
                <a:solidFill>
                  <a:srgbClr val="0000FF"/>
                </a:solidFill>
                <a:latin typeface="Times New Roman" panose="02020603050405020304" pitchFamily="18" charset="0"/>
              </a:rPr>
              <a:t>推理网络</a:t>
            </a:r>
            <a:r>
              <a:rPr lang="zh-CN" altLang="en-US" sz="2300" b="1">
                <a:solidFill>
                  <a:srgbClr val="000000"/>
                </a:solidFill>
                <a:latin typeface="Times New Roman" panose="02020603050405020304" pitchFamily="18" charset="0"/>
              </a:rPr>
              <a:t>：具有层次结构的与</a:t>
            </a:r>
            <a:r>
              <a:rPr lang="en-US" altLang="zh-CN" sz="2300" b="1">
                <a:solidFill>
                  <a:srgbClr val="000000"/>
                </a:solidFill>
                <a:latin typeface="Times New Roman" panose="02020603050405020304" pitchFamily="18" charset="0"/>
              </a:rPr>
              <a:t>/</a:t>
            </a:r>
            <a:r>
              <a:rPr lang="zh-CN" altLang="en-US" sz="2300" b="1">
                <a:solidFill>
                  <a:srgbClr val="000000"/>
                </a:solidFill>
                <a:latin typeface="Times New Roman" panose="02020603050405020304" pitchFamily="18" charset="0"/>
              </a:rPr>
              <a:t>或树，将勘探数据和有关地质假设联系起来，进行从顶到底的逐级推理，上一级的结论作为下一级的证据，直到结论可由勘探数据直接证实的端结点为止。</a:t>
            </a:r>
            <a:endParaRPr lang="zh-CN" altLang="en-US" sz="2300" b="1">
              <a:solidFill>
                <a:srgbClr val="000000"/>
              </a:solidFill>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34885"/>
                                        </p:tgtEl>
                                        <p:attrNameLst>
                                          <p:attrName>style.visibility</p:attrName>
                                        </p:attrNameLst>
                                      </p:cBhvr>
                                      <p:to>
                                        <p:strVal val="visible"/>
                                      </p:to>
                                    </p:set>
                                    <p:animEffect transition="in" filter="blinds(horizontal)">
                                      <p:cBhvr>
                                        <p:cTn id="7" dur="500"/>
                                        <p:tgtEl>
                                          <p:spTgt spid="6348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885" grpId="0" animBg="1"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0"/>
          </p:nvPr>
        </p:nvSpPr>
        <p:spPr/>
        <p:txBody>
          <a:bodyPr/>
          <a:lstStyle/>
          <a:p>
            <a:pPr fontAlgn="base">
              <a:spcBef>
                <a:spcPct val="0"/>
              </a:spcBef>
              <a:spcAft>
                <a:spcPct val="0"/>
              </a:spcAft>
              <a:defRPr/>
            </a:pPr>
            <a:fld id="{85D83880-150E-49DA-B15A-2934B6F5D3C4}" type="slidenum">
              <a:rPr lang="ja-JP" altLang="en-US">
                <a:latin typeface="Arial" panose="020B0604020202020204"/>
              </a:rPr>
            </a:fld>
            <a:endParaRPr lang="en-US" altLang="ja-JP">
              <a:latin typeface="Arial" panose="020B0604020202020204"/>
            </a:endParaRPr>
          </a:p>
        </p:txBody>
      </p:sp>
      <p:sp>
        <p:nvSpPr>
          <p:cNvPr id="480259"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cs typeface="Times New Roman" panose="02020603050405020304" pitchFamily="18" charset="0"/>
              </a:rPr>
              <a:t>10.8.2  </a:t>
            </a:r>
            <a:r>
              <a:rPr lang="zh-CN" altLang="en-US" sz="4200" b="0">
                <a:latin typeface="Times New Roman" panose="02020603050405020304" pitchFamily="18" charset="0"/>
                <a:ea typeface="黑体" panose="02010609060101010101" pitchFamily="49" charset="-122"/>
                <a:cs typeface="Times New Roman" panose="02020603050405020304" pitchFamily="18" charset="0"/>
              </a:rPr>
              <a:t>地质勘探专家系统──</a:t>
            </a:r>
            <a:r>
              <a:rPr lang="en-US" altLang="zh-CN" sz="4200" b="0">
                <a:latin typeface="Times New Roman" panose="02020603050405020304" pitchFamily="18" charset="0"/>
                <a:ea typeface="黑体" panose="02010609060101010101" pitchFamily="49" charset="-122"/>
                <a:cs typeface="Times New Roman" panose="02020603050405020304" pitchFamily="18" charset="0"/>
              </a:rPr>
              <a:t>PROSPECTOR</a:t>
            </a:r>
            <a:r>
              <a:rPr lang="en-US" altLang="zh-CN" sz="4200">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420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80260" name="Rectangle 3"/>
          <p:cNvSpPr>
            <a:spLocks noGrp="1" noChangeArrowheads="1"/>
          </p:cNvSpPr>
          <p:nvPr>
            <p:ph type="body" idx="1"/>
          </p:nvPr>
        </p:nvSpPr>
        <p:spPr>
          <a:xfrm>
            <a:off x="1797050" y="838201"/>
            <a:ext cx="8642350" cy="5400675"/>
          </a:xfrm>
        </p:spPr>
        <p:txBody>
          <a:bodyPr/>
          <a:lstStyle/>
          <a:p>
            <a:pPr marL="262255" indent="-262255" eaLnBrk="1" hangingPunct="1">
              <a:buNone/>
            </a:pPr>
            <a:r>
              <a:rPr lang="en-US" altLang="zh-CN" sz="2600" b="1">
                <a:solidFill>
                  <a:srgbClr val="000000"/>
                </a:solidFill>
                <a:latin typeface="Times New Roman" panose="02020603050405020304" pitchFamily="18" charset="0"/>
                <a:cs typeface="Times New Roman" panose="02020603050405020304" pitchFamily="18" charset="0"/>
              </a:rPr>
              <a:t>1.  PROSPECTOR</a:t>
            </a:r>
            <a:r>
              <a:rPr lang="zh-CN" altLang="en-US" sz="2600" b="1">
                <a:solidFill>
                  <a:srgbClr val="000000"/>
                </a:solidFill>
                <a:latin typeface="Times New Roman" panose="02020603050405020304" pitchFamily="18" charset="0"/>
              </a:rPr>
              <a:t>系统概述</a:t>
            </a:r>
            <a:endParaRPr lang="zh-CN" altLang="en-US" sz="2600" b="1">
              <a:solidFill>
                <a:srgbClr val="000000"/>
              </a:solidFill>
              <a:latin typeface="Times New Roman" panose="02020603050405020304" pitchFamily="18" charset="0"/>
            </a:endParaRPr>
          </a:p>
          <a:p>
            <a:pPr marL="262255" indent="-262255" eaLnBrk="1" hangingPunct="1">
              <a:buSzPct val="50000"/>
              <a:buFont typeface="Wingdings" panose="05000000000000000000" pitchFamily="2" charset="2"/>
              <a:buChar char="n"/>
            </a:pPr>
            <a:r>
              <a:rPr lang="en-US" altLang="zh-CN" sz="2600" b="1">
                <a:solidFill>
                  <a:srgbClr val="000000"/>
                </a:solidFill>
                <a:latin typeface="Times New Roman" panose="02020603050405020304" pitchFamily="18" charset="0"/>
                <a:cs typeface="Times New Roman" panose="02020603050405020304" pitchFamily="18" charset="0"/>
              </a:rPr>
              <a:t>(1) </a:t>
            </a:r>
            <a:r>
              <a:rPr lang="zh-CN" altLang="en-US" sz="2600" b="1">
                <a:solidFill>
                  <a:srgbClr val="000000"/>
                </a:solidFill>
                <a:latin typeface="Times New Roman" panose="02020603050405020304" pitchFamily="18" charset="0"/>
              </a:rPr>
              <a:t>系统结构</a:t>
            </a:r>
            <a:r>
              <a:rPr lang="zh-CN" altLang="en-US">
                <a:latin typeface="Times New Roman" panose="02020603050405020304" pitchFamily="18" charset="0"/>
              </a:rPr>
              <a:t>  </a:t>
            </a:r>
            <a:endParaRPr lang="zh-CN" altLang="en-US">
              <a:latin typeface="Times New Roman" panose="02020603050405020304" pitchFamily="18" charset="0"/>
            </a:endParaRPr>
          </a:p>
        </p:txBody>
      </p:sp>
      <p:sp>
        <p:nvSpPr>
          <p:cNvPr id="480261" name="Rectangle 4"/>
          <p:cNvSpPr>
            <a:spLocks noChangeArrowheads="1"/>
          </p:cNvSpPr>
          <p:nvPr/>
        </p:nvSpPr>
        <p:spPr bwMode="auto">
          <a:xfrm>
            <a:off x="4591050" y="1814513"/>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635909" name="Text Box 5"/>
          <p:cNvSpPr txBox="1">
            <a:spLocks noChangeArrowheads="1"/>
          </p:cNvSpPr>
          <p:nvPr/>
        </p:nvSpPr>
        <p:spPr bwMode="auto">
          <a:xfrm>
            <a:off x="1828800" y="2230439"/>
            <a:ext cx="8534400" cy="3825875"/>
          </a:xfrm>
          <a:prstGeom prst="rect">
            <a:avLst/>
          </a:prstGeom>
          <a:gradFill rotWithShape="1">
            <a:gsLst>
              <a:gs pos="0">
                <a:srgbClr val="FFFF00"/>
              </a:gs>
              <a:gs pos="100000">
                <a:schemeClr val="bg1"/>
              </a:gs>
            </a:gsLst>
            <a:path path="rect">
              <a:fillToRect l="100000" t="10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lnSpc>
                <a:spcPct val="120000"/>
              </a:lnSpc>
              <a:spcBef>
                <a:spcPct val="20000"/>
              </a:spcBef>
              <a:spcAft>
                <a:spcPct val="0"/>
              </a:spcAft>
              <a:buClr>
                <a:srgbClr val="0000FF"/>
              </a:buClr>
              <a:buSzPct val="50000"/>
              <a:buFont typeface="Wingdings" panose="05000000000000000000" pitchFamily="2" charset="2"/>
              <a:buChar char="l"/>
            </a:pPr>
            <a:r>
              <a:rPr lang="en-US" altLang="zh-CN" sz="2400" b="1">
                <a:solidFill>
                  <a:srgbClr val="000000"/>
                </a:solidFill>
                <a:latin typeface="Times New Roman" panose="02020603050405020304" pitchFamily="18" charset="0"/>
                <a:cs typeface="Times New Roman" panose="02020603050405020304" pitchFamily="18" charset="0"/>
              </a:rPr>
              <a:t> </a:t>
            </a:r>
            <a:r>
              <a:rPr lang="zh-CN" altLang="en-US" sz="2400" b="1">
                <a:solidFill>
                  <a:srgbClr val="0000FF"/>
                </a:solidFill>
                <a:latin typeface="Times New Roman" panose="02020603050405020304" pitchFamily="18" charset="0"/>
              </a:rPr>
              <a:t>匹配器</a:t>
            </a:r>
            <a:r>
              <a:rPr lang="zh-CN" altLang="en-US" sz="2400" b="1">
                <a:solidFill>
                  <a:srgbClr val="000000"/>
                </a:solidFill>
                <a:latin typeface="Times New Roman" panose="02020603050405020304" pitchFamily="18" charset="0"/>
              </a:rPr>
              <a:t>：用于语义网络匹配。</a:t>
            </a:r>
            <a:endParaRPr lang="zh-CN" altLang="en-US" sz="2400" b="1">
              <a:solidFill>
                <a:srgbClr val="000000"/>
              </a:solidFill>
              <a:latin typeface="Times New Roman" panose="02020603050405020304" pitchFamily="18" charset="0"/>
            </a:endParaRPr>
          </a:p>
          <a:p>
            <a:pPr algn="just" fontAlgn="base">
              <a:lnSpc>
                <a:spcPct val="120000"/>
              </a:lnSpc>
              <a:spcBef>
                <a:spcPct val="20000"/>
              </a:spcBef>
              <a:spcAft>
                <a:spcPct val="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rPr>
              <a:t> </a:t>
            </a:r>
            <a:r>
              <a:rPr lang="zh-CN" altLang="en-US" sz="2400" b="1">
                <a:solidFill>
                  <a:srgbClr val="0000FF"/>
                </a:solidFill>
                <a:latin typeface="Times New Roman" panose="02020603050405020304" pitchFamily="18" charset="0"/>
              </a:rPr>
              <a:t>传送器</a:t>
            </a:r>
            <a:r>
              <a:rPr lang="zh-CN" altLang="en-US" sz="2400" b="1">
                <a:solidFill>
                  <a:srgbClr val="000000"/>
                </a:solidFill>
                <a:latin typeface="Times New Roman" panose="02020603050405020304" pitchFamily="18" charset="0"/>
              </a:rPr>
              <a:t>：用于修正推理网络中模型空间状态变化的概率值。</a:t>
            </a:r>
            <a:endParaRPr lang="zh-CN" altLang="en-US" sz="2400" b="1">
              <a:solidFill>
                <a:srgbClr val="000000"/>
              </a:solidFill>
              <a:latin typeface="Times New Roman" panose="02020603050405020304" pitchFamily="18" charset="0"/>
            </a:endParaRPr>
          </a:p>
          <a:p>
            <a:pPr algn="just" fontAlgn="base">
              <a:lnSpc>
                <a:spcPct val="120000"/>
              </a:lnSpc>
              <a:spcBef>
                <a:spcPct val="20000"/>
              </a:spcBef>
              <a:spcAft>
                <a:spcPct val="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rPr>
              <a:t> </a:t>
            </a:r>
            <a:r>
              <a:rPr lang="zh-CN" altLang="en-US" sz="2400" b="1">
                <a:solidFill>
                  <a:srgbClr val="0000FF"/>
                </a:solidFill>
                <a:latin typeface="Times New Roman" panose="02020603050405020304" pitchFamily="18" charset="0"/>
              </a:rPr>
              <a:t>英语分析器</a:t>
            </a:r>
            <a:r>
              <a:rPr lang="zh-CN" altLang="en-US" sz="2400" b="1">
                <a:solidFill>
                  <a:srgbClr val="000000"/>
                </a:solidFill>
                <a:latin typeface="Times New Roman" panose="02020603050405020304" pitchFamily="18" charset="0"/>
              </a:rPr>
              <a:t>：对用户以简单的英语陈述句输入的信息进行分析，并变换到语义网络上。</a:t>
            </a:r>
            <a:endParaRPr lang="zh-CN" altLang="en-US" sz="2400" b="1">
              <a:solidFill>
                <a:srgbClr val="000000"/>
              </a:solidFill>
              <a:latin typeface="Times New Roman" panose="02020603050405020304" pitchFamily="18" charset="0"/>
            </a:endParaRPr>
          </a:p>
          <a:p>
            <a:pPr algn="just" fontAlgn="base">
              <a:lnSpc>
                <a:spcPct val="120000"/>
              </a:lnSpc>
              <a:spcBef>
                <a:spcPct val="20000"/>
              </a:spcBef>
              <a:spcAft>
                <a:spcPct val="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rPr>
              <a:t> </a:t>
            </a:r>
            <a:r>
              <a:rPr lang="zh-CN" altLang="en-US" sz="2400" b="1">
                <a:solidFill>
                  <a:srgbClr val="0000FF"/>
                </a:solidFill>
                <a:latin typeface="Times New Roman" panose="02020603050405020304" pitchFamily="18" charset="0"/>
              </a:rPr>
              <a:t>问答系统</a:t>
            </a:r>
            <a:r>
              <a:rPr lang="zh-CN" altLang="en-US" sz="2400" b="1">
                <a:solidFill>
                  <a:srgbClr val="000000"/>
                </a:solidFill>
                <a:latin typeface="Times New Roman" panose="02020603050405020304" pitchFamily="18" charset="0"/>
              </a:rPr>
              <a:t>：检查推理网络的推理过程及模型的运行情况，用户可以随时对系统进行查询，系统也可以对用户提出问题，要求提供勘探证据。 知识获取系统：获取专家知识，增删、修改推理网络。</a:t>
            </a:r>
            <a:endParaRPr lang="zh-CN" altLang="en-US" sz="2400" b="1">
              <a:solidFill>
                <a:srgbClr val="000000"/>
              </a:solidFill>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35909"/>
                                        </p:tgtEl>
                                        <p:attrNameLst>
                                          <p:attrName>style.visibility</p:attrName>
                                        </p:attrNameLst>
                                      </p:cBhvr>
                                      <p:to>
                                        <p:strVal val="visible"/>
                                      </p:to>
                                    </p:set>
                                    <p:animEffect transition="in" filter="blinds(horizontal)">
                                      <p:cBhvr>
                                        <p:cTn id="7" dur="500"/>
                                        <p:tgtEl>
                                          <p:spTgt spid="6359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909" grpId="0" animBg="1"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0"/>
          </p:nvPr>
        </p:nvSpPr>
        <p:spPr/>
        <p:txBody>
          <a:bodyPr/>
          <a:lstStyle/>
          <a:p>
            <a:pPr fontAlgn="base">
              <a:spcBef>
                <a:spcPct val="0"/>
              </a:spcBef>
              <a:spcAft>
                <a:spcPct val="0"/>
              </a:spcAft>
              <a:defRPr/>
            </a:pPr>
            <a:fld id="{A07E4082-54A3-49ED-9249-3C7B8C67C9AD}" type="slidenum">
              <a:rPr lang="ja-JP" altLang="en-US">
                <a:latin typeface="Arial" panose="020B0604020202020204"/>
              </a:rPr>
            </a:fld>
            <a:endParaRPr lang="en-US" altLang="ja-JP">
              <a:latin typeface="Arial" panose="020B0604020202020204"/>
            </a:endParaRPr>
          </a:p>
        </p:txBody>
      </p:sp>
      <p:sp>
        <p:nvSpPr>
          <p:cNvPr id="481283"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cs typeface="Times New Roman" panose="02020603050405020304" pitchFamily="18" charset="0"/>
              </a:rPr>
              <a:t>10.8.2  </a:t>
            </a:r>
            <a:r>
              <a:rPr lang="zh-CN" altLang="en-US" sz="4200" b="0">
                <a:latin typeface="Times New Roman" panose="02020603050405020304" pitchFamily="18" charset="0"/>
                <a:ea typeface="黑体" panose="02010609060101010101" pitchFamily="49" charset="-122"/>
                <a:cs typeface="Times New Roman" panose="02020603050405020304" pitchFamily="18" charset="0"/>
              </a:rPr>
              <a:t>地质勘探专家系统──</a:t>
            </a:r>
            <a:r>
              <a:rPr lang="en-US" altLang="zh-CN" sz="4200" b="0">
                <a:latin typeface="Times New Roman" panose="02020603050405020304" pitchFamily="18" charset="0"/>
                <a:ea typeface="黑体" panose="02010609060101010101" pitchFamily="49" charset="-122"/>
                <a:cs typeface="Times New Roman" panose="02020603050405020304" pitchFamily="18" charset="0"/>
              </a:rPr>
              <a:t>PROSPECTOR</a:t>
            </a:r>
            <a:r>
              <a:rPr lang="en-US" altLang="zh-CN" sz="4200">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420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81284" name="Rectangle 3"/>
          <p:cNvSpPr>
            <a:spLocks noGrp="1" noChangeArrowheads="1"/>
          </p:cNvSpPr>
          <p:nvPr>
            <p:ph type="body" idx="1"/>
          </p:nvPr>
        </p:nvSpPr>
        <p:spPr>
          <a:xfrm>
            <a:off x="1873250" y="838201"/>
            <a:ext cx="8642350" cy="5400675"/>
          </a:xfrm>
        </p:spPr>
        <p:txBody>
          <a:bodyPr/>
          <a:lstStyle/>
          <a:p>
            <a:pPr marL="262255" indent="-262255" eaLnBrk="1" hangingPunct="1">
              <a:buNone/>
            </a:pPr>
            <a:r>
              <a:rPr lang="en-US" altLang="zh-CN" sz="2600" b="1">
                <a:solidFill>
                  <a:srgbClr val="000000"/>
                </a:solidFill>
                <a:latin typeface="Times New Roman" panose="02020603050405020304" pitchFamily="18" charset="0"/>
                <a:cs typeface="Times New Roman" panose="02020603050405020304" pitchFamily="18" charset="0"/>
              </a:rPr>
              <a:t>1.  PROSPECTOR</a:t>
            </a:r>
            <a:r>
              <a:rPr lang="zh-CN" altLang="en-US" sz="2600" b="1">
                <a:solidFill>
                  <a:srgbClr val="000000"/>
                </a:solidFill>
                <a:latin typeface="Times New Roman" panose="02020603050405020304" pitchFamily="18" charset="0"/>
              </a:rPr>
              <a:t>系统概述</a:t>
            </a:r>
            <a:endParaRPr lang="zh-CN" altLang="en-US" sz="2600" b="1">
              <a:solidFill>
                <a:srgbClr val="000000"/>
              </a:solidFill>
              <a:latin typeface="Times New Roman" panose="02020603050405020304" pitchFamily="18" charset="0"/>
            </a:endParaRPr>
          </a:p>
          <a:p>
            <a:pPr marL="262255" indent="-262255" eaLnBrk="1" hangingPunct="1">
              <a:spcBef>
                <a:spcPct val="0"/>
              </a:spcBef>
              <a:buSzPct val="50000"/>
              <a:buFont typeface="Wingdings" panose="05000000000000000000" pitchFamily="2" charset="2"/>
              <a:buChar char="n"/>
            </a:pPr>
            <a:r>
              <a:rPr lang="zh-CN" altLang="en-US" sz="2600" b="1">
                <a:solidFill>
                  <a:srgbClr val="000000"/>
                </a:solidFill>
                <a:latin typeface="Times New Roman" panose="02020603050405020304" pitchFamily="18" charset="0"/>
                <a:cs typeface="Times New Roman" panose="02020603050405020304" pitchFamily="18" charset="0"/>
              </a:rPr>
              <a:t>（</a:t>
            </a:r>
            <a:r>
              <a:rPr lang="en-US" altLang="zh-CN" sz="2600" b="1">
                <a:solidFill>
                  <a:srgbClr val="000000"/>
                </a:solidFill>
                <a:latin typeface="Times New Roman" panose="02020603050405020304" pitchFamily="18" charset="0"/>
                <a:cs typeface="Times New Roman" panose="02020603050405020304" pitchFamily="18" charset="0"/>
              </a:rPr>
              <a:t>1</a:t>
            </a:r>
            <a:r>
              <a:rPr lang="zh-CN" altLang="en-US" sz="2600" b="1">
                <a:solidFill>
                  <a:srgbClr val="000000"/>
                </a:solidFill>
                <a:latin typeface="Times New Roman" panose="02020603050405020304" pitchFamily="18" charset="0"/>
                <a:cs typeface="Times New Roman" panose="02020603050405020304" pitchFamily="18" charset="0"/>
              </a:rPr>
              <a:t>）</a:t>
            </a:r>
            <a:r>
              <a:rPr lang="zh-CN" altLang="en-US" sz="2600" b="1">
                <a:solidFill>
                  <a:srgbClr val="000000"/>
                </a:solidFill>
                <a:latin typeface="Times New Roman" panose="02020603050405020304" pitchFamily="18" charset="0"/>
              </a:rPr>
              <a:t>系统结构</a:t>
            </a:r>
            <a:r>
              <a:rPr lang="zh-CN" altLang="en-US">
                <a:latin typeface="Times New Roman" panose="02020603050405020304" pitchFamily="18" charset="0"/>
              </a:rPr>
              <a:t>  </a:t>
            </a:r>
            <a:endParaRPr lang="zh-CN" altLang="en-US">
              <a:latin typeface="Times New Roman" panose="02020603050405020304" pitchFamily="18" charset="0"/>
            </a:endParaRPr>
          </a:p>
          <a:p>
            <a:pPr marL="262255" indent="-262255" eaLnBrk="1" hangingPunct="1">
              <a:spcBef>
                <a:spcPct val="0"/>
              </a:spcBef>
              <a:buSzPct val="50000"/>
              <a:buFont typeface="Wingdings" panose="05000000000000000000" pitchFamily="2" charset="2"/>
              <a:buChar char="n"/>
            </a:pPr>
            <a:endParaRPr lang="zh-CN" altLang="en-US">
              <a:latin typeface="Times New Roman" panose="02020603050405020304" pitchFamily="18" charset="0"/>
            </a:endParaRPr>
          </a:p>
          <a:p>
            <a:pPr marL="262255" indent="-262255" eaLnBrk="1" hangingPunct="1">
              <a:spcBef>
                <a:spcPct val="0"/>
              </a:spcBef>
              <a:buSzPct val="50000"/>
              <a:buFont typeface="Wingdings" panose="05000000000000000000" pitchFamily="2" charset="2"/>
              <a:buChar char="n"/>
            </a:pPr>
            <a:endParaRPr lang="zh-CN" altLang="en-US">
              <a:latin typeface="Times New Roman" panose="02020603050405020304" pitchFamily="18" charset="0"/>
            </a:endParaRPr>
          </a:p>
          <a:p>
            <a:pPr marL="262255" indent="-262255" eaLnBrk="1" hangingPunct="1">
              <a:spcBef>
                <a:spcPct val="0"/>
              </a:spcBef>
              <a:buSzPct val="50000"/>
              <a:buFont typeface="Wingdings" panose="05000000000000000000" pitchFamily="2" charset="2"/>
              <a:buChar char="n"/>
            </a:pPr>
            <a:endParaRPr lang="zh-CN" altLang="en-US">
              <a:latin typeface="Times New Roman" panose="02020603050405020304" pitchFamily="18" charset="0"/>
            </a:endParaRPr>
          </a:p>
          <a:p>
            <a:pPr marL="262255" indent="-262255" eaLnBrk="1" hangingPunct="1">
              <a:spcBef>
                <a:spcPct val="0"/>
              </a:spcBef>
              <a:buSzPct val="50000"/>
              <a:buFont typeface="Wingdings" panose="05000000000000000000" pitchFamily="2" charset="2"/>
              <a:buChar char="n"/>
            </a:pPr>
            <a:endParaRPr lang="zh-CN" altLang="en-US">
              <a:latin typeface="Times New Roman" panose="02020603050405020304" pitchFamily="18" charset="0"/>
            </a:endParaRPr>
          </a:p>
          <a:p>
            <a:pPr marL="262255" indent="-262255" eaLnBrk="1" hangingPunct="1">
              <a:spcBef>
                <a:spcPct val="0"/>
              </a:spcBef>
              <a:buSzPct val="50000"/>
              <a:buFont typeface="Wingdings" panose="05000000000000000000" pitchFamily="2" charset="2"/>
              <a:buChar char="n"/>
            </a:pPr>
            <a:endParaRPr lang="zh-CN" altLang="en-US">
              <a:latin typeface="Times New Roman" panose="02020603050405020304" pitchFamily="18" charset="0"/>
            </a:endParaRPr>
          </a:p>
          <a:p>
            <a:pPr marL="262255" indent="-262255" eaLnBrk="1" hangingPunct="1">
              <a:spcBef>
                <a:spcPct val="0"/>
              </a:spcBef>
              <a:buSzPct val="50000"/>
              <a:buFont typeface="Wingdings" panose="05000000000000000000" pitchFamily="2" charset="2"/>
              <a:buChar char="n"/>
            </a:pPr>
            <a:r>
              <a:rPr lang="zh-CN" altLang="en-US" sz="2600" b="1">
                <a:solidFill>
                  <a:srgbClr val="000000"/>
                </a:solidFill>
                <a:latin typeface="Times New Roman" panose="02020603050405020304" pitchFamily="18" charset="0"/>
                <a:cs typeface="Times New Roman" panose="02020603050405020304" pitchFamily="18" charset="0"/>
              </a:rPr>
              <a:t>（</a:t>
            </a:r>
            <a:r>
              <a:rPr lang="en-US" altLang="zh-CN" sz="2600" b="1">
                <a:solidFill>
                  <a:srgbClr val="000000"/>
                </a:solidFill>
                <a:latin typeface="Times New Roman" panose="02020603050405020304" pitchFamily="18" charset="0"/>
                <a:cs typeface="Times New Roman" panose="02020603050405020304" pitchFamily="18" charset="0"/>
              </a:rPr>
              <a:t>2</a:t>
            </a:r>
            <a:r>
              <a:rPr lang="zh-CN" altLang="en-US" sz="2600" b="1">
                <a:solidFill>
                  <a:srgbClr val="000000"/>
                </a:solidFill>
                <a:latin typeface="Times New Roman" panose="02020603050405020304" pitchFamily="18" charset="0"/>
                <a:cs typeface="Times New Roman" panose="02020603050405020304" pitchFamily="18" charset="0"/>
              </a:rPr>
              <a:t>） </a:t>
            </a:r>
            <a:r>
              <a:rPr lang="zh-CN" altLang="en-US" sz="2600" b="1">
                <a:solidFill>
                  <a:srgbClr val="000000"/>
                </a:solidFill>
                <a:latin typeface="Times New Roman" panose="02020603050405020304" pitchFamily="18" charset="0"/>
              </a:rPr>
              <a:t>系统的功能</a:t>
            </a:r>
            <a:endParaRPr lang="zh-CN" altLang="en-US" sz="2600" b="1">
              <a:solidFill>
                <a:srgbClr val="000000"/>
              </a:solidFill>
              <a:latin typeface="Times New Roman" panose="02020603050405020304" pitchFamily="18" charset="0"/>
            </a:endParaRPr>
          </a:p>
        </p:txBody>
      </p:sp>
      <p:sp>
        <p:nvSpPr>
          <p:cNvPr id="481285" name="Rectangle 4"/>
          <p:cNvSpPr>
            <a:spLocks noChangeArrowheads="1"/>
          </p:cNvSpPr>
          <p:nvPr/>
        </p:nvSpPr>
        <p:spPr bwMode="auto">
          <a:xfrm>
            <a:off x="4591050" y="1814513"/>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636933" name="Text Box 5"/>
          <p:cNvSpPr txBox="1">
            <a:spLocks noChangeArrowheads="1"/>
          </p:cNvSpPr>
          <p:nvPr/>
        </p:nvSpPr>
        <p:spPr bwMode="auto">
          <a:xfrm>
            <a:off x="1905000" y="1905000"/>
            <a:ext cx="8534400" cy="2438400"/>
          </a:xfrm>
          <a:prstGeom prst="rect">
            <a:avLst/>
          </a:prstGeom>
          <a:gradFill rotWithShape="1">
            <a:gsLst>
              <a:gs pos="0">
                <a:srgbClr val="FFFF00"/>
              </a:gs>
              <a:gs pos="100000">
                <a:schemeClr val="bg1"/>
              </a:gs>
            </a:gsLst>
            <a:path path="rect">
              <a:fillToRect l="100000" t="10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lnSpc>
                <a:spcPct val="120000"/>
              </a:lnSpc>
              <a:spcBef>
                <a:spcPct val="20000"/>
              </a:spcBef>
              <a:spcAft>
                <a:spcPct val="0"/>
              </a:spcAft>
              <a:buClr>
                <a:srgbClr val="0000FF"/>
              </a:buClr>
              <a:buSzPct val="50000"/>
              <a:buFont typeface="Wingdings" panose="05000000000000000000" pitchFamily="2" charset="2"/>
              <a:buChar char="l"/>
            </a:pPr>
            <a:r>
              <a:rPr lang="en-US" altLang="zh-CN" sz="2400" b="1">
                <a:solidFill>
                  <a:srgbClr val="000000"/>
                </a:solidFill>
                <a:latin typeface="Times New Roman" panose="02020603050405020304" pitchFamily="18" charset="0"/>
                <a:cs typeface="Times New Roman" panose="02020603050405020304" pitchFamily="18" charset="0"/>
              </a:rPr>
              <a:t> </a:t>
            </a:r>
            <a:r>
              <a:rPr lang="en-US" altLang="zh-CN" sz="2400" b="1">
                <a:solidFill>
                  <a:srgbClr val="000000"/>
                </a:solidFill>
                <a:latin typeface="Times New Roman" panose="02020603050405020304" pitchFamily="18" charset="0"/>
              </a:rPr>
              <a:t> </a:t>
            </a:r>
            <a:r>
              <a:rPr lang="zh-CN" altLang="en-US" sz="2400" b="1">
                <a:solidFill>
                  <a:srgbClr val="0000FF"/>
                </a:solidFill>
                <a:latin typeface="Times New Roman" panose="02020603050405020304" pitchFamily="18" charset="0"/>
              </a:rPr>
              <a:t>网络编译程序</a:t>
            </a:r>
            <a:r>
              <a:rPr lang="zh-CN" altLang="en-US" sz="2400" b="1">
                <a:solidFill>
                  <a:srgbClr val="000000"/>
                </a:solidFill>
                <a:latin typeface="Times New Roman" panose="02020603050405020304" pitchFamily="18" charset="0"/>
              </a:rPr>
              <a:t>：通过钻井定位模型，根据推理结果，编制钻井井位选择方案，输出图像信息。</a:t>
            </a:r>
            <a:endParaRPr lang="zh-CN" altLang="en-US" sz="2400" b="1">
              <a:solidFill>
                <a:srgbClr val="000000"/>
              </a:solidFill>
              <a:latin typeface="Times New Roman" panose="02020603050405020304" pitchFamily="18" charset="0"/>
            </a:endParaRPr>
          </a:p>
          <a:p>
            <a:pPr algn="just" fontAlgn="base">
              <a:lnSpc>
                <a:spcPct val="120000"/>
              </a:lnSpc>
              <a:spcBef>
                <a:spcPct val="20000"/>
              </a:spcBef>
              <a:spcAft>
                <a:spcPct val="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rPr>
              <a:t> </a:t>
            </a:r>
            <a:r>
              <a:rPr lang="zh-CN" altLang="en-US" sz="2400" b="1">
                <a:solidFill>
                  <a:srgbClr val="0000FF"/>
                </a:solidFill>
                <a:latin typeface="Times New Roman" panose="02020603050405020304" pitchFamily="18" charset="0"/>
              </a:rPr>
              <a:t>解释系统</a:t>
            </a:r>
            <a:r>
              <a:rPr lang="zh-CN" altLang="en-US" sz="2400" b="1">
                <a:solidFill>
                  <a:srgbClr val="000000"/>
                </a:solidFill>
                <a:latin typeface="Times New Roman" panose="02020603050405020304" pitchFamily="18" charset="0"/>
              </a:rPr>
              <a:t>：对用户解释有关结论和断言的推理过程、步骤和依据。</a:t>
            </a:r>
            <a:endParaRPr lang="zh-CN" altLang="en-US" sz="2400" b="1">
              <a:solidFill>
                <a:srgbClr val="000000"/>
              </a:solidFill>
              <a:latin typeface="Times New Roman" panose="02020603050405020304" pitchFamily="18" charset="0"/>
            </a:endParaRPr>
          </a:p>
          <a:p>
            <a:pPr algn="just" fontAlgn="base">
              <a:lnSpc>
                <a:spcPct val="120000"/>
              </a:lnSpc>
              <a:spcBef>
                <a:spcPct val="20000"/>
              </a:spcBef>
              <a:spcAft>
                <a:spcPct val="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rPr>
              <a:t> </a:t>
            </a:r>
            <a:r>
              <a:rPr lang="zh-CN" altLang="en-US" sz="2400" b="1">
                <a:solidFill>
                  <a:srgbClr val="0000FF"/>
                </a:solidFill>
                <a:latin typeface="Times New Roman" panose="02020603050405020304" pitchFamily="18" charset="0"/>
              </a:rPr>
              <a:t>知识获取系统</a:t>
            </a:r>
            <a:r>
              <a:rPr lang="zh-CN" altLang="en-US" sz="2400" b="1">
                <a:solidFill>
                  <a:srgbClr val="000000"/>
                </a:solidFill>
                <a:latin typeface="Times New Roman" panose="02020603050405020304" pitchFamily="18" charset="0"/>
              </a:rPr>
              <a:t>：获取专家知识，增删、修改推理网络。</a:t>
            </a:r>
            <a:endParaRPr lang="zh-CN" altLang="en-US" sz="2400" b="1">
              <a:solidFill>
                <a:srgbClr val="000000"/>
              </a:solidFill>
              <a:latin typeface="Times New Roman" panose="02020603050405020304" pitchFamily="18" charset="0"/>
            </a:endParaRPr>
          </a:p>
        </p:txBody>
      </p:sp>
      <p:sp>
        <p:nvSpPr>
          <p:cNvPr id="636934" name="Text Box 6"/>
          <p:cNvSpPr txBox="1">
            <a:spLocks noChangeArrowheads="1"/>
          </p:cNvSpPr>
          <p:nvPr/>
        </p:nvSpPr>
        <p:spPr bwMode="auto">
          <a:xfrm>
            <a:off x="1905000" y="4924426"/>
            <a:ext cx="8534400" cy="1781175"/>
          </a:xfrm>
          <a:prstGeom prst="rect">
            <a:avLst/>
          </a:prstGeom>
          <a:gradFill rotWithShape="1">
            <a:gsLst>
              <a:gs pos="0">
                <a:schemeClr val="bg1"/>
              </a:gs>
              <a:gs pos="100000">
                <a:srgbClr val="00FF00"/>
              </a:gs>
            </a:gsLst>
            <a:lin ang="5400000" scaled="1"/>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lnSpc>
                <a:spcPct val="120000"/>
              </a:lnSpc>
              <a:spcBef>
                <a:spcPct val="50000"/>
              </a:spcBef>
              <a:spcAft>
                <a:spcPct val="0"/>
              </a:spcAft>
              <a:buClr>
                <a:srgbClr val="0000FF"/>
              </a:buClr>
              <a:buSzPct val="50000"/>
              <a:buFont typeface="Wingdings" panose="05000000000000000000" pitchFamily="2" charset="2"/>
              <a:buChar char="l"/>
            </a:pPr>
            <a:r>
              <a:rPr lang="en-US" altLang="zh-CN" sz="2400" b="1">
                <a:solidFill>
                  <a:srgbClr val="000000"/>
                </a:solidFill>
                <a:latin typeface="Times New Roman" panose="02020603050405020304" pitchFamily="18" charset="0"/>
                <a:cs typeface="Times New Roman" panose="02020603050405020304" pitchFamily="18" charset="0"/>
              </a:rPr>
              <a:t>  (1)  </a:t>
            </a:r>
            <a:r>
              <a:rPr lang="zh-CN" altLang="en-US" sz="2400" b="1">
                <a:solidFill>
                  <a:srgbClr val="000000"/>
                </a:solidFill>
                <a:latin typeface="宋体" panose="02010600030101010101" pitchFamily="2" charset="-122"/>
              </a:rPr>
              <a:t>勘探结果评价。</a:t>
            </a:r>
            <a:r>
              <a:rPr lang="zh-CN" altLang="en-US" sz="2400" b="1">
                <a:solidFill>
                  <a:srgbClr val="000000"/>
                </a:solidFill>
              </a:rPr>
              <a:t> </a:t>
            </a:r>
            <a:endParaRPr lang="zh-CN" altLang="en-US" sz="2400" b="1">
              <a:solidFill>
                <a:srgbClr val="000000"/>
              </a:solidFill>
            </a:endParaRPr>
          </a:p>
          <a:p>
            <a:pPr algn="just" fontAlgn="base">
              <a:lnSpc>
                <a:spcPct val="120000"/>
              </a:lnSpc>
              <a:spcBef>
                <a:spcPct val="50000"/>
              </a:spcBef>
              <a:spcAft>
                <a:spcPct val="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cs typeface="Times New Roman" panose="02020603050405020304" pitchFamily="18" charset="0"/>
              </a:rPr>
              <a:t>  </a:t>
            </a:r>
            <a:r>
              <a:rPr lang="en-US" altLang="zh-CN" sz="2400" b="1">
                <a:solidFill>
                  <a:srgbClr val="000000"/>
                </a:solidFill>
                <a:latin typeface="Times New Roman" panose="02020603050405020304" pitchFamily="18" charset="0"/>
                <a:cs typeface="Times New Roman" panose="02020603050405020304" pitchFamily="18" charset="0"/>
              </a:rPr>
              <a:t>(2)  </a:t>
            </a:r>
            <a:r>
              <a:rPr lang="zh-CN" altLang="en-US" sz="2400" b="1">
                <a:solidFill>
                  <a:srgbClr val="000000"/>
                </a:solidFill>
                <a:latin typeface="宋体" panose="02010600030101010101" pitchFamily="2" charset="-122"/>
              </a:rPr>
              <a:t>矿区勘探评测。</a:t>
            </a:r>
            <a:r>
              <a:rPr lang="zh-CN" altLang="en-US" sz="2400" b="1">
                <a:solidFill>
                  <a:srgbClr val="000000"/>
                </a:solidFill>
              </a:rPr>
              <a:t> </a:t>
            </a:r>
            <a:endParaRPr lang="zh-CN" altLang="en-US" sz="2400" b="1">
              <a:solidFill>
                <a:srgbClr val="000000"/>
              </a:solidFill>
            </a:endParaRPr>
          </a:p>
          <a:p>
            <a:pPr algn="just" fontAlgn="base">
              <a:lnSpc>
                <a:spcPct val="120000"/>
              </a:lnSpc>
              <a:spcBef>
                <a:spcPct val="50000"/>
              </a:spcBef>
              <a:spcAft>
                <a:spcPct val="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cs typeface="Times New Roman" panose="02020603050405020304" pitchFamily="18" charset="0"/>
              </a:rPr>
              <a:t>  </a:t>
            </a:r>
            <a:r>
              <a:rPr lang="en-US" altLang="zh-CN" sz="2400" b="1">
                <a:solidFill>
                  <a:srgbClr val="000000"/>
                </a:solidFill>
                <a:latin typeface="Times New Roman" panose="02020603050405020304" pitchFamily="18" charset="0"/>
                <a:cs typeface="Times New Roman" panose="02020603050405020304" pitchFamily="18" charset="0"/>
              </a:rPr>
              <a:t>(3)  </a:t>
            </a:r>
            <a:r>
              <a:rPr lang="zh-CN" altLang="en-US" sz="2400" b="1">
                <a:solidFill>
                  <a:srgbClr val="000000"/>
                </a:solidFill>
                <a:latin typeface="宋体" panose="02010600030101010101" pitchFamily="2" charset="-122"/>
              </a:rPr>
              <a:t>编制井位计划。</a:t>
            </a:r>
            <a:r>
              <a:rPr lang="zh-CN" altLang="en-US" sz="2400">
                <a:solidFill>
                  <a:srgbClr val="000000"/>
                </a:solidFill>
              </a:rPr>
              <a:t> </a:t>
            </a:r>
            <a:endParaRPr lang="zh-CN" altLang="en-US" sz="2400">
              <a:solidFill>
                <a:srgbClr val="000000"/>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36933"/>
                                        </p:tgtEl>
                                        <p:attrNameLst>
                                          <p:attrName>style.visibility</p:attrName>
                                        </p:attrNameLst>
                                      </p:cBhvr>
                                      <p:to>
                                        <p:strVal val="visible"/>
                                      </p:to>
                                    </p:set>
                                    <p:animEffect transition="in" filter="blinds(horizontal)">
                                      <p:cBhvr>
                                        <p:cTn id="7" dur="500"/>
                                        <p:tgtEl>
                                          <p:spTgt spid="63693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36934"/>
                                        </p:tgtEl>
                                        <p:attrNameLst>
                                          <p:attrName>style.visibility</p:attrName>
                                        </p:attrNameLst>
                                      </p:cBhvr>
                                      <p:to>
                                        <p:strVal val="visible"/>
                                      </p:to>
                                    </p:set>
                                    <p:animEffect transition="in" filter="blinds(horizontal)">
                                      <p:cBhvr>
                                        <p:cTn id="12" dur="500"/>
                                        <p:tgtEl>
                                          <p:spTgt spid="6369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6933" grpId="0" animBg="1" autoUpdateAnimBg="0"/>
      <p:bldP spid="636934" grpId="0" animBg="1"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0"/>
          </p:nvPr>
        </p:nvSpPr>
        <p:spPr/>
        <p:txBody>
          <a:bodyPr/>
          <a:lstStyle/>
          <a:p>
            <a:pPr fontAlgn="base">
              <a:spcBef>
                <a:spcPct val="0"/>
              </a:spcBef>
              <a:spcAft>
                <a:spcPct val="0"/>
              </a:spcAft>
              <a:defRPr/>
            </a:pPr>
            <a:fld id="{5B95726C-FCC2-48D3-944E-0FAE367DD99E}" type="slidenum">
              <a:rPr lang="ja-JP" altLang="en-US">
                <a:latin typeface="Arial" panose="020B0604020202020204"/>
              </a:rPr>
            </a:fld>
            <a:endParaRPr lang="en-US" altLang="ja-JP">
              <a:latin typeface="Arial" panose="020B0604020202020204"/>
            </a:endParaRPr>
          </a:p>
        </p:txBody>
      </p:sp>
      <p:sp>
        <p:nvSpPr>
          <p:cNvPr id="482307"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cs typeface="Times New Roman" panose="02020603050405020304" pitchFamily="18" charset="0"/>
              </a:rPr>
              <a:t>10.8.2  </a:t>
            </a:r>
            <a:r>
              <a:rPr lang="zh-CN" altLang="en-US" sz="4200" b="0">
                <a:latin typeface="Times New Roman" panose="02020603050405020304" pitchFamily="18" charset="0"/>
                <a:ea typeface="黑体" panose="02010609060101010101" pitchFamily="49" charset="-122"/>
                <a:cs typeface="Times New Roman" panose="02020603050405020304" pitchFamily="18" charset="0"/>
              </a:rPr>
              <a:t>地质勘探专家系统──</a:t>
            </a:r>
            <a:r>
              <a:rPr lang="en-US" altLang="zh-CN" sz="4200" b="0">
                <a:latin typeface="Times New Roman" panose="02020603050405020304" pitchFamily="18" charset="0"/>
                <a:ea typeface="黑体" panose="02010609060101010101" pitchFamily="49" charset="-122"/>
                <a:cs typeface="Times New Roman" panose="02020603050405020304" pitchFamily="18" charset="0"/>
              </a:rPr>
              <a:t>PROSPECTOR</a:t>
            </a:r>
            <a:r>
              <a:rPr lang="en-US" altLang="zh-CN" sz="4200">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420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82308"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b="1">
                <a:solidFill>
                  <a:srgbClr val="000000"/>
                </a:solidFill>
                <a:latin typeface="Times New Roman" panose="02020603050405020304" pitchFamily="18" charset="0"/>
                <a:cs typeface="Times New Roman" panose="02020603050405020304" pitchFamily="18" charset="0"/>
              </a:rPr>
              <a:t> 2.  </a:t>
            </a:r>
            <a:r>
              <a:rPr lang="zh-CN" altLang="en-US" b="1">
                <a:solidFill>
                  <a:srgbClr val="000000"/>
                </a:solidFill>
                <a:latin typeface="Times New Roman" panose="02020603050405020304" pitchFamily="18" charset="0"/>
              </a:rPr>
              <a:t>推理网络</a:t>
            </a:r>
            <a:r>
              <a:rPr lang="zh-CN" altLang="en-US">
                <a:solidFill>
                  <a:srgbClr val="000000"/>
                </a:solidFill>
                <a:latin typeface="Times New Roman" panose="02020603050405020304" pitchFamily="18" charset="0"/>
              </a:rPr>
              <a:t> </a:t>
            </a:r>
            <a:endParaRPr lang="zh-CN" altLang="en-US">
              <a:solidFill>
                <a:srgbClr val="000000"/>
              </a:solidFill>
              <a:latin typeface="Times New Roman" panose="02020603050405020304" pitchFamily="18" charset="0"/>
            </a:endParaRPr>
          </a:p>
        </p:txBody>
      </p:sp>
      <p:sp>
        <p:nvSpPr>
          <p:cNvPr id="482309" name="Rectangle 4"/>
          <p:cNvSpPr>
            <a:spLocks noChangeArrowheads="1"/>
          </p:cNvSpPr>
          <p:nvPr/>
        </p:nvSpPr>
        <p:spPr bwMode="auto">
          <a:xfrm>
            <a:off x="4591050" y="1814513"/>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637957" name="Text Box 5"/>
          <p:cNvSpPr txBox="1">
            <a:spLocks noChangeArrowheads="1"/>
          </p:cNvSpPr>
          <p:nvPr/>
        </p:nvSpPr>
        <p:spPr bwMode="auto">
          <a:xfrm>
            <a:off x="1905000" y="1765300"/>
            <a:ext cx="8382000" cy="929742"/>
          </a:xfrm>
          <a:prstGeom prst="rect">
            <a:avLst/>
          </a:prstGeom>
          <a:gradFill rotWithShape="1">
            <a:gsLst>
              <a:gs pos="0">
                <a:srgbClr val="00FFFF"/>
              </a:gs>
              <a:gs pos="100000">
                <a:schemeClr val="bg1"/>
              </a:gs>
            </a:gsLst>
            <a:path path="shape">
              <a:fillToRect l="50000" t="50000" r="50000" b="5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lnSpc>
                <a:spcPct val="120000"/>
              </a:lnSpc>
              <a:spcBef>
                <a:spcPct val="50000"/>
              </a:spcBef>
              <a:spcAft>
                <a:spcPct val="0"/>
              </a:spcAft>
              <a:buClr>
                <a:srgbClr val="CC0000"/>
              </a:buClr>
              <a:buFont typeface="Wingdings" panose="05000000000000000000" pitchFamily="2" charset="2"/>
              <a:buChar char="§"/>
            </a:pPr>
            <a:r>
              <a:rPr lang="en-US" altLang="zh-CN" sz="2400">
                <a:solidFill>
                  <a:srgbClr val="000000"/>
                </a:solidFill>
                <a:latin typeface="宋体" panose="02010600030101010101" pitchFamily="2" charset="-122"/>
              </a:rPr>
              <a:t> </a:t>
            </a:r>
            <a:r>
              <a:rPr lang="zh-CN" altLang="en-US" sz="2400" b="1">
                <a:solidFill>
                  <a:srgbClr val="000000"/>
                </a:solidFill>
                <a:latin typeface="宋体" panose="02010600030101010101" pitchFamily="2" charset="-122"/>
              </a:rPr>
              <a:t>推理网络</a:t>
            </a:r>
            <a:r>
              <a:rPr lang="en-US" altLang="zh-CN" sz="2400" b="1">
                <a:solidFill>
                  <a:srgbClr val="000000"/>
                </a:solidFill>
                <a:latin typeface="宋体" panose="02010600030101010101" pitchFamily="2" charset="-122"/>
              </a:rPr>
              <a:t>:</a:t>
            </a:r>
            <a:r>
              <a:rPr lang="zh-CN" altLang="en-US" sz="2400" b="1">
                <a:solidFill>
                  <a:srgbClr val="000000"/>
                </a:solidFill>
                <a:latin typeface="宋体" panose="02010600030101010101" pitchFamily="2" charset="-122"/>
              </a:rPr>
              <a:t>一个矿床模型经编码而成的网络，把探区证据和一些重要地质假设连接成一个有向图。</a:t>
            </a:r>
            <a:r>
              <a:rPr lang="zh-CN" altLang="en-US" sz="2400" b="1">
                <a:solidFill>
                  <a:srgbClr val="000000"/>
                </a:solidFill>
              </a:rPr>
              <a:t> </a:t>
            </a:r>
            <a:endParaRPr lang="zh-CN" altLang="en-US" sz="2400" b="1">
              <a:solidFill>
                <a:srgbClr val="000000"/>
              </a:solidFill>
            </a:endParaRPr>
          </a:p>
        </p:txBody>
      </p:sp>
      <p:sp>
        <p:nvSpPr>
          <p:cNvPr id="637958" name="Text Box 6"/>
          <p:cNvSpPr txBox="1">
            <a:spLocks noChangeArrowheads="1"/>
          </p:cNvSpPr>
          <p:nvPr/>
        </p:nvSpPr>
        <p:spPr bwMode="auto">
          <a:xfrm>
            <a:off x="1905000" y="3184526"/>
            <a:ext cx="8382000" cy="3004605"/>
          </a:xfrm>
          <a:prstGeom prst="rect">
            <a:avLst/>
          </a:prstGeom>
          <a:gradFill rotWithShape="1">
            <a:gsLst>
              <a:gs pos="0">
                <a:srgbClr val="00FFFF"/>
              </a:gs>
              <a:gs pos="100000">
                <a:schemeClr val="bg1"/>
              </a:gs>
            </a:gsLst>
            <a:path path="rect">
              <a:fillToRect l="100000" t="10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lnSpc>
                <a:spcPct val="120000"/>
              </a:lnSpc>
              <a:spcBef>
                <a:spcPct val="20000"/>
              </a:spcBef>
              <a:spcAft>
                <a:spcPct val="0"/>
              </a:spcAft>
              <a:buClr>
                <a:srgbClr val="CC0000"/>
              </a:buClr>
              <a:buFont typeface="Wingdings" panose="05000000000000000000" pitchFamily="2" charset="2"/>
              <a:buChar char="§"/>
            </a:pPr>
            <a:r>
              <a:rPr lang="en-US" altLang="zh-CN" sz="2400" b="1">
                <a:solidFill>
                  <a:srgbClr val="000000"/>
                </a:solidFill>
                <a:latin typeface="Times New Roman" panose="02020603050405020304" pitchFamily="18" charset="0"/>
              </a:rPr>
              <a:t>  </a:t>
            </a:r>
            <a:r>
              <a:rPr lang="zh-CN" altLang="en-US" sz="2400" b="1">
                <a:solidFill>
                  <a:srgbClr val="000000"/>
                </a:solidFill>
                <a:latin typeface="Times New Roman" panose="02020603050405020304" pitchFamily="18" charset="0"/>
              </a:rPr>
              <a:t>推理方法</a:t>
            </a:r>
            <a:r>
              <a:rPr lang="en-US" altLang="zh-CN" sz="2400" b="1">
                <a:solidFill>
                  <a:srgbClr val="000000"/>
                </a:solidFill>
                <a:latin typeface="Times New Roman" panose="02020603050405020304" pitchFamily="18" charset="0"/>
              </a:rPr>
              <a:t>:</a:t>
            </a:r>
            <a:endParaRPr lang="en-US" altLang="zh-CN" sz="2400" b="1">
              <a:solidFill>
                <a:srgbClr val="000000"/>
              </a:solidFill>
              <a:latin typeface="Times New Roman" panose="02020603050405020304" pitchFamily="18" charset="0"/>
            </a:endParaRPr>
          </a:p>
          <a:p>
            <a:pPr algn="just" fontAlgn="base">
              <a:lnSpc>
                <a:spcPct val="120000"/>
              </a:lnSpc>
              <a:spcBef>
                <a:spcPct val="20000"/>
              </a:spcBef>
              <a:spcAft>
                <a:spcPct val="0"/>
              </a:spcAft>
              <a:buClr>
                <a:srgbClr val="0000FF"/>
              </a:buClr>
              <a:buSzPct val="50000"/>
              <a:buFont typeface="Wingdings" panose="05000000000000000000" pitchFamily="2" charset="2"/>
              <a:buChar char="l"/>
            </a:pPr>
            <a:r>
              <a:rPr lang="en-US" altLang="zh-CN" sz="2400" b="1">
                <a:solidFill>
                  <a:srgbClr val="000000"/>
                </a:solidFill>
                <a:latin typeface="Times New Roman" panose="02020603050405020304" pitchFamily="18" charset="0"/>
              </a:rPr>
              <a:t> (1)  </a:t>
            </a:r>
            <a:r>
              <a:rPr lang="zh-CN" altLang="en-US" sz="2400" b="1">
                <a:solidFill>
                  <a:srgbClr val="000000"/>
                </a:solidFill>
                <a:latin typeface="Times New Roman" panose="02020603050405020304" pitchFamily="18" charset="0"/>
              </a:rPr>
              <a:t>似然推理：根据</a:t>
            </a:r>
            <a:r>
              <a:rPr lang="en-US" altLang="zh-CN" sz="2400" b="1">
                <a:solidFill>
                  <a:srgbClr val="000000"/>
                </a:solidFill>
                <a:latin typeface="Times New Roman" panose="02020603050405020304" pitchFamily="18" charset="0"/>
              </a:rPr>
              <a:t>Bayes</a:t>
            </a:r>
            <a:r>
              <a:rPr lang="zh-CN" altLang="en-US" sz="2400" b="1">
                <a:solidFill>
                  <a:srgbClr val="000000"/>
                </a:solidFill>
                <a:latin typeface="Times New Roman" panose="02020603050405020304" pitchFamily="18" charset="0"/>
              </a:rPr>
              <a:t>原理的概率关系进行推理，用“似</a:t>
            </a:r>
            <a:endParaRPr lang="zh-CN" altLang="en-US" sz="2400" b="1">
              <a:solidFill>
                <a:srgbClr val="000000"/>
              </a:solidFill>
              <a:latin typeface="Times New Roman" panose="02020603050405020304" pitchFamily="18" charset="0"/>
            </a:endParaRPr>
          </a:p>
          <a:p>
            <a:pPr algn="just" fontAlgn="base">
              <a:lnSpc>
                <a:spcPct val="120000"/>
              </a:lnSpc>
              <a:spcBef>
                <a:spcPct val="20000"/>
              </a:spcBef>
              <a:spcAft>
                <a:spcPct val="0"/>
              </a:spcAft>
              <a:buClr>
                <a:srgbClr val="0000FF"/>
              </a:buClr>
              <a:buSzPct val="50000"/>
            </a:pPr>
            <a:r>
              <a:rPr lang="zh-CN" altLang="en-US" sz="2400" b="1">
                <a:solidFill>
                  <a:srgbClr val="000000"/>
                </a:solidFill>
                <a:latin typeface="Times New Roman" panose="02020603050405020304" pitchFamily="18" charset="0"/>
              </a:rPr>
              <a:t>         然率”表示规则的强度</a:t>
            </a:r>
            <a:r>
              <a:rPr lang="zh-CN" altLang="en-US" sz="2400">
                <a:solidFill>
                  <a:srgbClr val="000000"/>
                </a:solidFill>
                <a:latin typeface="Times New Roman" panose="02020603050405020304" pitchFamily="18" charset="0"/>
              </a:rPr>
              <a:t>。</a:t>
            </a:r>
            <a:endParaRPr lang="zh-CN" altLang="en-US" sz="2400" b="1">
              <a:solidFill>
                <a:srgbClr val="000000"/>
              </a:solidFill>
              <a:latin typeface="Times New Roman" panose="02020603050405020304" pitchFamily="18" charset="0"/>
            </a:endParaRPr>
          </a:p>
          <a:p>
            <a:pPr algn="just" fontAlgn="base">
              <a:lnSpc>
                <a:spcPct val="120000"/>
              </a:lnSpc>
              <a:spcBef>
                <a:spcPct val="20000"/>
              </a:spcBef>
              <a:spcAft>
                <a:spcPct val="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rPr>
              <a:t> </a:t>
            </a:r>
            <a:r>
              <a:rPr lang="en-US" altLang="zh-CN" sz="2400" b="1">
                <a:solidFill>
                  <a:srgbClr val="000000"/>
                </a:solidFill>
                <a:latin typeface="Times New Roman" panose="02020603050405020304" pitchFamily="18" charset="0"/>
              </a:rPr>
              <a:t>(2)  </a:t>
            </a:r>
            <a:r>
              <a:rPr lang="zh-CN" altLang="en-US" sz="2400" b="1">
                <a:solidFill>
                  <a:srgbClr val="000000"/>
                </a:solidFill>
                <a:latin typeface="Times New Roman" panose="02020603050405020304" pitchFamily="18" charset="0"/>
              </a:rPr>
              <a:t>逻辑推理：基于布尔逻辑关系的推理 。</a:t>
            </a:r>
            <a:endParaRPr lang="zh-CN" altLang="en-US" sz="2400" b="1">
              <a:solidFill>
                <a:srgbClr val="000000"/>
              </a:solidFill>
              <a:latin typeface="Times New Roman" panose="02020603050405020304" pitchFamily="18" charset="0"/>
            </a:endParaRPr>
          </a:p>
          <a:p>
            <a:pPr algn="just" fontAlgn="base">
              <a:lnSpc>
                <a:spcPct val="120000"/>
              </a:lnSpc>
              <a:spcBef>
                <a:spcPct val="20000"/>
              </a:spcBef>
              <a:spcAft>
                <a:spcPct val="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rPr>
              <a:t> </a:t>
            </a:r>
            <a:r>
              <a:rPr lang="en-US" altLang="zh-CN" sz="2400" b="1">
                <a:solidFill>
                  <a:srgbClr val="000000"/>
                </a:solidFill>
                <a:latin typeface="Times New Roman" panose="02020603050405020304" pitchFamily="18" charset="0"/>
              </a:rPr>
              <a:t>(3) </a:t>
            </a:r>
            <a:r>
              <a:rPr lang="zh-CN" altLang="en-US" sz="2400" b="1">
                <a:solidFill>
                  <a:srgbClr val="000000"/>
                </a:solidFill>
                <a:latin typeface="Times New Roman" panose="02020603050405020304" pitchFamily="18" charset="0"/>
              </a:rPr>
              <a:t>上、下文推理：基于上、下文语义关系的推理。</a:t>
            </a:r>
            <a:r>
              <a:rPr lang="zh-CN" altLang="en-US" sz="2400">
                <a:solidFill>
                  <a:srgbClr val="000000"/>
                </a:solidFill>
                <a:latin typeface="宋体" panose="02010600030101010101" pitchFamily="2" charset="-122"/>
              </a:rPr>
              <a:t> </a:t>
            </a:r>
            <a:endParaRPr lang="zh-CN" altLang="en-US" sz="2400">
              <a:solidFill>
                <a:srgbClr val="000000"/>
              </a:solidFill>
              <a:latin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37957"/>
                                        </p:tgtEl>
                                        <p:attrNameLst>
                                          <p:attrName>style.visibility</p:attrName>
                                        </p:attrNameLst>
                                      </p:cBhvr>
                                      <p:to>
                                        <p:strVal val="visible"/>
                                      </p:to>
                                    </p:set>
                                    <p:animEffect transition="in" filter="box(in)">
                                      <p:cBhvr>
                                        <p:cTn id="7" dur="500"/>
                                        <p:tgtEl>
                                          <p:spTgt spid="63795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37958"/>
                                        </p:tgtEl>
                                        <p:attrNameLst>
                                          <p:attrName>style.visibility</p:attrName>
                                        </p:attrNameLst>
                                      </p:cBhvr>
                                      <p:to>
                                        <p:strVal val="visible"/>
                                      </p:to>
                                    </p:set>
                                    <p:animEffect transition="in" filter="box(in)">
                                      <p:cBhvr>
                                        <p:cTn id="12" dur="500"/>
                                        <p:tgtEl>
                                          <p:spTgt spid="6379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7957" grpId="0" animBg="1" autoUpdateAnimBg="0"/>
      <p:bldP spid="637958" grpId="0" animBg="1"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fontAlgn="base">
              <a:spcBef>
                <a:spcPct val="0"/>
              </a:spcBef>
              <a:spcAft>
                <a:spcPct val="0"/>
              </a:spcAft>
              <a:defRPr/>
            </a:pPr>
            <a:fld id="{884D332A-32A4-4E86-B496-1B884BC1465F}" type="slidenum">
              <a:rPr lang="ja-JP" altLang="en-US">
                <a:latin typeface="Arial" panose="020B0604020202020204"/>
              </a:rPr>
            </a:fld>
            <a:endParaRPr lang="en-US" altLang="ja-JP">
              <a:latin typeface="Arial" panose="020B0604020202020204"/>
            </a:endParaRPr>
          </a:p>
        </p:txBody>
      </p:sp>
      <p:sp>
        <p:nvSpPr>
          <p:cNvPr id="483331" name="Rectangle 2"/>
          <p:cNvSpPr>
            <a:spLocks noGrp="1" noChangeArrowheads="1"/>
          </p:cNvSpPr>
          <p:nvPr>
            <p:ph type="title"/>
          </p:nvPr>
        </p:nvSpPr>
        <p:spPr/>
        <p:txBody>
          <a:bodyPr/>
          <a:lstStyle/>
          <a:p>
            <a:pPr eaLnBrk="1" hangingPunct="1"/>
            <a:r>
              <a:rPr lang="zh-CN" altLang="en-US" sz="4200" b="0">
                <a:latin typeface="Times New Roman" panose="02020603050405020304" pitchFamily="18" charset="0"/>
                <a:ea typeface="黑体" panose="02010609060101010101" pitchFamily="49" charset="-122"/>
              </a:rPr>
              <a:t>第</a:t>
            </a:r>
            <a:r>
              <a:rPr lang="en-US" altLang="zh-CN" sz="4200" b="0">
                <a:latin typeface="Times New Roman" panose="02020603050405020304" pitchFamily="18" charset="0"/>
                <a:ea typeface="黑体" panose="02010609060101010101" pitchFamily="49" charset="-122"/>
              </a:rPr>
              <a:t>10</a:t>
            </a:r>
            <a:r>
              <a:rPr lang="zh-CN" altLang="en-US" sz="4200" b="0">
                <a:latin typeface="Times New Roman" panose="02020603050405020304" pitchFamily="18" charset="0"/>
                <a:ea typeface="黑体" panose="02010609060101010101" pitchFamily="49" charset="-122"/>
              </a:rPr>
              <a:t>章  专家系统与机器学习</a:t>
            </a:r>
            <a:endParaRPr lang="zh-CN" altLang="en-US" sz="4200" b="0">
              <a:latin typeface="Times New Roman" panose="02020603050405020304" pitchFamily="18" charset="0"/>
              <a:ea typeface="黑体" panose="02010609060101010101" pitchFamily="49" charset="-122"/>
            </a:endParaRPr>
          </a:p>
        </p:txBody>
      </p:sp>
      <p:sp>
        <p:nvSpPr>
          <p:cNvPr id="483332" name="Rectangle 3"/>
          <p:cNvSpPr>
            <a:spLocks noGrp="1" noChangeArrowheads="1"/>
          </p:cNvSpPr>
          <p:nvPr>
            <p:ph type="body" idx="1"/>
          </p:nvPr>
        </p:nvSpPr>
        <p:spPr>
          <a:xfrm>
            <a:off x="2057400" y="1076326"/>
            <a:ext cx="8642350" cy="5400675"/>
          </a:xfrm>
        </p:spPr>
        <p:txBody>
          <a:bodyPr/>
          <a:lstStyle/>
          <a:p>
            <a:pPr eaLnBrk="1" hangingPunct="1">
              <a:lnSpc>
                <a:spcPct val="110000"/>
              </a:lnSpc>
              <a:spcBef>
                <a:spcPct val="30000"/>
              </a:spcBef>
            </a:pPr>
            <a:r>
              <a:rPr lang="en-US" altLang="zh-CN" b="1">
                <a:latin typeface="Times New Roman" panose="02020603050405020304" pitchFamily="18" charset="0"/>
              </a:rPr>
              <a:t>10.1  </a:t>
            </a:r>
            <a:r>
              <a:rPr lang="zh-CN" altLang="en-US" b="1">
                <a:latin typeface="Times New Roman" panose="02020603050405020304" pitchFamily="18" charset="0"/>
              </a:rPr>
              <a:t>专家系统的产生和发展 </a:t>
            </a:r>
            <a:endParaRPr lang="zh-CN" altLang="en-US" b="1">
              <a:latin typeface="Times New Roman" panose="02020603050405020304" pitchFamily="18" charset="0"/>
            </a:endParaRPr>
          </a:p>
          <a:p>
            <a:pPr eaLnBrk="1" hangingPunct="1">
              <a:lnSpc>
                <a:spcPct val="110000"/>
              </a:lnSpc>
              <a:spcBef>
                <a:spcPct val="30000"/>
              </a:spcBef>
            </a:pPr>
            <a:r>
              <a:rPr lang="en-US" altLang="zh-CN" b="1">
                <a:latin typeface="Times New Roman" panose="02020603050405020304" pitchFamily="18" charset="0"/>
              </a:rPr>
              <a:t>10.2  </a:t>
            </a:r>
            <a:r>
              <a:rPr lang="zh-CN" altLang="en-US" b="1">
                <a:latin typeface="Times New Roman" panose="02020603050405020304" pitchFamily="18" charset="0"/>
              </a:rPr>
              <a:t>专家系统的概念 </a:t>
            </a:r>
            <a:endParaRPr lang="zh-CN" altLang="en-US" b="1">
              <a:latin typeface="Times New Roman" panose="02020603050405020304" pitchFamily="18" charset="0"/>
            </a:endParaRPr>
          </a:p>
          <a:p>
            <a:pPr eaLnBrk="1" hangingPunct="1">
              <a:lnSpc>
                <a:spcPct val="110000"/>
              </a:lnSpc>
              <a:spcBef>
                <a:spcPct val="30000"/>
              </a:spcBef>
            </a:pPr>
            <a:r>
              <a:rPr lang="en-US" altLang="zh-CN" b="1">
                <a:latin typeface="Times New Roman" panose="02020603050405020304" pitchFamily="18" charset="0"/>
              </a:rPr>
              <a:t>10.3  </a:t>
            </a:r>
            <a:r>
              <a:rPr lang="zh-CN" altLang="en-US" b="1">
                <a:latin typeface="Times New Roman" panose="02020603050405020304" pitchFamily="18" charset="0"/>
              </a:rPr>
              <a:t>专家系统的工作原理</a:t>
            </a:r>
            <a:endParaRPr lang="zh-CN" altLang="en-US" b="1">
              <a:latin typeface="Times New Roman" panose="02020603050405020304" pitchFamily="18" charset="0"/>
            </a:endParaRPr>
          </a:p>
          <a:p>
            <a:pPr eaLnBrk="1" hangingPunct="1">
              <a:lnSpc>
                <a:spcPct val="110000"/>
              </a:lnSpc>
              <a:spcBef>
                <a:spcPct val="30000"/>
              </a:spcBef>
            </a:pPr>
            <a:r>
              <a:rPr lang="en-US" altLang="zh-CN" b="1">
                <a:latin typeface="Times New Roman" panose="02020603050405020304" pitchFamily="18" charset="0"/>
              </a:rPr>
              <a:t>10.4  </a:t>
            </a:r>
            <a:r>
              <a:rPr lang="zh-CN" altLang="en-US" b="1">
                <a:latin typeface="Times New Roman" panose="02020603050405020304" pitchFamily="18" charset="0"/>
              </a:rPr>
              <a:t>知识获取的主要过程与模式</a:t>
            </a:r>
            <a:endParaRPr lang="zh-CN" altLang="en-US" b="1">
              <a:latin typeface="Times New Roman" panose="02020603050405020304" pitchFamily="18" charset="0"/>
            </a:endParaRPr>
          </a:p>
          <a:p>
            <a:pPr eaLnBrk="1" hangingPunct="1">
              <a:lnSpc>
                <a:spcPct val="110000"/>
              </a:lnSpc>
              <a:spcBef>
                <a:spcPct val="30000"/>
              </a:spcBef>
            </a:pPr>
            <a:r>
              <a:rPr lang="en-US" altLang="zh-CN" b="1">
                <a:latin typeface="Times New Roman" panose="02020603050405020304" pitchFamily="18" charset="0"/>
              </a:rPr>
              <a:t>10.5  </a:t>
            </a:r>
            <a:r>
              <a:rPr lang="zh-CN" altLang="en-US" b="1">
                <a:latin typeface="Times New Roman" panose="02020603050405020304" pitchFamily="18" charset="0"/>
              </a:rPr>
              <a:t>机器学习</a:t>
            </a:r>
            <a:endParaRPr lang="zh-CN" altLang="en-US" b="1">
              <a:latin typeface="Times New Roman" panose="02020603050405020304" pitchFamily="18" charset="0"/>
            </a:endParaRPr>
          </a:p>
          <a:p>
            <a:pPr eaLnBrk="1" hangingPunct="1">
              <a:lnSpc>
                <a:spcPct val="110000"/>
              </a:lnSpc>
              <a:spcBef>
                <a:spcPct val="30000"/>
              </a:spcBef>
            </a:pPr>
            <a:r>
              <a:rPr lang="en-US" altLang="zh-CN" b="1">
                <a:latin typeface="Times New Roman" panose="02020603050405020304" pitchFamily="18" charset="0"/>
              </a:rPr>
              <a:t>10.6  </a:t>
            </a:r>
            <a:r>
              <a:rPr lang="zh-CN" altLang="en-US" b="1">
                <a:latin typeface="Times New Roman" panose="02020603050405020304" pitchFamily="18" charset="0"/>
              </a:rPr>
              <a:t>知识发现与数据挖掘</a:t>
            </a:r>
            <a:endParaRPr lang="zh-CN" altLang="en-US" b="1">
              <a:latin typeface="Times New Roman" panose="02020603050405020304" pitchFamily="18" charset="0"/>
            </a:endParaRPr>
          </a:p>
          <a:p>
            <a:pPr eaLnBrk="1" hangingPunct="1">
              <a:lnSpc>
                <a:spcPct val="110000"/>
              </a:lnSpc>
              <a:spcBef>
                <a:spcPct val="30000"/>
              </a:spcBef>
            </a:pPr>
            <a:r>
              <a:rPr lang="en-US" altLang="zh-CN" b="1">
                <a:latin typeface="Times New Roman" panose="02020603050405020304" pitchFamily="18" charset="0"/>
              </a:rPr>
              <a:t>10.7  </a:t>
            </a:r>
            <a:r>
              <a:rPr lang="zh-CN" altLang="en-US" b="1">
                <a:latin typeface="Times New Roman" panose="02020603050405020304" pitchFamily="18" charset="0"/>
              </a:rPr>
              <a:t>专家系统的建立</a:t>
            </a:r>
            <a:endParaRPr lang="zh-CN" altLang="en-US" b="1">
              <a:latin typeface="Times New Roman" panose="02020603050405020304" pitchFamily="18" charset="0"/>
            </a:endParaRPr>
          </a:p>
          <a:p>
            <a:pPr eaLnBrk="1" hangingPunct="1">
              <a:lnSpc>
                <a:spcPct val="110000"/>
              </a:lnSpc>
              <a:spcBef>
                <a:spcPct val="30000"/>
              </a:spcBef>
            </a:pPr>
            <a:r>
              <a:rPr lang="en-US" altLang="zh-CN" b="1">
                <a:latin typeface="Times New Roman" panose="02020603050405020304" pitchFamily="18" charset="0"/>
              </a:rPr>
              <a:t>10.8  </a:t>
            </a:r>
            <a:r>
              <a:rPr lang="zh-CN" altLang="en-US" b="1">
                <a:latin typeface="Times New Roman" panose="02020603050405020304" pitchFamily="18" charset="0"/>
              </a:rPr>
              <a:t>专家系统实例</a:t>
            </a:r>
            <a:endParaRPr lang="zh-CN" altLang="en-US" b="1">
              <a:latin typeface="Times New Roman" panose="02020603050405020304" pitchFamily="18" charset="0"/>
            </a:endParaRPr>
          </a:p>
          <a:p>
            <a:pPr eaLnBrk="1" hangingPunct="1">
              <a:lnSpc>
                <a:spcPct val="110000"/>
              </a:lnSpc>
              <a:spcBef>
                <a:spcPct val="30000"/>
              </a:spcBef>
              <a:buClr>
                <a:srgbClr val="0000FF"/>
              </a:buClr>
              <a:buSzPct val="150000"/>
              <a:buFont typeface="Wingdings" panose="05000000000000000000" pitchFamily="2" charset="2"/>
              <a:buChar char="ü"/>
            </a:pPr>
            <a:r>
              <a:rPr lang="en-US" altLang="zh-CN" b="1">
                <a:solidFill>
                  <a:srgbClr val="0000FF"/>
                </a:solidFill>
                <a:latin typeface="Times New Roman" panose="02020603050405020304" pitchFamily="18" charset="0"/>
              </a:rPr>
              <a:t>10.9  </a:t>
            </a:r>
            <a:r>
              <a:rPr lang="zh-CN" altLang="en-US" b="1">
                <a:solidFill>
                  <a:srgbClr val="0000FF"/>
                </a:solidFill>
                <a:latin typeface="Times New Roman" panose="02020603050405020304" pitchFamily="18" charset="0"/>
              </a:rPr>
              <a:t>专家系统的开发工具</a:t>
            </a:r>
            <a:endParaRPr lang="zh-CN" altLang="en-US" b="1">
              <a:solidFill>
                <a:srgbClr val="0000FF"/>
              </a:solidFill>
              <a:latin typeface="Times New Roman" panose="02020603050405020304" pitchFamily="18" charset="0"/>
            </a:endParaRPr>
          </a:p>
        </p:txBody>
      </p:sp>
    </p:spTree>
  </p:cSld>
  <p:clrMapOvr>
    <a:masterClrMapping/>
  </p:clrMapOvr>
  <p:transition>
    <p:random/>
  </p:transition>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4C5FA0E0-9267-4388-A3A9-EC76EFD8827F}" type="slidenum">
              <a:rPr lang="ja-JP" altLang="en-US">
                <a:latin typeface="Arial" panose="020B0604020202020204"/>
              </a:rPr>
            </a:fld>
            <a:endParaRPr lang="en-US" altLang="ja-JP">
              <a:latin typeface="Arial" panose="020B0604020202020204"/>
            </a:endParaRPr>
          </a:p>
        </p:txBody>
      </p:sp>
      <p:sp>
        <p:nvSpPr>
          <p:cNvPr id="484355" name="Rectangle 2"/>
          <p:cNvSpPr>
            <a:spLocks noGrp="1" noChangeArrowheads="1"/>
          </p:cNvSpPr>
          <p:nvPr>
            <p:ph type="title"/>
          </p:nvPr>
        </p:nvSpPr>
        <p:spPr/>
        <p:txBody>
          <a:bodyPr/>
          <a:lstStyle/>
          <a:p>
            <a:pPr eaLnBrk="1" hangingPunct="1"/>
            <a:endParaRPr lang="zh-CN" altLang="zh-CN">
              <a:latin typeface="Times New Roman" panose="02020603050405020304" pitchFamily="18" charset="0"/>
            </a:endParaRPr>
          </a:p>
        </p:txBody>
      </p:sp>
      <p:sp>
        <p:nvSpPr>
          <p:cNvPr id="640003" name="Rectangle 3"/>
          <p:cNvSpPr>
            <a:spLocks noGrp="1" noChangeArrowheads="1"/>
          </p:cNvSpPr>
          <p:nvPr>
            <p:ph type="body" idx="1"/>
          </p:nvPr>
        </p:nvSpPr>
        <p:spPr>
          <a:xfrm>
            <a:off x="2057400" y="1076326"/>
            <a:ext cx="8642350" cy="5400675"/>
          </a:xfrm>
        </p:spPr>
        <p:txBody>
          <a:bodyPr/>
          <a:lstStyle/>
          <a:p>
            <a:pPr eaLnBrk="1" hangingPunct="1">
              <a:spcBef>
                <a:spcPct val="30000"/>
              </a:spcBef>
              <a:buSzPct val="60000"/>
              <a:buFont typeface="Wingdings" panose="05000000000000000000" pitchFamily="2" charset="2"/>
              <a:buBlip>
                <a:blip r:embed="rId1"/>
              </a:buBlip>
            </a:pPr>
            <a:r>
              <a:rPr lang="en-US" altLang="zh-CN" b="1">
                <a:solidFill>
                  <a:srgbClr val="000000"/>
                </a:solidFill>
                <a:latin typeface="Times New Roman" panose="02020603050405020304" pitchFamily="18" charset="0"/>
                <a:cs typeface="Times New Roman" panose="02020603050405020304" pitchFamily="18" charset="0"/>
              </a:rPr>
              <a:t>10.9.1  </a:t>
            </a:r>
            <a:r>
              <a:rPr lang="zh-CN" altLang="en-US" b="1">
                <a:solidFill>
                  <a:srgbClr val="000000"/>
                </a:solidFill>
                <a:latin typeface="Times New Roman" panose="02020603050405020304" pitchFamily="18" charset="0"/>
              </a:rPr>
              <a:t>骨架系统</a:t>
            </a:r>
            <a:r>
              <a:rPr lang="zh-CN" altLang="en-US">
                <a:latin typeface="Times New Roman" panose="02020603050405020304" pitchFamily="18" charset="0"/>
              </a:rPr>
              <a:t> </a:t>
            </a:r>
            <a:endParaRPr lang="zh-CN" altLang="en-US">
              <a:latin typeface="Times New Roman" panose="02020603050405020304" pitchFamily="18" charset="0"/>
            </a:endParaRPr>
          </a:p>
          <a:p>
            <a:pPr eaLnBrk="1" hangingPunct="1">
              <a:spcBef>
                <a:spcPct val="30000"/>
              </a:spcBef>
              <a:buSzPct val="60000"/>
              <a:buFont typeface="Wingdings" panose="05000000000000000000" pitchFamily="2" charset="2"/>
              <a:buBlip>
                <a:blip r:embed="rId1"/>
              </a:buBlip>
            </a:pPr>
            <a:r>
              <a:rPr lang="en-US" altLang="zh-CN" b="1">
                <a:solidFill>
                  <a:srgbClr val="000000"/>
                </a:solidFill>
                <a:latin typeface="Times New Roman" panose="02020603050405020304" pitchFamily="18" charset="0"/>
                <a:cs typeface="Times New Roman" panose="02020603050405020304" pitchFamily="18" charset="0"/>
              </a:rPr>
              <a:t>10.9.2  </a:t>
            </a:r>
            <a:r>
              <a:rPr lang="zh-CN" altLang="en-US" b="1">
                <a:solidFill>
                  <a:srgbClr val="000000"/>
                </a:solidFill>
                <a:latin typeface="Times New Roman" panose="02020603050405020304" pitchFamily="18" charset="0"/>
              </a:rPr>
              <a:t>通用型知识表达语言</a:t>
            </a:r>
            <a:r>
              <a:rPr lang="zh-CN" altLang="en-US">
                <a:latin typeface="Times New Roman" panose="02020603050405020304" pitchFamily="18" charset="0"/>
              </a:rPr>
              <a:t> </a:t>
            </a:r>
            <a:endParaRPr lang="zh-CN" altLang="en-US">
              <a:latin typeface="Times New Roman" panose="02020603050405020304" pitchFamily="18" charset="0"/>
            </a:endParaRPr>
          </a:p>
          <a:p>
            <a:pPr eaLnBrk="1" hangingPunct="1">
              <a:spcBef>
                <a:spcPct val="30000"/>
              </a:spcBef>
              <a:buSzPct val="60000"/>
              <a:buFont typeface="Wingdings" panose="05000000000000000000" pitchFamily="2" charset="2"/>
              <a:buBlip>
                <a:blip r:embed="rId1"/>
              </a:buBlip>
            </a:pPr>
            <a:r>
              <a:rPr lang="en-US" altLang="zh-CN" b="1">
                <a:solidFill>
                  <a:srgbClr val="000000"/>
                </a:solidFill>
                <a:latin typeface="Times New Roman" panose="02020603050405020304" pitchFamily="18" charset="0"/>
                <a:cs typeface="Times New Roman" panose="02020603050405020304" pitchFamily="18" charset="0"/>
              </a:rPr>
              <a:t>10.9.3  </a:t>
            </a:r>
            <a:r>
              <a:rPr lang="zh-CN" altLang="en-US" b="1">
                <a:solidFill>
                  <a:srgbClr val="000000"/>
                </a:solidFill>
                <a:latin typeface="Times New Roman" panose="02020603050405020304" pitchFamily="18" charset="0"/>
              </a:rPr>
              <a:t>专家系统开发环境</a:t>
            </a:r>
            <a:r>
              <a:rPr lang="zh-CN" altLang="en-US">
                <a:latin typeface="Times New Roman" panose="02020603050405020304" pitchFamily="18" charset="0"/>
              </a:rPr>
              <a:t> </a:t>
            </a:r>
            <a:endParaRPr lang="zh-CN" altLang="en-US">
              <a:latin typeface="Times New Roman" panose="02020603050405020304" pitchFamily="18" charset="0"/>
            </a:endParaRPr>
          </a:p>
          <a:p>
            <a:pPr eaLnBrk="1" hangingPunct="1">
              <a:spcBef>
                <a:spcPct val="30000"/>
              </a:spcBef>
              <a:buSzPct val="60000"/>
              <a:buFont typeface="Wingdings" panose="05000000000000000000" pitchFamily="2" charset="2"/>
              <a:buBlip>
                <a:blip r:embed="rId1"/>
              </a:buBlip>
            </a:pPr>
            <a:r>
              <a:rPr lang="en-US" altLang="zh-CN" b="1">
                <a:solidFill>
                  <a:srgbClr val="000000"/>
                </a:solidFill>
                <a:latin typeface="Times New Roman" panose="02020603050405020304" pitchFamily="18" charset="0"/>
                <a:cs typeface="Times New Roman" panose="02020603050405020304" pitchFamily="18" charset="0"/>
              </a:rPr>
              <a:t>10.9.4  </a:t>
            </a:r>
            <a:r>
              <a:rPr lang="zh-CN" altLang="en-US" b="1">
                <a:solidFill>
                  <a:srgbClr val="000000"/>
                </a:solidFill>
                <a:latin typeface="Times New Roman" panose="02020603050405020304" pitchFamily="18" charset="0"/>
              </a:rPr>
              <a:t>专家系统程序设计语言</a:t>
            </a:r>
            <a:endParaRPr lang="zh-CN" altLang="en-US">
              <a:latin typeface="Times New Roman" panose="02020603050405020304" pitchFamily="18" charset="0"/>
            </a:endParaRPr>
          </a:p>
          <a:p>
            <a:pPr eaLnBrk="1" hangingPunct="1">
              <a:spcBef>
                <a:spcPct val="30000"/>
              </a:spcBef>
              <a:buSzPct val="60000"/>
              <a:buFont typeface="Wingdings" panose="05000000000000000000" pitchFamily="2" charset="2"/>
              <a:buBlip>
                <a:blip r:embed="rId1"/>
              </a:buBlip>
            </a:pPr>
            <a:endParaRPr lang="en-US" altLang="zh-CN">
              <a:latin typeface="Times New Roman" panose="02020603050405020304" pitchFamily="18" charset="0"/>
            </a:endParaRPr>
          </a:p>
        </p:txBody>
      </p:sp>
      <p:sp>
        <p:nvSpPr>
          <p:cNvPr id="484357" name="Rectangle 4"/>
          <p:cNvSpPr>
            <a:spLocks noChangeArrowheads="1"/>
          </p:cNvSpPr>
          <p:nvPr/>
        </p:nvSpPr>
        <p:spPr bwMode="auto">
          <a:xfrm>
            <a:off x="1524000" y="1"/>
            <a:ext cx="9144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530">
              <a:defRPr>
                <a:solidFill>
                  <a:schemeClr val="tx1"/>
                </a:solidFill>
                <a:latin typeface="Verdana" panose="020B0604030504040204" pitchFamily="34" charset="0"/>
                <a:ea typeface="宋体" panose="02010600030101010101" pitchFamily="2" charset="-122"/>
              </a:defRPr>
            </a:lvl1pPr>
            <a:lvl2pPr indent="176530">
              <a:defRPr>
                <a:solidFill>
                  <a:schemeClr val="tx1"/>
                </a:solidFill>
                <a:latin typeface="Verdana" panose="020B0604030504040204" pitchFamily="34" charset="0"/>
                <a:ea typeface="宋体" panose="02010600030101010101" pitchFamily="2" charset="-122"/>
              </a:defRPr>
            </a:lvl2pPr>
            <a:lvl3pPr indent="176530">
              <a:defRPr>
                <a:solidFill>
                  <a:schemeClr val="tx1"/>
                </a:solidFill>
                <a:latin typeface="Verdana" panose="020B0604030504040204" pitchFamily="34" charset="0"/>
                <a:ea typeface="宋体" panose="02010600030101010101" pitchFamily="2" charset="-122"/>
              </a:defRPr>
            </a:lvl3pPr>
            <a:lvl4pPr indent="176530">
              <a:defRPr>
                <a:solidFill>
                  <a:schemeClr val="tx1"/>
                </a:solidFill>
                <a:latin typeface="Verdana" panose="020B0604030504040204" pitchFamily="34" charset="0"/>
                <a:ea typeface="宋体" panose="02010600030101010101" pitchFamily="2" charset="-122"/>
              </a:defRPr>
            </a:lvl4pPr>
            <a:lvl5pPr indent="176530">
              <a:defRPr>
                <a:solidFill>
                  <a:schemeClr val="tx1"/>
                </a:solidFill>
                <a:latin typeface="Verdana" panose="020B0604030504040204" pitchFamily="34" charset="0"/>
                <a:ea typeface="宋体" panose="02010600030101010101" pitchFamily="2" charset="-122"/>
              </a:defRPr>
            </a:lvl5pPr>
            <a:lvl6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60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10.9  </a:t>
            </a:r>
            <a:r>
              <a:rPr lang="zh-CN" altLang="en-US" sz="360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专家系统的开发工具</a:t>
            </a:r>
            <a:r>
              <a:rPr lang="zh-CN" altLang="en-US" sz="3200">
                <a:solidFill>
                  <a:srgbClr val="FFFFFF"/>
                </a:solidFill>
                <a:latin typeface="Arial" panose="020B0604020202020204" pitchFamily="34" charset="0"/>
                <a:ea typeface="黑体" panose="02010609060101010101" pitchFamily="49" charset="-122"/>
                <a:cs typeface="Times New Roman" panose="02020603050405020304" pitchFamily="18" charset="0"/>
              </a:rPr>
              <a:t> </a:t>
            </a:r>
            <a:endParaRPr lang="zh-CN" altLang="en-US" sz="3200">
              <a:solidFill>
                <a:srgbClr val="FFFFFF"/>
              </a:solidFill>
              <a:latin typeface="Arial" panose="020B0604020202020204" pitchFamily="34" charset="0"/>
              <a:ea typeface="黑体" panose="02010609060101010101" pitchFamily="49" charset="-122"/>
              <a:cs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40003">
                                            <p:txEl>
                                              <p:pRg st="0" end="0"/>
                                            </p:txEl>
                                          </p:spTgt>
                                        </p:tgtEl>
                                        <p:attrNameLst>
                                          <p:attrName>style.visibility</p:attrName>
                                        </p:attrNameLst>
                                      </p:cBhvr>
                                      <p:to>
                                        <p:strVal val="visible"/>
                                      </p:to>
                                    </p:set>
                                    <p:anim calcmode="lin" valueType="num">
                                      <p:cBhvr additive="base">
                                        <p:cTn id="7" dur="500" fill="hold"/>
                                        <p:tgtEl>
                                          <p:spTgt spid="64000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40003">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640003">
                                            <p:txEl>
                                              <p:pRg st="1" end="1"/>
                                            </p:txEl>
                                          </p:spTgt>
                                        </p:tgtEl>
                                        <p:attrNameLst>
                                          <p:attrName>style.visibility</p:attrName>
                                        </p:attrNameLst>
                                      </p:cBhvr>
                                      <p:to>
                                        <p:strVal val="visible"/>
                                      </p:to>
                                    </p:set>
                                    <p:anim calcmode="lin" valueType="num">
                                      <p:cBhvr additive="base">
                                        <p:cTn id="12" dur="500" fill="hold"/>
                                        <p:tgtEl>
                                          <p:spTgt spid="640003">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640003">
                                            <p:txEl>
                                              <p:pRg st="1" end="1"/>
                                            </p:txEl>
                                          </p:spTgt>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640003">
                                            <p:txEl>
                                              <p:pRg st="2" end="2"/>
                                            </p:txEl>
                                          </p:spTgt>
                                        </p:tgtEl>
                                        <p:attrNameLst>
                                          <p:attrName>style.visibility</p:attrName>
                                        </p:attrNameLst>
                                      </p:cBhvr>
                                      <p:to>
                                        <p:strVal val="visible"/>
                                      </p:to>
                                    </p:set>
                                    <p:anim calcmode="lin" valueType="num">
                                      <p:cBhvr additive="base">
                                        <p:cTn id="17" dur="500" fill="hold"/>
                                        <p:tgtEl>
                                          <p:spTgt spid="640003">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640003">
                                            <p:txEl>
                                              <p:pRg st="2" end="2"/>
                                            </p:txEl>
                                          </p:spTgt>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640003">
                                            <p:txEl>
                                              <p:pRg st="3" end="3"/>
                                            </p:txEl>
                                          </p:spTgt>
                                        </p:tgtEl>
                                        <p:attrNameLst>
                                          <p:attrName>style.visibility</p:attrName>
                                        </p:attrNameLst>
                                      </p:cBhvr>
                                      <p:to>
                                        <p:strVal val="visible"/>
                                      </p:to>
                                    </p:set>
                                    <p:anim calcmode="lin" valueType="num">
                                      <p:cBhvr additive="base">
                                        <p:cTn id="22" dur="500" fill="hold"/>
                                        <p:tgtEl>
                                          <p:spTgt spid="640003">
                                            <p:txEl>
                                              <p:pRg st="3" end="3"/>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64000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0003" grpId="0" advAuto="0" autoUpdateAnimBg="0" build="p"/>
    </p:bldLst>
  </p:timing>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FCF4CBA1-099A-4493-AD89-B25B2626B253}" type="slidenum">
              <a:rPr lang="ja-JP" altLang="en-US">
                <a:latin typeface="Arial" panose="020B0604020202020204"/>
              </a:rPr>
            </a:fld>
            <a:endParaRPr lang="en-US" altLang="ja-JP">
              <a:latin typeface="Arial" panose="020B0604020202020204"/>
            </a:endParaRPr>
          </a:p>
        </p:txBody>
      </p:sp>
      <p:sp>
        <p:nvSpPr>
          <p:cNvPr id="485379" name="Rectangle 2"/>
          <p:cNvSpPr>
            <a:spLocks noGrp="1" noChangeArrowheads="1"/>
          </p:cNvSpPr>
          <p:nvPr>
            <p:ph type="title"/>
          </p:nvPr>
        </p:nvSpPr>
        <p:spPr/>
        <p:txBody>
          <a:bodyPr/>
          <a:lstStyle/>
          <a:p>
            <a:pPr eaLnBrk="1" hangingPunct="1"/>
            <a:endParaRPr lang="zh-CN" altLang="zh-CN">
              <a:latin typeface="Times New Roman" panose="02020603050405020304" pitchFamily="18" charset="0"/>
            </a:endParaRPr>
          </a:p>
        </p:txBody>
      </p:sp>
      <p:sp>
        <p:nvSpPr>
          <p:cNvPr id="485380" name="Rectangle 3"/>
          <p:cNvSpPr>
            <a:spLocks noGrp="1" noChangeArrowheads="1"/>
          </p:cNvSpPr>
          <p:nvPr>
            <p:ph type="body" idx="1"/>
          </p:nvPr>
        </p:nvSpPr>
        <p:spPr>
          <a:xfrm>
            <a:off x="2101850" y="1076326"/>
            <a:ext cx="8642350" cy="5400675"/>
          </a:xfrm>
        </p:spPr>
        <p:txBody>
          <a:bodyPr/>
          <a:lstStyle/>
          <a:p>
            <a:pPr eaLnBrk="1" hangingPunct="1">
              <a:spcBef>
                <a:spcPct val="30000"/>
              </a:spcBef>
              <a:buSzPct val="60000"/>
              <a:buFont typeface="Wingdings" panose="05000000000000000000" pitchFamily="2" charset="2"/>
              <a:buBlip>
                <a:blip r:embed="rId1"/>
              </a:buBlip>
            </a:pPr>
            <a:r>
              <a:rPr lang="en-US" altLang="zh-CN" b="1">
                <a:solidFill>
                  <a:srgbClr val="0000FF"/>
                </a:solidFill>
                <a:latin typeface="Times New Roman" panose="02020603050405020304" pitchFamily="18" charset="0"/>
                <a:cs typeface="Times New Roman" panose="02020603050405020304" pitchFamily="18" charset="0"/>
              </a:rPr>
              <a:t>10.9.1  </a:t>
            </a:r>
            <a:r>
              <a:rPr lang="zh-CN" altLang="en-US" b="1">
                <a:solidFill>
                  <a:srgbClr val="0000FF"/>
                </a:solidFill>
                <a:latin typeface="Times New Roman" panose="02020603050405020304" pitchFamily="18" charset="0"/>
              </a:rPr>
              <a:t>骨架系统</a:t>
            </a:r>
            <a:r>
              <a:rPr lang="zh-CN" altLang="en-US">
                <a:latin typeface="Times New Roman" panose="02020603050405020304" pitchFamily="18" charset="0"/>
              </a:rPr>
              <a:t> </a:t>
            </a:r>
            <a:endParaRPr lang="zh-CN" altLang="en-US">
              <a:latin typeface="Times New Roman" panose="02020603050405020304" pitchFamily="18" charset="0"/>
            </a:endParaRPr>
          </a:p>
          <a:p>
            <a:pPr eaLnBrk="1" hangingPunct="1">
              <a:spcBef>
                <a:spcPct val="30000"/>
              </a:spcBef>
              <a:buSzPct val="60000"/>
              <a:buFont typeface="Wingdings" panose="05000000000000000000" pitchFamily="2" charset="2"/>
              <a:buBlip>
                <a:blip r:embed="rId1"/>
              </a:buBlip>
            </a:pPr>
            <a:r>
              <a:rPr lang="en-US" altLang="zh-CN" b="1">
                <a:solidFill>
                  <a:srgbClr val="000000"/>
                </a:solidFill>
                <a:latin typeface="Times New Roman" panose="02020603050405020304" pitchFamily="18" charset="0"/>
                <a:cs typeface="Times New Roman" panose="02020603050405020304" pitchFamily="18" charset="0"/>
              </a:rPr>
              <a:t>10.9.2  </a:t>
            </a:r>
            <a:r>
              <a:rPr lang="zh-CN" altLang="en-US" b="1">
                <a:solidFill>
                  <a:srgbClr val="000000"/>
                </a:solidFill>
                <a:latin typeface="Times New Roman" panose="02020603050405020304" pitchFamily="18" charset="0"/>
              </a:rPr>
              <a:t>通用型知识表达语言</a:t>
            </a:r>
            <a:r>
              <a:rPr lang="zh-CN" altLang="en-US">
                <a:latin typeface="Times New Roman" panose="02020603050405020304" pitchFamily="18" charset="0"/>
              </a:rPr>
              <a:t> </a:t>
            </a:r>
            <a:endParaRPr lang="zh-CN" altLang="en-US">
              <a:latin typeface="Times New Roman" panose="02020603050405020304" pitchFamily="18" charset="0"/>
            </a:endParaRPr>
          </a:p>
          <a:p>
            <a:pPr eaLnBrk="1" hangingPunct="1">
              <a:spcBef>
                <a:spcPct val="30000"/>
              </a:spcBef>
              <a:buSzPct val="60000"/>
              <a:buFont typeface="Wingdings" panose="05000000000000000000" pitchFamily="2" charset="2"/>
              <a:buBlip>
                <a:blip r:embed="rId1"/>
              </a:buBlip>
            </a:pPr>
            <a:r>
              <a:rPr lang="en-US" altLang="zh-CN" b="1">
                <a:solidFill>
                  <a:srgbClr val="000000"/>
                </a:solidFill>
                <a:latin typeface="Times New Roman" panose="02020603050405020304" pitchFamily="18" charset="0"/>
                <a:cs typeface="Times New Roman" panose="02020603050405020304" pitchFamily="18" charset="0"/>
              </a:rPr>
              <a:t>10.9.3  </a:t>
            </a:r>
            <a:r>
              <a:rPr lang="zh-CN" altLang="en-US" b="1">
                <a:solidFill>
                  <a:srgbClr val="000000"/>
                </a:solidFill>
                <a:latin typeface="Times New Roman" panose="02020603050405020304" pitchFamily="18" charset="0"/>
              </a:rPr>
              <a:t>专家系统开发环境</a:t>
            </a:r>
            <a:r>
              <a:rPr lang="zh-CN" altLang="en-US">
                <a:latin typeface="Times New Roman" panose="02020603050405020304" pitchFamily="18" charset="0"/>
              </a:rPr>
              <a:t> </a:t>
            </a:r>
            <a:endParaRPr lang="zh-CN" altLang="en-US">
              <a:latin typeface="Times New Roman" panose="02020603050405020304" pitchFamily="18" charset="0"/>
            </a:endParaRPr>
          </a:p>
          <a:p>
            <a:pPr eaLnBrk="1" hangingPunct="1">
              <a:spcBef>
                <a:spcPct val="30000"/>
              </a:spcBef>
              <a:buSzPct val="60000"/>
              <a:buFont typeface="Wingdings" panose="05000000000000000000" pitchFamily="2" charset="2"/>
              <a:buBlip>
                <a:blip r:embed="rId1"/>
              </a:buBlip>
            </a:pPr>
            <a:r>
              <a:rPr lang="en-US" altLang="zh-CN" b="1">
                <a:solidFill>
                  <a:srgbClr val="000000"/>
                </a:solidFill>
                <a:latin typeface="Times New Roman" panose="02020603050405020304" pitchFamily="18" charset="0"/>
                <a:cs typeface="Times New Roman" panose="02020603050405020304" pitchFamily="18" charset="0"/>
              </a:rPr>
              <a:t>10.9.4  </a:t>
            </a:r>
            <a:r>
              <a:rPr lang="zh-CN" altLang="en-US" b="1">
                <a:solidFill>
                  <a:srgbClr val="000000"/>
                </a:solidFill>
                <a:latin typeface="Times New Roman" panose="02020603050405020304" pitchFamily="18" charset="0"/>
              </a:rPr>
              <a:t>专家系统程序设计语言</a:t>
            </a:r>
            <a:endParaRPr lang="zh-CN" altLang="en-US">
              <a:latin typeface="Times New Roman" panose="02020603050405020304" pitchFamily="18" charset="0"/>
            </a:endParaRPr>
          </a:p>
          <a:p>
            <a:pPr eaLnBrk="1" hangingPunct="1">
              <a:spcBef>
                <a:spcPct val="30000"/>
              </a:spcBef>
              <a:buSzPct val="60000"/>
              <a:buFont typeface="Wingdings" panose="05000000000000000000" pitchFamily="2" charset="2"/>
              <a:buBlip>
                <a:blip r:embed="rId1"/>
              </a:buBlip>
            </a:pPr>
            <a:endParaRPr lang="en-US" altLang="zh-CN">
              <a:latin typeface="Times New Roman" panose="02020603050405020304" pitchFamily="18" charset="0"/>
            </a:endParaRPr>
          </a:p>
        </p:txBody>
      </p:sp>
      <p:sp>
        <p:nvSpPr>
          <p:cNvPr id="485381" name="Rectangle 4"/>
          <p:cNvSpPr>
            <a:spLocks noChangeArrowheads="1"/>
          </p:cNvSpPr>
          <p:nvPr/>
        </p:nvSpPr>
        <p:spPr bwMode="auto">
          <a:xfrm>
            <a:off x="1524000" y="1"/>
            <a:ext cx="9144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530">
              <a:defRPr>
                <a:solidFill>
                  <a:schemeClr val="tx1"/>
                </a:solidFill>
                <a:latin typeface="Verdana" panose="020B0604030504040204" pitchFamily="34" charset="0"/>
                <a:ea typeface="宋体" panose="02010600030101010101" pitchFamily="2" charset="-122"/>
              </a:defRPr>
            </a:lvl1pPr>
            <a:lvl2pPr indent="176530">
              <a:defRPr>
                <a:solidFill>
                  <a:schemeClr val="tx1"/>
                </a:solidFill>
                <a:latin typeface="Verdana" panose="020B0604030504040204" pitchFamily="34" charset="0"/>
                <a:ea typeface="宋体" panose="02010600030101010101" pitchFamily="2" charset="-122"/>
              </a:defRPr>
            </a:lvl2pPr>
            <a:lvl3pPr indent="176530">
              <a:defRPr>
                <a:solidFill>
                  <a:schemeClr val="tx1"/>
                </a:solidFill>
                <a:latin typeface="Verdana" panose="020B0604030504040204" pitchFamily="34" charset="0"/>
                <a:ea typeface="宋体" panose="02010600030101010101" pitchFamily="2" charset="-122"/>
              </a:defRPr>
            </a:lvl3pPr>
            <a:lvl4pPr indent="176530">
              <a:defRPr>
                <a:solidFill>
                  <a:schemeClr val="tx1"/>
                </a:solidFill>
                <a:latin typeface="Verdana" panose="020B0604030504040204" pitchFamily="34" charset="0"/>
                <a:ea typeface="宋体" panose="02010600030101010101" pitchFamily="2" charset="-122"/>
              </a:defRPr>
            </a:lvl4pPr>
            <a:lvl5pPr indent="176530">
              <a:defRPr>
                <a:solidFill>
                  <a:schemeClr val="tx1"/>
                </a:solidFill>
                <a:latin typeface="Verdana" panose="020B0604030504040204" pitchFamily="34" charset="0"/>
                <a:ea typeface="宋体" panose="02010600030101010101" pitchFamily="2" charset="-122"/>
              </a:defRPr>
            </a:lvl5pPr>
            <a:lvl6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60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10.9  </a:t>
            </a:r>
            <a:r>
              <a:rPr lang="zh-CN" altLang="en-US" sz="360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专家系统的开发工具</a:t>
            </a:r>
            <a:r>
              <a:rPr lang="zh-CN" altLang="en-US" sz="3800">
                <a:solidFill>
                  <a:srgbClr val="FFFFFF"/>
                </a:solidFill>
                <a:latin typeface="Arial" panose="020B0604020202020204" pitchFamily="34" charset="0"/>
                <a:ea typeface="黑体" panose="02010609060101010101" pitchFamily="49" charset="-122"/>
                <a:cs typeface="Times New Roman" panose="02020603050405020304" pitchFamily="18" charset="0"/>
              </a:rPr>
              <a:t> </a:t>
            </a:r>
            <a:endParaRPr lang="zh-CN" altLang="en-US" sz="3800">
              <a:solidFill>
                <a:srgbClr val="FFFFFF"/>
              </a:solidFill>
              <a:latin typeface="Arial" panose="020B0604020202020204" pitchFamily="34" charset="0"/>
              <a:ea typeface="黑体" panose="02010609060101010101" pitchFamily="49" charset="-122"/>
              <a:cs typeface="Times New Roman" panose="02020603050405020304" pitchFamily="18" charset="0"/>
            </a:endParaRPr>
          </a:p>
        </p:txBody>
      </p:sp>
    </p:spTree>
  </p:cSld>
  <p:clrMapOvr>
    <a:masterClrMapping/>
  </p:clrMapOvr>
  <p:transition>
    <p:rand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0"/>
          </p:nvPr>
        </p:nvSpPr>
        <p:spPr/>
        <p:txBody>
          <a:bodyPr/>
          <a:lstStyle/>
          <a:p>
            <a:pPr fontAlgn="base">
              <a:spcBef>
                <a:spcPct val="0"/>
              </a:spcBef>
              <a:spcAft>
                <a:spcPct val="0"/>
              </a:spcAft>
              <a:defRPr/>
            </a:pPr>
            <a:fld id="{32B31B6E-058E-4F9A-876A-CE15F004406A}" type="slidenum">
              <a:rPr lang="ja-JP" altLang="en-US">
                <a:latin typeface="Arial" panose="020B0604020202020204"/>
              </a:rPr>
            </a:fld>
            <a:endParaRPr lang="en-US" altLang="ja-JP">
              <a:latin typeface="Arial" panose="020B0604020202020204"/>
            </a:endParaRPr>
          </a:p>
        </p:txBody>
      </p:sp>
      <p:sp>
        <p:nvSpPr>
          <p:cNvPr id="486403"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cs typeface="Times New Roman" panose="02020603050405020304" pitchFamily="18" charset="0"/>
              </a:rPr>
              <a:t>10.9.1  </a:t>
            </a:r>
            <a:r>
              <a:rPr lang="zh-CN" altLang="en-US" sz="4200" b="0">
                <a:latin typeface="Times New Roman" panose="02020603050405020304" pitchFamily="18" charset="0"/>
                <a:ea typeface="黑体" panose="02010609060101010101" pitchFamily="49" charset="-122"/>
                <a:cs typeface="Times New Roman" panose="02020603050405020304" pitchFamily="18" charset="0"/>
              </a:rPr>
              <a:t>骨架系统</a:t>
            </a:r>
            <a:endParaRPr lang="zh-CN" altLang="en-US" sz="4200" b="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86404"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600" b="1">
                <a:solidFill>
                  <a:srgbClr val="000000"/>
                </a:solidFill>
                <a:latin typeface="Times New Roman" panose="02020603050405020304" pitchFamily="18" charset="0"/>
                <a:cs typeface="Times New Roman" panose="02020603050405020304" pitchFamily="18" charset="0"/>
              </a:rPr>
              <a:t>1. EMYCIN</a:t>
            </a:r>
            <a:r>
              <a:rPr lang="zh-CN" altLang="en-US" sz="2600" b="1">
                <a:solidFill>
                  <a:srgbClr val="000000"/>
                </a:solidFill>
                <a:latin typeface="Times New Roman" panose="02020603050405020304" pitchFamily="18" charset="0"/>
              </a:rPr>
              <a:t>系统</a:t>
            </a:r>
            <a:r>
              <a:rPr lang="zh-CN" altLang="en-US" sz="2600">
                <a:latin typeface="Times New Roman" panose="02020603050405020304" pitchFamily="18" charset="0"/>
              </a:rPr>
              <a:t> </a:t>
            </a:r>
            <a:endParaRPr lang="zh-CN" altLang="en-US" sz="2600">
              <a:latin typeface="Times New Roman" panose="02020603050405020304" pitchFamily="18" charset="0"/>
            </a:endParaRPr>
          </a:p>
        </p:txBody>
      </p:sp>
      <p:sp>
        <p:nvSpPr>
          <p:cNvPr id="642052" name="Text Box 4"/>
          <p:cNvSpPr txBox="1">
            <a:spLocks noChangeArrowheads="1"/>
          </p:cNvSpPr>
          <p:nvPr/>
        </p:nvSpPr>
        <p:spPr bwMode="auto">
          <a:xfrm>
            <a:off x="1828800" y="1676400"/>
            <a:ext cx="8458200" cy="2438400"/>
          </a:xfrm>
          <a:prstGeom prst="rect">
            <a:avLst/>
          </a:prstGeom>
          <a:gradFill rotWithShape="1">
            <a:gsLst>
              <a:gs pos="0">
                <a:srgbClr val="00FFFF"/>
              </a:gs>
              <a:gs pos="100000">
                <a:schemeClr val="bg1"/>
              </a:gs>
            </a:gsLst>
            <a:path path="rect">
              <a:fillToRect l="100000" b="10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lnSpc>
                <a:spcPct val="120000"/>
              </a:lnSpc>
              <a:spcBef>
                <a:spcPct val="10000"/>
              </a:spcBef>
              <a:spcAft>
                <a:spcPct val="0"/>
              </a:spcAft>
              <a:buClr>
                <a:srgbClr val="CC0000"/>
              </a:buClr>
              <a:buFont typeface="Wingdings" panose="05000000000000000000" pitchFamily="2" charset="2"/>
              <a:buChar char="§"/>
            </a:pPr>
            <a:r>
              <a:rPr lang="en-US" altLang="zh-CN" sz="2400">
                <a:solidFill>
                  <a:srgbClr val="000000"/>
                </a:solidFill>
                <a:latin typeface="Times New Roman" panose="02020603050405020304" pitchFamily="18" charset="0"/>
                <a:cs typeface="Times New Roman" panose="02020603050405020304" pitchFamily="18" charset="0"/>
              </a:rPr>
              <a:t> </a:t>
            </a:r>
            <a:r>
              <a:rPr lang="en-US" altLang="zh-CN" sz="2400" b="1">
                <a:solidFill>
                  <a:srgbClr val="000000"/>
                </a:solidFill>
                <a:latin typeface="Times New Roman" panose="02020603050405020304" pitchFamily="18" charset="0"/>
                <a:cs typeface="Times New Roman" panose="02020603050405020304" pitchFamily="18" charset="0"/>
              </a:rPr>
              <a:t>EMYCIN</a:t>
            </a:r>
            <a:r>
              <a:rPr lang="zh-CN" altLang="en-US" sz="2400" b="1">
                <a:solidFill>
                  <a:srgbClr val="000000"/>
                </a:solidFill>
                <a:latin typeface="宋体" panose="02010600030101010101" pitchFamily="2" charset="-122"/>
              </a:rPr>
              <a:t>系统的功能</a:t>
            </a:r>
            <a:r>
              <a:rPr lang="zh-CN" altLang="en-US" sz="2400">
                <a:solidFill>
                  <a:srgbClr val="000000"/>
                </a:solidFill>
                <a:latin typeface="宋体" panose="02010600030101010101" pitchFamily="2" charset="-122"/>
              </a:rPr>
              <a:t>：</a:t>
            </a:r>
            <a:endParaRPr lang="zh-CN" altLang="en-US" sz="2400">
              <a:solidFill>
                <a:srgbClr val="000000"/>
              </a:solidFill>
              <a:latin typeface="Times New Roman" panose="02020603050405020304" pitchFamily="18" charset="0"/>
              <a:cs typeface="Times New Roman" panose="02020603050405020304" pitchFamily="18" charset="0"/>
            </a:endParaRPr>
          </a:p>
          <a:p>
            <a:pPr algn="just" fontAlgn="base">
              <a:lnSpc>
                <a:spcPct val="120000"/>
              </a:lnSpc>
              <a:spcBef>
                <a:spcPct val="10000"/>
              </a:spcBef>
              <a:spcAft>
                <a:spcPct val="0"/>
              </a:spcAft>
            </a:pPr>
            <a:r>
              <a:rPr lang="zh-CN" altLang="en-US" sz="2400" b="1">
                <a:solidFill>
                  <a:srgbClr val="000000"/>
                </a:solidFill>
                <a:latin typeface="宋体" panose="02010600030101010101" pitchFamily="2" charset="-122"/>
              </a:rPr>
              <a:t>（</a:t>
            </a:r>
            <a:r>
              <a:rPr lang="en-US" altLang="zh-CN" sz="2400" b="1">
                <a:solidFill>
                  <a:srgbClr val="000000"/>
                </a:solidFill>
                <a:latin typeface="Times New Roman" panose="02020603050405020304" pitchFamily="18" charset="0"/>
                <a:cs typeface="Times New Roman" panose="02020603050405020304" pitchFamily="18" charset="0"/>
              </a:rPr>
              <a:t>1</a:t>
            </a:r>
            <a:r>
              <a:rPr lang="zh-CN" altLang="en-US" sz="2400" b="1">
                <a:solidFill>
                  <a:srgbClr val="000000"/>
                </a:solidFill>
                <a:latin typeface="宋体" panose="02010600030101010101" pitchFamily="2" charset="-122"/>
              </a:rPr>
              <a:t>）解释程序。</a:t>
            </a:r>
            <a:endParaRPr lang="zh-CN" altLang="en-US" sz="2400" b="1">
              <a:solidFill>
                <a:srgbClr val="000000"/>
              </a:solidFill>
              <a:latin typeface="Times New Roman" panose="02020603050405020304" pitchFamily="18" charset="0"/>
              <a:cs typeface="Times New Roman" panose="02020603050405020304" pitchFamily="18" charset="0"/>
            </a:endParaRPr>
          </a:p>
          <a:p>
            <a:pPr algn="just" fontAlgn="base">
              <a:lnSpc>
                <a:spcPct val="120000"/>
              </a:lnSpc>
              <a:spcBef>
                <a:spcPct val="10000"/>
              </a:spcBef>
              <a:spcAft>
                <a:spcPct val="0"/>
              </a:spcAft>
            </a:pPr>
            <a:r>
              <a:rPr lang="zh-CN" altLang="en-US" sz="2400" b="1">
                <a:solidFill>
                  <a:srgbClr val="000000"/>
                </a:solidFill>
                <a:latin typeface="宋体" panose="02010600030101010101" pitchFamily="2" charset="-122"/>
              </a:rPr>
              <a:t>（</a:t>
            </a:r>
            <a:r>
              <a:rPr lang="en-US" altLang="zh-CN" sz="2400" b="1">
                <a:solidFill>
                  <a:srgbClr val="000000"/>
                </a:solidFill>
                <a:latin typeface="Times New Roman" panose="02020603050405020304" pitchFamily="18" charset="0"/>
                <a:cs typeface="Times New Roman" panose="02020603050405020304" pitchFamily="18" charset="0"/>
              </a:rPr>
              <a:t>2</a:t>
            </a:r>
            <a:r>
              <a:rPr lang="zh-CN" altLang="en-US" sz="2400" b="1">
                <a:solidFill>
                  <a:srgbClr val="000000"/>
                </a:solidFill>
                <a:latin typeface="宋体" panose="02010600030101010101" pitchFamily="2" charset="-122"/>
              </a:rPr>
              <a:t>）知识编辑程序及类英语的简化会话语言。</a:t>
            </a:r>
            <a:endParaRPr lang="zh-CN" altLang="en-US" sz="2400" b="1">
              <a:solidFill>
                <a:srgbClr val="000000"/>
              </a:solidFill>
              <a:latin typeface="宋体" panose="02010600030101010101" pitchFamily="2" charset="-122"/>
            </a:endParaRPr>
          </a:p>
          <a:p>
            <a:pPr algn="just" fontAlgn="base">
              <a:lnSpc>
                <a:spcPct val="120000"/>
              </a:lnSpc>
              <a:spcBef>
                <a:spcPct val="10000"/>
              </a:spcBef>
              <a:spcAft>
                <a:spcPct val="0"/>
              </a:spcAft>
            </a:pPr>
            <a:r>
              <a:rPr lang="zh-CN" altLang="en-US" sz="2400" b="1">
                <a:solidFill>
                  <a:srgbClr val="000000"/>
                </a:solidFill>
                <a:latin typeface="宋体" panose="02010600030101010101" pitchFamily="2" charset="-122"/>
              </a:rPr>
              <a:t>（</a:t>
            </a:r>
            <a:r>
              <a:rPr lang="en-US" altLang="zh-CN" sz="2400" b="1">
                <a:solidFill>
                  <a:srgbClr val="000000"/>
                </a:solidFill>
                <a:latin typeface="Times New Roman" panose="02020603050405020304" pitchFamily="18" charset="0"/>
                <a:cs typeface="Times New Roman" panose="02020603050405020304" pitchFamily="18" charset="0"/>
              </a:rPr>
              <a:t>3</a:t>
            </a:r>
            <a:r>
              <a:rPr lang="zh-CN" altLang="en-US" sz="2400" b="1">
                <a:solidFill>
                  <a:srgbClr val="000000"/>
                </a:solidFill>
                <a:latin typeface="宋体" panose="02010600030101010101" pitchFamily="2" charset="-122"/>
              </a:rPr>
              <a:t>）知识库管理和维护手段。</a:t>
            </a:r>
            <a:endParaRPr lang="zh-CN" altLang="en-US" sz="2400" b="1">
              <a:solidFill>
                <a:srgbClr val="000000"/>
              </a:solidFill>
              <a:latin typeface="宋体" panose="02010600030101010101" pitchFamily="2" charset="-122"/>
            </a:endParaRPr>
          </a:p>
          <a:p>
            <a:pPr algn="just" fontAlgn="base">
              <a:lnSpc>
                <a:spcPct val="120000"/>
              </a:lnSpc>
              <a:spcBef>
                <a:spcPct val="10000"/>
              </a:spcBef>
              <a:spcAft>
                <a:spcPct val="0"/>
              </a:spcAft>
            </a:pPr>
            <a:r>
              <a:rPr lang="zh-CN" altLang="en-US" sz="2400" b="1">
                <a:solidFill>
                  <a:srgbClr val="000000"/>
                </a:solidFill>
                <a:latin typeface="宋体" panose="02010600030101010101" pitchFamily="2" charset="-122"/>
              </a:rPr>
              <a:t>（</a:t>
            </a:r>
            <a:r>
              <a:rPr lang="en-US" altLang="zh-CN" sz="2400" b="1">
                <a:solidFill>
                  <a:srgbClr val="000000"/>
                </a:solidFill>
                <a:latin typeface="Times New Roman" panose="02020603050405020304" pitchFamily="18" charset="0"/>
                <a:cs typeface="Times New Roman" panose="02020603050405020304" pitchFamily="18" charset="0"/>
              </a:rPr>
              <a:t>4</a:t>
            </a:r>
            <a:r>
              <a:rPr lang="zh-CN" altLang="en-US" sz="2400" b="1">
                <a:solidFill>
                  <a:srgbClr val="000000"/>
                </a:solidFill>
                <a:latin typeface="宋体" panose="02010600030101010101" pitchFamily="2" charset="-122"/>
              </a:rPr>
              <a:t>）跟踪和调试功能。</a:t>
            </a:r>
            <a:r>
              <a:rPr lang="zh-CN" altLang="en-US" sz="2400" b="1">
                <a:solidFill>
                  <a:srgbClr val="000000"/>
                </a:solidFill>
              </a:rPr>
              <a:t> </a:t>
            </a:r>
            <a:endParaRPr lang="zh-CN" altLang="en-US" sz="2400" b="1">
              <a:solidFill>
                <a:srgbClr val="000000"/>
              </a:solidFill>
            </a:endParaRPr>
          </a:p>
        </p:txBody>
      </p:sp>
      <p:sp>
        <p:nvSpPr>
          <p:cNvPr id="642053" name="Text Box 5"/>
          <p:cNvSpPr txBox="1">
            <a:spLocks noChangeArrowheads="1"/>
          </p:cNvSpPr>
          <p:nvPr/>
        </p:nvSpPr>
        <p:spPr bwMode="auto">
          <a:xfrm>
            <a:off x="1866900" y="4495801"/>
            <a:ext cx="8458200" cy="1489075"/>
          </a:xfrm>
          <a:prstGeom prst="rect">
            <a:avLst/>
          </a:prstGeom>
          <a:gradFill rotWithShape="1">
            <a:gsLst>
              <a:gs pos="0">
                <a:srgbClr val="FFFF00"/>
              </a:gs>
              <a:gs pos="100000">
                <a:schemeClr val="bg1"/>
              </a:gs>
            </a:gsLst>
            <a:path path="rect">
              <a:fillToRect l="100000" t="10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lnSpc>
                <a:spcPct val="120000"/>
              </a:lnSpc>
              <a:spcBef>
                <a:spcPct val="10000"/>
              </a:spcBef>
              <a:spcAft>
                <a:spcPct val="0"/>
              </a:spcAft>
              <a:buClr>
                <a:srgbClr val="CC0000"/>
              </a:buClr>
              <a:buFont typeface="Wingdings" panose="05000000000000000000" pitchFamily="2" charset="2"/>
              <a:buChar char="§"/>
            </a:pPr>
            <a:r>
              <a:rPr lang="en-US" altLang="zh-CN" sz="2400" b="1">
                <a:solidFill>
                  <a:srgbClr val="000000"/>
                </a:solidFill>
                <a:latin typeface="Times New Roman" panose="02020603050405020304" pitchFamily="18" charset="0"/>
              </a:rPr>
              <a:t> EMYCIN</a:t>
            </a:r>
            <a:r>
              <a:rPr lang="zh-CN" altLang="en-US" sz="2400" b="1">
                <a:solidFill>
                  <a:srgbClr val="000000"/>
                </a:solidFill>
                <a:latin typeface="宋体" panose="02010600030101010101" pitchFamily="2" charset="-122"/>
              </a:rPr>
              <a:t>系统的工作过程</a:t>
            </a:r>
            <a:r>
              <a:rPr lang="zh-CN" altLang="en-US" sz="2400">
                <a:solidFill>
                  <a:srgbClr val="000000"/>
                </a:solidFill>
                <a:latin typeface="宋体" panose="02010600030101010101" pitchFamily="2" charset="-122"/>
              </a:rPr>
              <a:t>：</a:t>
            </a:r>
            <a:endParaRPr lang="zh-CN" altLang="en-US" sz="2400">
              <a:solidFill>
                <a:srgbClr val="000000"/>
              </a:solidFill>
              <a:latin typeface="宋体" panose="02010600030101010101" pitchFamily="2" charset="-122"/>
            </a:endParaRPr>
          </a:p>
          <a:p>
            <a:pPr algn="just" fontAlgn="base">
              <a:lnSpc>
                <a:spcPct val="120000"/>
              </a:lnSpc>
              <a:spcBef>
                <a:spcPct val="10000"/>
              </a:spcBef>
              <a:spcAft>
                <a:spcPct val="0"/>
              </a:spcAft>
              <a:buClr>
                <a:srgbClr val="CC0000"/>
              </a:buClr>
            </a:pPr>
            <a:r>
              <a:rPr lang="zh-CN" altLang="en-US" sz="2400" b="1">
                <a:solidFill>
                  <a:srgbClr val="000000"/>
                </a:solidFill>
                <a:latin typeface="Times New Roman" panose="02020603050405020304" pitchFamily="18" charset="0"/>
              </a:rPr>
              <a:t>（</a:t>
            </a:r>
            <a:r>
              <a:rPr lang="en-US" altLang="zh-CN" sz="2400" b="1">
                <a:solidFill>
                  <a:srgbClr val="000000"/>
                </a:solidFill>
                <a:latin typeface="Times New Roman" panose="02020603050405020304" pitchFamily="18" charset="0"/>
              </a:rPr>
              <a:t>1</a:t>
            </a:r>
            <a:r>
              <a:rPr lang="zh-CN" altLang="en-US" sz="2400" b="1">
                <a:solidFill>
                  <a:srgbClr val="000000"/>
                </a:solidFill>
                <a:latin typeface="Times New Roman" panose="02020603050405020304" pitchFamily="18" charset="0"/>
              </a:rPr>
              <a:t>）专家系统建立过程。</a:t>
            </a:r>
            <a:endParaRPr lang="zh-CN" altLang="en-US" sz="2400" b="1">
              <a:solidFill>
                <a:srgbClr val="000000"/>
              </a:solidFill>
              <a:latin typeface="Times New Roman" panose="02020603050405020304" pitchFamily="18" charset="0"/>
            </a:endParaRPr>
          </a:p>
          <a:p>
            <a:pPr algn="just" fontAlgn="base">
              <a:lnSpc>
                <a:spcPct val="120000"/>
              </a:lnSpc>
              <a:spcBef>
                <a:spcPct val="10000"/>
              </a:spcBef>
              <a:spcAft>
                <a:spcPct val="0"/>
              </a:spcAft>
              <a:buClr>
                <a:srgbClr val="CC0000"/>
              </a:buClr>
            </a:pPr>
            <a:r>
              <a:rPr lang="zh-CN" altLang="en-US" sz="2400" b="1">
                <a:solidFill>
                  <a:srgbClr val="000000"/>
                </a:solidFill>
                <a:latin typeface="Times New Roman" panose="02020603050405020304" pitchFamily="18" charset="0"/>
              </a:rPr>
              <a:t>（</a:t>
            </a:r>
            <a:r>
              <a:rPr lang="en-US" altLang="zh-CN" sz="2400" b="1">
                <a:solidFill>
                  <a:srgbClr val="000000"/>
                </a:solidFill>
                <a:latin typeface="Times New Roman" panose="02020603050405020304" pitchFamily="18" charset="0"/>
              </a:rPr>
              <a:t>2</a:t>
            </a:r>
            <a:r>
              <a:rPr lang="zh-CN" altLang="en-US" sz="2400" b="1">
                <a:solidFill>
                  <a:srgbClr val="000000"/>
                </a:solidFill>
                <a:latin typeface="Times New Roman" panose="02020603050405020304" pitchFamily="18" charset="0"/>
              </a:rPr>
              <a:t>）咨询过程。</a:t>
            </a:r>
            <a:r>
              <a:rPr lang="zh-CN" altLang="en-US" sz="2400">
                <a:solidFill>
                  <a:srgbClr val="000000"/>
                </a:solidFill>
                <a:latin typeface="宋体" panose="02010600030101010101" pitchFamily="2" charset="-122"/>
              </a:rPr>
              <a:t> </a:t>
            </a:r>
            <a:r>
              <a:rPr lang="zh-CN" altLang="en-US" sz="2400">
                <a:solidFill>
                  <a:srgbClr val="000000"/>
                </a:solidFill>
                <a:latin typeface="Times New Roman" panose="02020603050405020304" pitchFamily="18" charset="0"/>
                <a:cs typeface="Times New Roman" panose="02020603050405020304" pitchFamily="18" charset="0"/>
              </a:rPr>
              <a:t> </a:t>
            </a:r>
            <a:endParaRPr lang="zh-CN" altLang="en-US" sz="240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42052"/>
                                        </p:tgtEl>
                                        <p:attrNameLst>
                                          <p:attrName>style.visibility</p:attrName>
                                        </p:attrNameLst>
                                      </p:cBhvr>
                                      <p:to>
                                        <p:strVal val="visible"/>
                                      </p:to>
                                    </p:set>
                                    <p:animEffect transition="in" filter="checkerboard(across)">
                                      <p:cBhvr>
                                        <p:cTn id="7" dur="500"/>
                                        <p:tgtEl>
                                          <p:spTgt spid="64205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42053"/>
                                        </p:tgtEl>
                                        <p:attrNameLst>
                                          <p:attrName>style.visibility</p:attrName>
                                        </p:attrNameLst>
                                      </p:cBhvr>
                                      <p:to>
                                        <p:strVal val="visible"/>
                                      </p:to>
                                    </p:set>
                                    <p:animEffect transition="in" filter="checkerboard(across)">
                                      <p:cBhvr>
                                        <p:cTn id="12" dur="500"/>
                                        <p:tgtEl>
                                          <p:spTgt spid="6420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2052" grpId="0" animBg="1" autoUpdateAnimBg="0"/>
      <p:bldP spid="642053" grpId="0" animBg="1"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0"/>
          </p:nvPr>
        </p:nvSpPr>
        <p:spPr/>
        <p:txBody>
          <a:bodyPr/>
          <a:lstStyle/>
          <a:p>
            <a:pPr fontAlgn="base">
              <a:spcBef>
                <a:spcPct val="0"/>
              </a:spcBef>
              <a:spcAft>
                <a:spcPct val="0"/>
              </a:spcAft>
              <a:defRPr/>
            </a:pPr>
            <a:fld id="{505EA308-50A5-49FB-A446-A1E3AE3E41DA}" type="slidenum">
              <a:rPr lang="ja-JP" altLang="en-US">
                <a:latin typeface="Arial" panose="020B0604020202020204"/>
              </a:rPr>
            </a:fld>
            <a:endParaRPr lang="en-US" altLang="ja-JP">
              <a:latin typeface="Arial" panose="020B0604020202020204"/>
            </a:endParaRPr>
          </a:p>
        </p:txBody>
      </p:sp>
      <p:sp>
        <p:nvSpPr>
          <p:cNvPr id="487427"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cs typeface="Times New Roman" panose="02020603050405020304" pitchFamily="18" charset="0"/>
              </a:rPr>
              <a:t>10.9.1  </a:t>
            </a:r>
            <a:r>
              <a:rPr lang="zh-CN" altLang="en-US" sz="4200" b="0">
                <a:latin typeface="Times New Roman" panose="02020603050405020304" pitchFamily="18" charset="0"/>
                <a:ea typeface="黑体" panose="02010609060101010101" pitchFamily="49" charset="-122"/>
                <a:cs typeface="Times New Roman" panose="02020603050405020304" pitchFamily="18" charset="0"/>
              </a:rPr>
              <a:t>骨架系统</a:t>
            </a:r>
            <a:endParaRPr lang="zh-CN" altLang="en-US" sz="4200" b="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87428"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600" b="1">
                <a:solidFill>
                  <a:srgbClr val="000000"/>
                </a:solidFill>
                <a:latin typeface="Times New Roman" panose="02020603050405020304" pitchFamily="18" charset="0"/>
                <a:cs typeface="Times New Roman" panose="02020603050405020304" pitchFamily="18" charset="0"/>
              </a:rPr>
              <a:t>1. EMYCIN</a:t>
            </a:r>
            <a:r>
              <a:rPr lang="zh-CN" altLang="en-US" sz="2600" b="1">
                <a:solidFill>
                  <a:srgbClr val="000000"/>
                </a:solidFill>
                <a:latin typeface="Times New Roman" panose="02020603050405020304" pitchFamily="18" charset="0"/>
                <a:cs typeface="Times New Roman" panose="02020603050405020304" pitchFamily="18" charset="0"/>
              </a:rPr>
              <a:t>系统</a:t>
            </a:r>
            <a:r>
              <a:rPr lang="zh-CN" altLang="en-US">
                <a:latin typeface="Times New Roman" panose="02020603050405020304" pitchFamily="18" charset="0"/>
              </a:rPr>
              <a:t> </a:t>
            </a:r>
            <a:endParaRPr lang="zh-CN" altLang="en-US">
              <a:latin typeface="Times New Roman" panose="02020603050405020304" pitchFamily="18" charset="0"/>
            </a:endParaRPr>
          </a:p>
        </p:txBody>
      </p:sp>
      <p:sp>
        <p:nvSpPr>
          <p:cNvPr id="487429" name="Rectangle 4"/>
          <p:cNvSpPr>
            <a:spLocks noChangeArrowheads="1"/>
          </p:cNvSpPr>
          <p:nvPr/>
        </p:nvSpPr>
        <p:spPr bwMode="auto">
          <a:xfrm>
            <a:off x="4143375" y="2252663"/>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pic>
        <p:nvPicPr>
          <p:cNvPr id="487430"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25614" y="1676401"/>
            <a:ext cx="8713787" cy="473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7431" name="Rectangle 6"/>
          <p:cNvSpPr>
            <a:spLocks noChangeArrowheads="1"/>
          </p:cNvSpPr>
          <p:nvPr/>
        </p:nvSpPr>
        <p:spPr bwMode="auto">
          <a:xfrm>
            <a:off x="4191000" y="6019800"/>
            <a:ext cx="762000" cy="304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Tree>
  </p:cSld>
  <p:clrMapOvr>
    <a:masterClrMapping/>
  </p:clrMapOvr>
  <p:transition>
    <p:rand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0"/>
          </p:nvPr>
        </p:nvSpPr>
        <p:spPr/>
        <p:txBody>
          <a:bodyPr/>
          <a:lstStyle/>
          <a:p>
            <a:pPr fontAlgn="base">
              <a:spcBef>
                <a:spcPct val="0"/>
              </a:spcBef>
              <a:spcAft>
                <a:spcPct val="0"/>
              </a:spcAft>
              <a:defRPr/>
            </a:pPr>
            <a:fld id="{A9A68AAC-D179-4158-B8B7-7F8CC1B53461}" type="slidenum">
              <a:rPr lang="ja-JP" altLang="en-US">
                <a:latin typeface="Arial" panose="020B0604020202020204"/>
              </a:rPr>
            </a:fld>
            <a:endParaRPr lang="en-US" altLang="ja-JP">
              <a:latin typeface="Arial" panose="020B0604020202020204"/>
            </a:endParaRPr>
          </a:p>
        </p:txBody>
      </p:sp>
      <p:sp>
        <p:nvSpPr>
          <p:cNvPr id="488451"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cs typeface="Times New Roman" panose="02020603050405020304" pitchFamily="18" charset="0"/>
              </a:rPr>
              <a:t>10.9.1  </a:t>
            </a:r>
            <a:r>
              <a:rPr lang="zh-CN" altLang="en-US" sz="4200" b="0">
                <a:latin typeface="Times New Roman" panose="02020603050405020304" pitchFamily="18" charset="0"/>
                <a:ea typeface="黑体" panose="02010609060101010101" pitchFamily="49" charset="-122"/>
                <a:cs typeface="Times New Roman" panose="02020603050405020304" pitchFamily="18" charset="0"/>
              </a:rPr>
              <a:t>骨架系统</a:t>
            </a:r>
            <a:endParaRPr lang="zh-CN" altLang="en-US" sz="4200" b="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88452"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600" b="1">
                <a:solidFill>
                  <a:srgbClr val="000000"/>
                </a:solidFill>
                <a:latin typeface="Times New Roman" panose="02020603050405020304" pitchFamily="18" charset="0"/>
                <a:cs typeface="Times New Roman" panose="02020603050405020304" pitchFamily="18" charset="0"/>
              </a:rPr>
              <a:t> 2. KAS</a:t>
            </a:r>
            <a:r>
              <a:rPr lang="zh-CN" altLang="en-US" sz="2600" b="1">
                <a:solidFill>
                  <a:srgbClr val="000000"/>
                </a:solidFill>
                <a:latin typeface="Times New Roman" panose="02020603050405020304" pitchFamily="18" charset="0"/>
                <a:cs typeface="Times New Roman" panose="02020603050405020304" pitchFamily="18" charset="0"/>
              </a:rPr>
              <a:t>系统</a:t>
            </a:r>
            <a:r>
              <a:rPr lang="zh-CN" altLang="en-US" b="1">
                <a:solidFill>
                  <a:srgbClr val="000000"/>
                </a:solidFill>
                <a:latin typeface="Times New Roman" panose="02020603050405020304" pitchFamily="18" charset="0"/>
              </a:rPr>
              <a:t> </a:t>
            </a:r>
            <a:endParaRPr lang="zh-CN" altLang="en-US" b="1">
              <a:solidFill>
                <a:srgbClr val="000000"/>
              </a:solidFill>
              <a:latin typeface="Times New Roman" panose="02020603050405020304" pitchFamily="18" charset="0"/>
            </a:endParaRPr>
          </a:p>
        </p:txBody>
      </p:sp>
      <p:sp>
        <p:nvSpPr>
          <p:cNvPr id="644100" name="Text Box 4"/>
          <p:cNvSpPr txBox="1">
            <a:spLocks noChangeArrowheads="1"/>
          </p:cNvSpPr>
          <p:nvPr/>
        </p:nvSpPr>
        <p:spPr bwMode="auto">
          <a:xfrm>
            <a:off x="1828800" y="1676401"/>
            <a:ext cx="8458200" cy="1890713"/>
          </a:xfrm>
          <a:prstGeom prst="rect">
            <a:avLst/>
          </a:prstGeom>
          <a:gradFill rotWithShape="1">
            <a:gsLst>
              <a:gs pos="0">
                <a:srgbClr val="00FF00"/>
              </a:gs>
              <a:gs pos="100000">
                <a:schemeClr val="bg1"/>
              </a:gs>
            </a:gsLst>
            <a:path path="rect">
              <a:fillToRect l="100000" t="10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lnSpc>
                <a:spcPct val="120000"/>
              </a:lnSpc>
              <a:spcBef>
                <a:spcPct val="10000"/>
              </a:spcBef>
              <a:spcAft>
                <a:spcPct val="0"/>
              </a:spcAft>
              <a:buClr>
                <a:srgbClr val="CC0000"/>
              </a:buClr>
              <a:buFont typeface="Wingdings" panose="05000000000000000000" pitchFamily="2" charset="2"/>
              <a:buChar char="§"/>
            </a:pPr>
            <a:r>
              <a:rPr lang="en-US" altLang="zh-CN" sz="2400">
                <a:solidFill>
                  <a:srgbClr val="000000"/>
                </a:solidFill>
                <a:latin typeface="Times New Roman" panose="02020603050405020304" pitchFamily="18" charset="0"/>
              </a:rPr>
              <a:t> </a:t>
            </a:r>
            <a:r>
              <a:rPr lang="en-US" altLang="zh-CN" sz="2400" b="1">
                <a:solidFill>
                  <a:srgbClr val="000000"/>
                </a:solidFill>
                <a:latin typeface="Times New Roman" panose="02020603050405020304" pitchFamily="18" charset="0"/>
              </a:rPr>
              <a:t>KAS</a:t>
            </a:r>
            <a:r>
              <a:rPr lang="zh-CN" altLang="en-US" sz="2400" b="1">
                <a:solidFill>
                  <a:srgbClr val="000000"/>
                </a:solidFill>
                <a:latin typeface="Times New Roman" panose="02020603050405020304" pitchFamily="18" charset="0"/>
              </a:rPr>
              <a:t>系统：由</a:t>
            </a:r>
            <a:r>
              <a:rPr lang="en-US" altLang="zh-CN" sz="2400" b="1">
                <a:solidFill>
                  <a:srgbClr val="000000"/>
                </a:solidFill>
                <a:latin typeface="Times New Roman" panose="02020603050405020304" pitchFamily="18" charset="0"/>
              </a:rPr>
              <a:t>PROSPECTOR</a:t>
            </a:r>
            <a:r>
              <a:rPr lang="zh-CN" altLang="en-US" sz="2400" b="1">
                <a:solidFill>
                  <a:srgbClr val="000000"/>
                </a:solidFill>
                <a:latin typeface="Times New Roman" panose="02020603050405020304" pitchFamily="18" charset="0"/>
              </a:rPr>
              <a:t>系统抽去原有的地质勘探知识而形成的，适用于开发解释型专家系统。</a:t>
            </a:r>
            <a:endParaRPr lang="zh-CN" altLang="en-US" sz="2400" b="1">
              <a:solidFill>
                <a:srgbClr val="000000"/>
              </a:solidFill>
              <a:latin typeface="Times New Roman" panose="02020603050405020304" pitchFamily="18" charset="0"/>
            </a:endParaRPr>
          </a:p>
          <a:p>
            <a:pPr algn="just" fontAlgn="base">
              <a:lnSpc>
                <a:spcPct val="120000"/>
              </a:lnSpc>
              <a:spcBef>
                <a:spcPct val="10000"/>
              </a:spcBef>
              <a:spcAft>
                <a:spcPct val="0"/>
              </a:spcAft>
              <a:buClr>
                <a:srgbClr val="CC0000"/>
              </a:buClr>
              <a:buFont typeface="Wingdings" panose="05000000000000000000" pitchFamily="2" charset="2"/>
              <a:buChar char="§"/>
            </a:pPr>
            <a:r>
              <a:rPr lang="zh-CN" altLang="en-US" sz="2400" b="1">
                <a:solidFill>
                  <a:srgbClr val="000000"/>
                </a:solidFill>
                <a:latin typeface="Times New Roman" panose="02020603050405020304" pitchFamily="18" charset="0"/>
              </a:rPr>
              <a:t> </a:t>
            </a:r>
            <a:r>
              <a:rPr lang="en-US" altLang="zh-CN" sz="2400" b="1">
                <a:solidFill>
                  <a:srgbClr val="000000"/>
                </a:solidFill>
                <a:latin typeface="Times New Roman" panose="02020603050405020304" pitchFamily="18" charset="0"/>
              </a:rPr>
              <a:t>KAS</a:t>
            </a:r>
            <a:r>
              <a:rPr lang="zh-CN" altLang="en-US" sz="2400" b="1">
                <a:solidFill>
                  <a:srgbClr val="000000"/>
                </a:solidFill>
                <a:latin typeface="Times New Roman" panose="02020603050405020304" pitchFamily="18" charset="0"/>
              </a:rPr>
              <a:t>系统：采用</a:t>
            </a:r>
            <a:r>
              <a:rPr lang="zh-CN" altLang="en-US" sz="2400" b="1">
                <a:solidFill>
                  <a:srgbClr val="0000FF"/>
                </a:solidFill>
                <a:latin typeface="Times New Roman" panose="02020603050405020304" pitchFamily="18" charset="0"/>
              </a:rPr>
              <a:t>产生式规则</a:t>
            </a:r>
            <a:r>
              <a:rPr lang="zh-CN" altLang="en-US" sz="2400" b="1">
                <a:solidFill>
                  <a:srgbClr val="000000"/>
                </a:solidFill>
                <a:latin typeface="Times New Roman" panose="02020603050405020304" pitchFamily="18" charset="0"/>
              </a:rPr>
              <a:t>和</a:t>
            </a:r>
            <a:r>
              <a:rPr lang="zh-CN" altLang="en-US" sz="2400" b="1">
                <a:solidFill>
                  <a:srgbClr val="0000FF"/>
                </a:solidFill>
                <a:latin typeface="Times New Roman" panose="02020603050405020304" pitchFamily="18" charset="0"/>
              </a:rPr>
              <a:t>语义网络</a:t>
            </a:r>
            <a:r>
              <a:rPr lang="zh-CN" altLang="en-US" sz="2400" b="1">
                <a:solidFill>
                  <a:srgbClr val="000000"/>
                </a:solidFill>
                <a:latin typeface="Times New Roman" panose="02020603050405020304" pitchFamily="18" charset="0"/>
              </a:rPr>
              <a:t>相结合的知识表达方法及</a:t>
            </a:r>
            <a:r>
              <a:rPr lang="zh-CN" altLang="en-US" sz="2400" b="1">
                <a:solidFill>
                  <a:srgbClr val="0000FF"/>
                </a:solidFill>
                <a:latin typeface="Times New Roman" panose="02020603050405020304" pitchFamily="18" charset="0"/>
              </a:rPr>
              <a:t>启发式正反向混合推理</a:t>
            </a:r>
            <a:r>
              <a:rPr lang="zh-CN" altLang="en-US" sz="2400" b="1">
                <a:solidFill>
                  <a:srgbClr val="000000"/>
                </a:solidFill>
                <a:latin typeface="Times New Roman" panose="02020603050405020304" pitchFamily="18" charset="0"/>
              </a:rPr>
              <a:t>控制策略。</a:t>
            </a:r>
            <a:r>
              <a:rPr lang="zh-CN" altLang="en-US" sz="2400">
                <a:solidFill>
                  <a:srgbClr val="000000"/>
                </a:solidFill>
                <a:latin typeface="Times New Roman" panose="02020603050405020304" pitchFamily="18" charset="0"/>
              </a:rPr>
              <a:t> </a:t>
            </a:r>
            <a:endParaRPr lang="zh-CN" altLang="en-US" sz="2400">
              <a:solidFill>
                <a:srgbClr val="000000"/>
              </a:solidFill>
              <a:latin typeface="Times New Roman" panose="02020603050405020304" pitchFamily="18" charset="0"/>
            </a:endParaRPr>
          </a:p>
        </p:txBody>
      </p:sp>
      <p:sp>
        <p:nvSpPr>
          <p:cNvPr id="644101" name="Text Box 5"/>
          <p:cNvSpPr txBox="1">
            <a:spLocks noChangeArrowheads="1"/>
          </p:cNvSpPr>
          <p:nvPr/>
        </p:nvSpPr>
        <p:spPr bwMode="auto">
          <a:xfrm>
            <a:off x="1866900" y="3886201"/>
            <a:ext cx="8458200" cy="2328863"/>
          </a:xfrm>
          <a:prstGeom prst="rect">
            <a:avLst/>
          </a:prstGeom>
          <a:gradFill rotWithShape="1">
            <a:gsLst>
              <a:gs pos="0">
                <a:srgbClr val="00FFFF"/>
              </a:gs>
              <a:gs pos="50000">
                <a:schemeClr val="bg1"/>
              </a:gs>
              <a:gs pos="100000">
                <a:srgbClr val="00FFFF"/>
              </a:gs>
            </a:gsLst>
            <a:lin ang="2700000" scaled="1"/>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fontAlgn="base">
              <a:lnSpc>
                <a:spcPct val="120000"/>
              </a:lnSpc>
              <a:spcBef>
                <a:spcPct val="10000"/>
              </a:spcBef>
              <a:spcAft>
                <a:spcPct val="0"/>
              </a:spcAft>
              <a:buClr>
                <a:srgbClr val="CC0000"/>
              </a:buClr>
              <a:buFont typeface="Wingdings" panose="05000000000000000000" pitchFamily="2" charset="2"/>
              <a:buChar char="§"/>
              <a:defRPr/>
            </a:pPr>
            <a:r>
              <a:rPr lang="en-US" altLang="zh-CN" sz="2400">
                <a:solidFill>
                  <a:srgbClr val="000000"/>
                </a:solidFill>
                <a:latin typeface="宋体" panose="02010600030101010101" pitchFamily="2" charset="-122"/>
                <a:ea typeface="宋体" panose="02010600030101010101" pitchFamily="2" charset="-122"/>
              </a:rPr>
              <a:t> </a:t>
            </a:r>
            <a:r>
              <a:rPr lang="zh-CN" altLang="en-US" sz="2400" b="1">
                <a:solidFill>
                  <a:srgbClr val="0000FF"/>
                </a:solidFill>
                <a:latin typeface="宋体" panose="02010600030101010101" pitchFamily="2" charset="-122"/>
                <a:ea typeface="宋体" panose="02010600030101010101" pitchFamily="2" charset="-122"/>
              </a:rPr>
              <a:t>网络编辑程序</a:t>
            </a:r>
            <a:r>
              <a:rPr lang="zh-CN" altLang="en-US" sz="2400" b="1">
                <a:solidFill>
                  <a:srgbClr val="000000"/>
                </a:solidFill>
                <a:latin typeface="宋体" panose="02010600030101010101" pitchFamily="2" charset="-122"/>
                <a:ea typeface="宋体" panose="02010600030101010101" pitchFamily="2" charset="-122"/>
              </a:rPr>
              <a:t>：把用户输入的信息转化为相应的语义网络，并检测语法错误和一致性等。</a:t>
            </a:r>
            <a:endParaRPr lang="zh-CN" altLang="en-US" sz="2400" b="1">
              <a:solidFill>
                <a:srgbClr val="000000"/>
              </a:solidFill>
              <a:latin typeface="宋体" panose="02010600030101010101" pitchFamily="2" charset="-122"/>
              <a:ea typeface="宋体" panose="02010600030101010101" pitchFamily="2" charset="-122"/>
            </a:endParaRPr>
          </a:p>
          <a:p>
            <a:pPr algn="just" fontAlgn="base">
              <a:lnSpc>
                <a:spcPct val="120000"/>
              </a:lnSpc>
              <a:spcBef>
                <a:spcPct val="10000"/>
              </a:spcBef>
              <a:spcAft>
                <a:spcPct val="0"/>
              </a:spcAft>
              <a:buClr>
                <a:srgbClr val="CC0000"/>
              </a:buClr>
              <a:buFont typeface="Wingdings" panose="05000000000000000000" pitchFamily="2" charset="2"/>
              <a:buChar char="§"/>
              <a:defRPr/>
            </a:pPr>
            <a:r>
              <a:rPr lang="zh-CN" altLang="en-US" sz="2400" b="1">
                <a:solidFill>
                  <a:srgbClr val="000000"/>
                </a:solidFill>
                <a:latin typeface="宋体" panose="02010600030101010101" pitchFamily="2" charset="-122"/>
                <a:ea typeface="宋体" panose="02010600030101010101" pitchFamily="2" charset="-122"/>
              </a:rPr>
              <a:t> </a:t>
            </a:r>
            <a:r>
              <a:rPr lang="zh-CN" altLang="en-US" sz="2400" b="1">
                <a:solidFill>
                  <a:srgbClr val="0000FF"/>
                </a:solidFill>
                <a:latin typeface="宋体" panose="02010600030101010101" pitchFamily="2" charset="-122"/>
                <a:ea typeface="宋体" panose="02010600030101010101" pitchFamily="2" charset="-122"/>
              </a:rPr>
              <a:t>网络匹配程序</a:t>
            </a:r>
            <a:r>
              <a:rPr lang="zh-CN" altLang="en-US" sz="2400" b="1">
                <a:solidFill>
                  <a:srgbClr val="000000"/>
                </a:solidFill>
                <a:latin typeface="宋体" panose="02010600030101010101" pitchFamily="2" charset="-122"/>
                <a:ea typeface="宋体" panose="02010600030101010101" pitchFamily="2" charset="-122"/>
              </a:rPr>
              <a:t>：分析任意两个语义网络之间的关系，是否具有等价、包含、相交等关系，从而决定是否匹配，同时检测知识库中的知识是否存在矛盾、冗余等。</a:t>
            </a:r>
            <a:r>
              <a:rPr lang="zh-CN" altLang="en-US" sz="2400">
                <a:solidFill>
                  <a:srgbClr val="000000"/>
                </a:solidFill>
                <a:latin typeface="宋体" panose="02010600030101010101" pitchFamily="2" charset="-122"/>
                <a:ea typeface="宋体" panose="02010600030101010101" pitchFamily="2" charset="-122"/>
              </a:rPr>
              <a:t> </a:t>
            </a:r>
            <a:endParaRPr lang="zh-CN" altLang="en-US" sz="2400">
              <a:solidFill>
                <a:srgbClr val="000000"/>
              </a:solidFill>
              <a:latin typeface="宋体" panose="02010600030101010101" pitchFamily="2" charset="-122"/>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44100"/>
                                        </p:tgtEl>
                                        <p:attrNameLst>
                                          <p:attrName>style.visibility</p:attrName>
                                        </p:attrNameLst>
                                      </p:cBhvr>
                                      <p:to>
                                        <p:strVal val="visible"/>
                                      </p:to>
                                    </p:set>
                                    <p:animEffect transition="in" filter="checkerboard(across)">
                                      <p:cBhvr>
                                        <p:cTn id="7" dur="500"/>
                                        <p:tgtEl>
                                          <p:spTgt spid="644100"/>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44101"/>
                                        </p:tgtEl>
                                        <p:attrNameLst>
                                          <p:attrName>style.visibility</p:attrName>
                                        </p:attrNameLst>
                                      </p:cBhvr>
                                      <p:to>
                                        <p:strVal val="visible"/>
                                      </p:to>
                                    </p:set>
                                    <p:animEffect transition="in" filter="checkerboard(across)">
                                      <p:cBhvr>
                                        <p:cTn id="12" dur="500"/>
                                        <p:tgtEl>
                                          <p:spTgt spid="644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4100" grpId="0" animBg="1" autoUpdateAnimBg="0"/>
      <p:bldP spid="644101" grpId="0" animBg="1"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0"/>
          </p:nvPr>
        </p:nvSpPr>
        <p:spPr/>
        <p:txBody>
          <a:bodyPr/>
          <a:lstStyle/>
          <a:p>
            <a:pPr fontAlgn="base">
              <a:spcBef>
                <a:spcPct val="0"/>
              </a:spcBef>
              <a:spcAft>
                <a:spcPct val="0"/>
              </a:spcAft>
              <a:defRPr/>
            </a:pPr>
            <a:fld id="{61D75982-EC66-4004-BF5A-0FFA671DA8A6}" type="slidenum">
              <a:rPr lang="ja-JP" altLang="en-US">
                <a:latin typeface="Arial" panose="020B0604020202020204"/>
              </a:rPr>
            </a:fld>
            <a:endParaRPr lang="en-US" altLang="ja-JP">
              <a:latin typeface="Arial" panose="020B0604020202020204"/>
            </a:endParaRPr>
          </a:p>
        </p:txBody>
      </p:sp>
      <p:sp>
        <p:nvSpPr>
          <p:cNvPr id="489475"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cs typeface="Times New Roman" panose="02020603050405020304" pitchFamily="18" charset="0"/>
              </a:rPr>
              <a:t>10.9.1  </a:t>
            </a:r>
            <a:r>
              <a:rPr lang="zh-CN" altLang="en-US" sz="4200" b="0">
                <a:latin typeface="Times New Roman" panose="02020603050405020304" pitchFamily="18" charset="0"/>
                <a:ea typeface="黑体" panose="02010609060101010101" pitchFamily="49" charset="-122"/>
                <a:cs typeface="Times New Roman" panose="02020603050405020304" pitchFamily="18" charset="0"/>
              </a:rPr>
              <a:t>骨架系统</a:t>
            </a:r>
            <a:endParaRPr lang="zh-CN" altLang="en-US" sz="4200" b="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89476"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600" b="1">
                <a:solidFill>
                  <a:srgbClr val="000000"/>
                </a:solidFill>
                <a:latin typeface="Times New Roman" panose="02020603050405020304" pitchFamily="18" charset="0"/>
                <a:cs typeface="Times New Roman" panose="02020603050405020304" pitchFamily="18" charset="0"/>
              </a:rPr>
              <a:t>2. KAS</a:t>
            </a:r>
            <a:r>
              <a:rPr lang="zh-CN" altLang="en-US" sz="2600" b="1">
                <a:solidFill>
                  <a:srgbClr val="000000"/>
                </a:solidFill>
                <a:latin typeface="Times New Roman" panose="02020603050405020304" pitchFamily="18" charset="0"/>
                <a:cs typeface="Times New Roman" panose="02020603050405020304" pitchFamily="18" charset="0"/>
              </a:rPr>
              <a:t>系统</a:t>
            </a:r>
            <a:r>
              <a:rPr lang="zh-CN" altLang="en-US" b="1">
                <a:solidFill>
                  <a:srgbClr val="000000"/>
                </a:solidFill>
                <a:latin typeface="Times New Roman" panose="02020603050405020304" pitchFamily="18" charset="0"/>
              </a:rPr>
              <a:t> </a:t>
            </a:r>
            <a:endParaRPr lang="zh-CN" altLang="en-US" b="1">
              <a:solidFill>
                <a:srgbClr val="000000"/>
              </a:solidFill>
              <a:latin typeface="Times New Roman" panose="02020603050405020304" pitchFamily="18" charset="0"/>
            </a:endParaRPr>
          </a:p>
        </p:txBody>
      </p:sp>
      <p:sp>
        <p:nvSpPr>
          <p:cNvPr id="489477" name="Rectangle 4"/>
          <p:cNvSpPr>
            <a:spLocks noChangeArrowheads="1"/>
          </p:cNvSpPr>
          <p:nvPr/>
        </p:nvSpPr>
        <p:spPr bwMode="auto">
          <a:xfrm>
            <a:off x="4148138" y="2752725"/>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pic>
        <p:nvPicPr>
          <p:cNvPr id="489478"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66888" y="1657350"/>
            <a:ext cx="8659812"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9479" name="Rectangle 6"/>
          <p:cNvSpPr>
            <a:spLocks noChangeArrowheads="1"/>
          </p:cNvSpPr>
          <p:nvPr/>
        </p:nvSpPr>
        <p:spPr bwMode="auto">
          <a:xfrm>
            <a:off x="4572000" y="4572000"/>
            <a:ext cx="838200" cy="304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Tree>
  </p:cSld>
  <p:clrMapOvr>
    <a:masterClrMapping/>
  </p:clrMapOvr>
  <p:transition>
    <p:random/>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0"/>
          </p:nvPr>
        </p:nvSpPr>
        <p:spPr/>
        <p:txBody>
          <a:bodyPr/>
          <a:lstStyle/>
          <a:p>
            <a:pPr fontAlgn="base">
              <a:spcBef>
                <a:spcPct val="0"/>
              </a:spcBef>
              <a:spcAft>
                <a:spcPct val="0"/>
              </a:spcAft>
              <a:defRPr/>
            </a:pPr>
            <a:fld id="{2AD9CEE6-E368-4A8C-B1F0-578482C65259}" type="slidenum">
              <a:rPr lang="ja-JP" altLang="en-US">
                <a:latin typeface="Arial" panose="020B0604020202020204"/>
              </a:rPr>
            </a:fld>
            <a:endParaRPr lang="en-US" altLang="ja-JP">
              <a:latin typeface="Arial" panose="020B0604020202020204"/>
            </a:endParaRPr>
          </a:p>
        </p:txBody>
      </p:sp>
      <p:sp>
        <p:nvSpPr>
          <p:cNvPr id="490499"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cs typeface="Times New Roman" panose="02020603050405020304" pitchFamily="18" charset="0"/>
              </a:rPr>
              <a:t>10.9.1  </a:t>
            </a:r>
            <a:r>
              <a:rPr lang="zh-CN" altLang="en-US" sz="4200" b="0">
                <a:latin typeface="Times New Roman" panose="02020603050405020304" pitchFamily="18" charset="0"/>
                <a:ea typeface="黑体" panose="02010609060101010101" pitchFamily="49" charset="-122"/>
                <a:cs typeface="Times New Roman" panose="02020603050405020304" pitchFamily="18" charset="0"/>
              </a:rPr>
              <a:t>骨架系统</a:t>
            </a:r>
            <a:endParaRPr lang="zh-CN" altLang="en-US" sz="4200" b="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90500"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600" b="1">
                <a:solidFill>
                  <a:srgbClr val="000000"/>
                </a:solidFill>
                <a:latin typeface="Times New Roman" panose="02020603050405020304" pitchFamily="18" charset="0"/>
                <a:cs typeface="Times New Roman" panose="02020603050405020304" pitchFamily="18" charset="0"/>
              </a:rPr>
              <a:t> 3. EXPERT</a:t>
            </a:r>
            <a:r>
              <a:rPr lang="zh-CN" altLang="en-US" sz="2600" b="1">
                <a:solidFill>
                  <a:srgbClr val="000000"/>
                </a:solidFill>
                <a:latin typeface="Times New Roman" panose="02020603050405020304" pitchFamily="18" charset="0"/>
                <a:cs typeface="Times New Roman" panose="02020603050405020304" pitchFamily="18" charset="0"/>
              </a:rPr>
              <a:t>系统</a:t>
            </a:r>
            <a:r>
              <a:rPr lang="zh-CN" altLang="en-US" b="1">
                <a:solidFill>
                  <a:srgbClr val="000000"/>
                </a:solidFill>
                <a:latin typeface="Times New Roman" panose="02020603050405020304" pitchFamily="18" charset="0"/>
              </a:rPr>
              <a:t> </a:t>
            </a:r>
            <a:endParaRPr lang="zh-CN" altLang="en-US" b="1">
              <a:solidFill>
                <a:srgbClr val="000000"/>
              </a:solidFill>
              <a:latin typeface="Times New Roman" panose="02020603050405020304" pitchFamily="18" charset="0"/>
            </a:endParaRPr>
          </a:p>
        </p:txBody>
      </p:sp>
      <p:sp>
        <p:nvSpPr>
          <p:cNvPr id="646148" name="Text Box 4"/>
          <p:cNvSpPr txBox="1">
            <a:spLocks noChangeArrowheads="1"/>
          </p:cNvSpPr>
          <p:nvPr/>
        </p:nvSpPr>
        <p:spPr bwMode="auto">
          <a:xfrm>
            <a:off x="1828800" y="1784350"/>
            <a:ext cx="8458200" cy="1416050"/>
          </a:xfrm>
          <a:prstGeom prst="rect">
            <a:avLst/>
          </a:prstGeom>
          <a:gradFill rotWithShape="1">
            <a:gsLst>
              <a:gs pos="0">
                <a:schemeClr val="bg1"/>
              </a:gs>
              <a:gs pos="100000">
                <a:srgbClr val="00FF00"/>
              </a:gs>
            </a:gsLst>
            <a:lin ang="5400000" scaled="1"/>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lnSpc>
                <a:spcPct val="120000"/>
              </a:lnSpc>
              <a:spcBef>
                <a:spcPct val="10000"/>
              </a:spcBef>
              <a:spcAft>
                <a:spcPct val="0"/>
              </a:spcAft>
              <a:buClr>
                <a:srgbClr val="CC0000"/>
              </a:buClr>
              <a:buFont typeface="Wingdings" panose="05000000000000000000" pitchFamily="2" charset="2"/>
              <a:buChar char="§"/>
            </a:pPr>
            <a:r>
              <a:rPr lang="en-US" altLang="zh-CN" sz="2400">
                <a:solidFill>
                  <a:srgbClr val="000000"/>
                </a:solidFill>
                <a:latin typeface="Times New Roman" panose="02020603050405020304" pitchFamily="18" charset="0"/>
              </a:rPr>
              <a:t> </a:t>
            </a:r>
            <a:r>
              <a:rPr lang="en-US" altLang="zh-CN" sz="2400" b="1">
                <a:solidFill>
                  <a:srgbClr val="000000"/>
                </a:solidFill>
                <a:latin typeface="Times New Roman" panose="02020603050405020304" pitchFamily="18" charset="0"/>
              </a:rPr>
              <a:t>EXPERT</a:t>
            </a:r>
            <a:r>
              <a:rPr lang="zh-CN" altLang="en-US" sz="2400" b="1">
                <a:solidFill>
                  <a:srgbClr val="000000"/>
                </a:solidFill>
                <a:latin typeface="Times New Roman" panose="02020603050405020304" pitchFamily="18" charset="0"/>
              </a:rPr>
              <a:t>系统</a:t>
            </a:r>
            <a:r>
              <a:rPr lang="en-US" altLang="zh-CN" sz="2400" b="1">
                <a:solidFill>
                  <a:srgbClr val="000000"/>
                </a:solidFill>
                <a:latin typeface="Times New Roman" panose="02020603050405020304" pitchFamily="18" charset="0"/>
              </a:rPr>
              <a:t>: </a:t>
            </a:r>
            <a:r>
              <a:rPr lang="zh-CN" altLang="en-US" sz="2400" b="1">
                <a:solidFill>
                  <a:srgbClr val="000000"/>
                </a:solidFill>
                <a:latin typeface="Times New Roman" panose="02020603050405020304" pitchFamily="18" charset="0"/>
              </a:rPr>
              <a:t>威斯（</a:t>
            </a:r>
            <a:r>
              <a:rPr lang="en-US" altLang="zh-CN" sz="2400" b="1">
                <a:solidFill>
                  <a:srgbClr val="000000"/>
                </a:solidFill>
                <a:latin typeface="Times New Roman" panose="02020603050405020304" pitchFamily="18" charset="0"/>
              </a:rPr>
              <a:t>Weiss</a:t>
            </a:r>
            <a:r>
              <a:rPr lang="zh-CN" altLang="en-US" sz="2400" b="1">
                <a:solidFill>
                  <a:srgbClr val="000000"/>
                </a:solidFill>
                <a:latin typeface="Times New Roman" panose="02020603050405020304" pitchFamily="18" charset="0"/>
              </a:rPr>
              <a:t>）、库里科斯基（</a:t>
            </a:r>
            <a:r>
              <a:rPr lang="en-US" altLang="zh-CN" sz="2400" b="1">
                <a:solidFill>
                  <a:srgbClr val="000000"/>
                </a:solidFill>
                <a:latin typeface="Times New Roman" panose="02020603050405020304" pitchFamily="18" charset="0"/>
              </a:rPr>
              <a:t>Kulikowski</a:t>
            </a:r>
            <a:r>
              <a:rPr lang="zh-CN" altLang="en-US" sz="2400" b="1">
                <a:solidFill>
                  <a:srgbClr val="000000"/>
                </a:solidFill>
                <a:latin typeface="Times New Roman" panose="02020603050405020304" pitchFamily="18" charset="0"/>
              </a:rPr>
              <a:t>）等人在</a:t>
            </a:r>
            <a:r>
              <a:rPr lang="en-US" altLang="zh-CN" sz="2400" b="1">
                <a:solidFill>
                  <a:srgbClr val="000000"/>
                </a:solidFill>
                <a:latin typeface="Times New Roman" panose="02020603050405020304" pitchFamily="18" charset="0"/>
              </a:rPr>
              <a:t>CASNET</a:t>
            </a:r>
            <a:r>
              <a:rPr lang="zh-CN" altLang="en-US" sz="2400" b="1">
                <a:solidFill>
                  <a:srgbClr val="000000"/>
                </a:solidFill>
                <a:latin typeface="Times New Roman" panose="02020603050405020304" pitchFamily="18" charset="0"/>
              </a:rPr>
              <a:t>系统（青光眼诊断系统）等的基础上于</a:t>
            </a:r>
            <a:r>
              <a:rPr lang="en-US" altLang="zh-CN" sz="2400" b="1">
                <a:solidFill>
                  <a:srgbClr val="000000"/>
                </a:solidFill>
                <a:latin typeface="Times New Roman" panose="02020603050405020304" pitchFamily="18" charset="0"/>
              </a:rPr>
              <a:t>1981</a:t>
            </a:r>
            <a:r>
              <a:rPr lang="zh-CN" altLang="en-US" sz="2400" b="1">
                <a:solidFill>
                  <a:srgbClr val="000000"/>
                </a:solidFill>
                <a:latin typeface="Times New Roman" panose="02020603050405020304" pitchFamily="18" charset="0"/>
              </a:rPr>
              <a:t>年设计完成的一个骨架系统，适用开发诊断和分类型专家系统。</a:t>
            </a:r>
            <a:r>
              <a:rPr lang="zh-CN" altLang="en-US" sz="2400">
                <a:solidFill>
                  <a:srgbClr val="000000"/>
                </a:solidFill>
                <a:latin typeface="Times New Roman" panose="02020603050405020304" pitchFamily="18" charset="0"/>
              </a:rPr>
              <a:t> </a:t>
            </a:r>
            <a:endParaRPr lang="zh-CN" altLang="en-US" sz="2400">
              <a:solidFill>
                <a:srgbClr val="000000"/>
              </a:solidFill>
              <a:latin typeface="Times New Roman" panose="02020603050405020304" pitchFamily="18" charset="0"/>
            </a:endParaRPr>
          </a:p>
        </p:txBody>
      </p:sp>
      <p:sp>
        <p:nvSpPr>
          <p:cNvPr id="646149" name="Text Box 5"/>
          <p:cNvSpPr txBox="1">
            <a:spLocks noChangeArrowheads="1"/>
          </p:cNvSpPr>
          <p:nvPr/>
        </p:nvSpPr>
        <p:spPr bwMode="auto">
          <a:xfrm>
            <a:off x="1828800" y="4056064"/>
            <a:ext cx="8458200" cy="1963737"/>
          </a:xfrm>
          <a:prstGeom prst="rect">
            <a:avLst/>
          </a:prstGeom>
          <a:gradFill rotWithShape="1">
            <a:gsLst>
              <a:gs pos="0">
                <a:srgbClr val="FFFF00"/>
              </a:gs>
              <a:gs pos="100000">
                <a:schemeClr val="bg1"/>
              </a:gs>
            </a:gsLst>
            <a:path path="rect">
              <a:fillToRect l="100000" t="10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lnSpc>
                <a:spcPct val="120000"/>
              </a:lnSpc>
              <a:spcBef>
                <a:spcPct val="10000"/>
              </a:spcBef>
              <a:spcAft>
                <a:spcPct val="0"/>
              </a:spcAft>
              <a:buClr>
                <a:srgbClr val="CC0000"/>
              </a:buClr>
              <a:buFont typeface="Wingdings" panose="05000000000000000000" pitchFamily="2" charset="2"/>
              <a:buChar char="§"/>
            </a:pPr>
            <a:r>
              <a:rPr lang="en-US" altLang="zh-CN" sz="2400">
                <a:solidFill>
                  <a:srgbClr val="000000"/>
                </a:solidFill>
                <a:latin typeface="Times New Roman" panose="02020603050405020304" pitchFamily="18" charset="0"/>
              </a:rPr>
              <a:t> </a:t>
            </a:r>
            <a:r>
              <a:rPr lang="en-US" altLang="zh-CN" sz="2400" b="1">
                <a:solidFill>
                  <a:srgbClr val="000000"/>
                </a:solidFill>
                <a:latin typeface="Times New Roman" panose="02020603050405020304" pitchFamily="18" charset="0"/>
              </a:rPr>
              <a:t>EXPERT</a:t>
            </a:r>
            <a:r>
              <a:rPr lang="zh-CN" altLang="en-US" sz="2400" b="1">
                <a:solidFill>
                  <a:srgbClr val="000000"/>
                </a:solidFill>
                <a:latin typeface="Times New Roman" panose="02020603050405020304" pitchFamily="18" charset="0"/>
              </a:rPr>
              <a:t>系统的知识由</a:t>
            </a:r>
            <a:r>
              <a:rPr lang="zh-CN" altLang="en-US" sz="2400" b="1">
                <a:solidFill>
                  <a:srgbClr val="0000FF"/>
                </a:solidFill>
                <a:latin typeface="Times New Roman" panose="02020603050405020304" pitchFamily="18" charset="0"/>
              </a:rPr>
              <a:t>假设</a:t>
            </a:r>
            <a:r>
              <a:rPr lang="zh-CN" altLang="en-US" sz="2400" b="1">
                <a:solidFill>
                  <a:srgbClr val="000000"/>
                </a:solidFill>
                <a:latin typeface="Times New Roman" panose="02020603050405020304" pitchFamily="18" charset="0"/>
              </a:rPr>
              <a:t>、</a:t>
            </a:r>
            <a:r>
              <a:rPr lang="zh-CN" altLang="en-US" sz="2400" b="1">
                <a:solidFill>
                  <a:srgbClr val="0000FF"/>
                </a:solidFill>
                <a:latin typeface="Times New Roman" panose="02020603050405020304" pitchFamily="18" charset="0"/>
              </a:rPr>
              <a:t>事实</a:t>
            </a:r>
            <a:r>
              <a:rPr lang="zh-CN" altLang="en-US" sz="2400" b="1">
                <a:solidFill>
                  <a:srgbClr val="000000"/>
                </a:solidFill>
                <a:latin typeface="Times New Roman" panose="02020603050405020304" pitchFamily="18" charset="0"/>
              </a:rPr>
              <a:t>和</a:t>
            </a:r>
            <a:r>
              <a:rPr lang="zh-CN" altLang="en-US" sz="2400" b="1">
                <a:solidFill>
                  <a:srgbClr val="0000FF"/>
                </a:solidFill>
                <a:latin typeface="Times New Roman" panose="02020603050405020304" pitchFamily="18" charset="0"/>
              </a:rPr>
              <a:t>决策规则</a:t>
            </a:r>
            <a:r>
              <a:rPr lang="zh-CN" altLang="en-US" sz="2400" b="1">
                <a:solidFill>
                  <a:srgbClr val="000000"/>
                </a:solidFill>
                <a:latin typeface="Times New Roman" panose="02020603050405020304" pitchFamily="18" charset="0"/>
              </a:rPr>
              <a:t>三部分组成。</a:t>
            </a:r>
            <a:endParaRPr lang="zh-CN" altLang="en-US" sz="2400" b="1">
              <a:solidFill>
                <a:srgbClr val="000000"/>
              </a:solidFill>
              <a:latin typeface="Times New Roman" panose="02020603050405020304" pitchFamily="18" charset="0"/>
            </a:endParaRPr>
          </a:p>
          <a:p>
            <a:pPr algn="just" fontAlgn="base">
              <a:lnSpc>
                <a:spcPct val="120000"/>
              </a:lnSpc>
              <a:spcBef>
                <a:spcPct val="10000"/>
              </a:spcBef>
              <a:spcAft>
                <a:spcPct val="0"/>
              </a:spcAft>
              <a:buClr>
                <a:srgbClr val="0000FF"/>
              </a:buClr>
              <a:buSzPct val="50000"/>
              <a:buFont typeface="Wingdings" panose="05000000000000000000" pitchFamily="2" charset="2"/>
              <a:buChar char="l"/>
            </a:pPr>
            <a:r>
              <a:rPr lang="zh-CN" altLang="en-US" sz="2400" b="1">
                <a:solidFill>
                  <a:srgbClr val="000000"/>
                </a:solidFill>
              </a:rPr>
              <a:t> 事实：有待观察、测量和确定的证据。</a:t>
            </a:r>
            <a:endParaRPr lang="zh-CN" altLang="en-US" sz="2400" b="1">
              <a:solidFill>
                <a:srgbClr val="000000"/>
              </a:solidFill>
            </a:endParaRPr>
          </a:p>
          <a:p>
            <a:pPr algn="just" fontAlgn="base">
              <a:lnSpc>
                <a:spcPct val="120000"/>
              </a:lnSpc>
              <a:spcBef>
                <a:spcPct val="10000"/>
              </a:spcBef>
              <a:spcAft>
                <a:spcPct val="0"/>
              </a:spcAft>
              <a:buClr>
                <a:srgbClr val="0000FF"/>
              </a:buClr>
              <a:buSzPct val="50000"/>
              <a:buFont typeface="Wingdings" panose="05000000000000000000" pitchFamily="2" charset="2"/>
              <a:buChar char="l"/>
            </a:pPr>
            <a:r>
              <a:rPr lang="zh-CN" altLang="en-US" sz="2400" b="1">
                <a:solidFill>
                  <a:srgbClr val="000000"/>
                </a:solidFill>
              </a:rPr>
              <a:t> 假设：由系统推出来的结论。</a:t>
            </a:r>
            <a:endParaRPr lang="zh-CN" altLang="en-US" sz="2400" b="1">
              <a:solidFill>
                <a:srgbClr val="000000"/>
              </a:solidFill>
            </a:endParaRPr>
          </a:p>
          <a:p>
            <a:pPr algn="just" fontAlgn="base">
              <a:lnSpc>
                <a:spcPct val="120000"/>
              </a:lnSpc>
              <a:spcBef>
                <a:spcPct val="10000"/>
              </a:spcBef>
              <a:spcAft>
                <a:spcPct val="0"/>
              </a:spcAft>
              <a:buClr>
                <a:srgbClr val="0000FF"/>
              </a:buClr>
              <a:buSzPct val="50000"/>
              <a:buFont typeface="Wingdings" panose="05000000000000000000" pitchFamily="2" charset="2"/>
              <a:buChar char="l"/>
            </a:pPr>
            <a:r>
              <a:rPr lang="zh-CN" altLang="en-US" sz="2400" b="1">
                <a:solidFill>
                  <a:srgbClr val="000000"/>
                </a:solidFill>
              </a:rPr>
              <a:t> 规则：描述事实和假设之间的逻辑关系。</a:t>
            </a:r>
            <a:r>
              <a:rPr lang="zh-CN" altLang="en-US" sz="2400">
                <a:solidFill>
                  <a:srgbClr val="000000"/>
                </a:solidFill>
              </a:rPr>
              <a:t> </a:t>
            </a:r>
            <a:endParaRPr lang="zh-CN" altLang="en-US" sz="2400">
              <a:solidFill>
                <a:srgbClr val="000000"/>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46148"/>
                                        </p:tgtEl>
                                        <p:attrNameLst>
                                          <p:attrName>style.visibility</p:attrName>
                                        </p:attrNameLst>
                                      </p:cBhvr>
                                      <p:to>
                                        <p:strVal val="visible"/>
                                      </p:to>
                                    </p:set>
                                    <p:animEffect transition="in" filter="checkerboard(across)">
                                      <p:cBhvr>
                                        <p:cTn id="7" dur="500"/>
                                        <p:tgtEl>
                                          <p:spTgt spid="646148"/>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46149"/>
                                        </p:tgtEl>
                                        <p:attrNameLst>
                                          <p:attrName>style.visibility</p:attrName>
                                        </p:attrNameLst>
                                      </p:cBhvr>
                                      <p:to>
                                        <p:strVal val="visible"/>
                                      </p:to>
                                    </p:set>
                                    <p:animEffect transition="in" filter="checkerboard(across)">
                                      <p:cBhvr>
                                        <p:cTn id="12" dur="500"/>
                                        <p:tgtEl>
                                          <p:spTgt spid="646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6148" grpId="0" animBg="1" autoUpdateAnimBg="0"/>
      <p:bldP spid="646149" grpId="0" animBg="1"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0"/>
          </p:nvPr>
        </p:nvSpPr>
        <p:spPr/>
        <p:txBody>
          <a:bodyPr/>
          <a:lstStyle/>
          <a:p>
            <a:pPr fontAlgn="base">
              <a:spcBef>
                <a:spcPct val="0"/>
              </a:spcBef>
              <a:spcAft>
                <a:spcPct val="0"/>
              </a:spcAft>
              <a:defRPr/>
            </a:pPr>
            <a:fld id="{61839184-F30E-4ED6-BA1E-6E5E8811D8C2}" type="slidenum">
              <a:rPr lang="ja-JP" altLang="en-US">
                <a:latin typeface="Arial" panose="020B0604020202020204"/>
              </a:rPr>
            </a:fld>
            <a:endParaRPr lang="en-US" altLang="ja-JP">
              <a:latin typeface="Arial" panose="020B0604020202020204"/>
            </a:endParaRPr>
          </a:p>
        </p:txBody>
      </p:sp>
      <p:sp>
        <p:nvSpPr>
          <p:cNvPr id="491523"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cs typeface="Times New Roman" panose="02020603050405020304" pitchFamily="18" charset="0"/>
              </a:rPr>
              <a:t>10.9.1  </a:t>
            </a:r>
            <a:r>
              <a:rPr lang="zh-CN" altLang="en-US" sz="4200" b="0">
                <a:latin typeface="Times New Roman" panose="02020603050405020304" pitchFamily="18" charset="0"/>
                <a:ea typeface="黑体" panose="02010609060101010101" pitchFamily="49" charset="-122"/>
                <a:cs typeface="Times New Roman" panose="02020603050405020304" pitchFamily="18" charset="0"/>
              </a:rPr>
              <a:t>骨架系统</a:t>
            </a:r>
            <a:endParaRPr lang="zh-CN" altLang="en-US" sz="4200" b="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91524"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600" b="1">
                <a:solidFill>
                  <a:srgbClr val="000000"/>
                </a:solidFill>
                <a:latin typeface="Times New Roman" panose="02020603050405020304" pitchFamily="18" charset="0"/>
                <a:cs typeface="Times New Roman" panose="02020603050405020304" pitchFamily="18" charset="0"/>
              </a:rPr>
              <a:t> 3. EXPERT</a:t>
            </a:r>
            <a:r>
              <a:rPr lang="zh-CN" altLang="en-US" sz="2600" b="1">
                <a:solidFill>
                  <a:srgbClr val="000000"/>
                </a:solidFill>
                <a:latin typeface="Times New Roman" panose="02020603050405020304" pitchFamily="18" charset="0"/>
                <a:cs typeface="Times New Roman" panose="02020603050405020304" pitchFamily="18" charset="0"/>
              </a:rPr>
              <a:t>系统</a:t>
            </a:r>
            <a:r>
              <a:rPr lang="zh-CN" altLang="en-US" b="1">
                <a:solidFill>
                  <a:srgbClr val="000000"/>
                </a:solidFill>
                <a:latin typeface="Times New Roman" panose="02020603050405020304" pitchFamily="18" charset="0"/>
              </a:rPr>
              <a:t> </a:t>
            </a:r>
            <a:endParaRPr lang="zh-CN" altLang="en-US" b="1">
              <a:solidFill>
                <a:srgbClr val="000000"/>
              </a:solidFill>
              <a:latin typeface="Times New Roman" panose="02020603050405020304" pitchFamily="18" charset="0"/>
            </a:endParaRPr>
          </a:p>
        </p:txBody>
      </p:sp>
      <p:sp>
        <p:nvSpPr>
          <p:cNvPr id="647172" name="Text Box 4"/>
          <p:cNvSpPr txBox="1">
            <a:spLocks noChangeArrowheads="1"/>
          </p:cNvSpPr>
          <p:nvPr/>
        </p:nvSpPr>
        <p:spPr bwMode="auto">
          <a:xfrm>
            <a:off x="1866900" y="3200401"/>
            <a:ext cx="8458200" cy="1014413"/>
          </a:xfrm>
          <a:prstGeom prst="rect">
            <a:avLst/>
          </a:prstGeom>
          <a:gradFill rotWithShape="1">
            <a:gsLst>
              <a:gs pos="0">
                <a:srgbClr val="00FFFF"/>
              </a:gs>
              <a:gs pos="100000">
                <a:schemeClr val="bg1"/>
              </a:gs>
            </a:gsLst>
            <a:path path="rect">
              <a:fillToRect l="100000" b="10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lnSpc>
                <a:spcPct val="120000"/>
              </a:lnSpc>
              <a:spcBef>
                <a:spcPct val="10000"/>
              </a:spcBef>
              <a:spcAft>
                <a:spcPct val="0"/>
              </a:spcAft>
              <a:buClr>
                <a:srgbClr val="CC0000"/>
              </a:buClr>
              <a:buFont typeface="Wingdings" panose="05000000000000000000" pitchFamily="2" charset="2"/>
              <a:buChar char="§"/>
            </a:pPr>
            <a:r>
              <a:rPr lang="en-US" altLang="zh-CN" sz="2400" b="1">
                <a:solidFill>
                  <a:srgbClr val="000000"/>
                </a:solidFill>
                <a:latin typeface="Times New Roman" panose="02020603050405020304" pitchFamily="18" charset="0"/>
              </a:rPr>
              <a:t> FH</a:t>
            </a:r>
            <a:r>
              <a:rPr lang="zh-CN" altLang="en-US" sz="2400" b="1">
                <a:solidFill>
                  <a:srgbClr val="000000"/>
                </a:solidFill>
                <a:latin typeface="Times New Roman" panose="02020603050405020304" pitchFamily="18" charset="0"/>
              </a:rPr>
              <a:t>规则：从事实到假设的规则。</a:t>
            </a:r>
            <a:endParaRPr lang="zh-CN" altLang="en-US" sz="2400" b="1">
              <a:solidFill>
                <a:srgbClr val="000000"/>
              </a:solidFill>
              <a:latin typeface="Times New Roman" panose="02020603050405020304" pitchFamily="18" charset="0"/>
            </a:endParaRPr>
          </a:p>
          <a:p>
            <a:pPr algn="just" fontAlgn="base">
              <a:lnSpc>
                <a:spcPct val="120000"/>
              </a:lnSpc>
              <a:spcBef>
                <a:spcPct val="10000"/>
              </a:spcBef>
              <a:spcAft>
                <a:spcPct val="0"/>
              </a:spcAft>
              <a:buClr>
                <a:srgbClr val="CC0000"/>
              </a:buClr>
            </a:pPr>
            <a:r>
              <a:rPr lang="zh-CN" altLang="en-US" sz="2400" b="1">
                <a:solidFill>
                  <a:srgbClr val="000000"/>
                </a:solidFill>
                <a:latin typeface="Times New Roman" panose="02020603050405020304" pitchFamily="18" charset="0"/>
              </a:rPr>
              <a:t>      </a:t>
            </a:r>
            <a:r>
              <a:rPr lang="en-US" altLang="zh-CN" sz="2400" b="1" i="1">
                <a:solidFill>
                  <a:srgbClr val="000000"/>
                </a:solidFill>
                <a:latin typeface="Times New Roman" panose="02020603050405020304" pitchFamily="18" charset="0"/>
              </a:rPr>
              <a:t>F</a:t>
            </a:r>
            <a:r>
              <a:rPr lang="en-US" altLang="zh-CN" sz="2400" b="1">
                <a:solidFill>
                  <a:srgbClr val="000000"/>
                </a:solidFill>
                <a:latin typeface="Times New Roman" panose="02020603050405020304" pitchFamily="18" charset="0"/>
              </a:rPr>
              <a:t>(</a:t>
            </a:r>
            <a:r>
              <a:rPr lang="en-US" altLang="zh-CN" sz="2400" b="1" i="1">
                <a:solidFill>
                  <a:srgbClr val="000000"/>
                </a:solidFill>
                <a:latin typeface="Times New Roman" panose="02020603050405020304" pitchFamily="18" charset="0"/>
              </a:rPr>
              <a:t>A, T</a:t>
            </a:r>
            <a:r>
              <a:rPr lang="en-US" altLang="zh-CN" sz="2400" b="1">
                <a:solidFill>
                  <a:srgbClr val="000000"/>
                </a:solidFill>
                <a:latin typeface="Times New Roman" panose="02020603050405020304" pitchFamily="18" charset="0"/>
              </a:rPr>
              <a:t>) &amp; </a:t>
            </a:r>
            <a:r>
              <a:rPr lang="en-US" altLang="zh-CN" sz="2400" b="1" i="1">
                <a:solidFill>
                  <a:srgbClr val="000000"/>
                </a:solidFill>
                <a:latin typeface="Times New Roman" panose="02020603050405020304" pitchFamily="18" charset="0"/>
              </a:rPr>
              <a:t>F</a:t>
            </a:r>
            <a:r>
              <a:rPr lang="en-US" altLang="zh-CN" sz="2400" b="1">
                <a:solidFill>
                  <a:srgbClr val="000000"/>
                </a:solidFill>
                <a:latin typeface="Times New Roman" panose="02020603050405020304" pitchFamily="18" charset="0"/>
              </a:rPr>
              <a:t>(</a:t>
            </a:r>
            <a:r>
              <a:rPr lang="en-US" altLang="zh-CN" sz="2400" b="1" i="1">
                <a:solidFill>
                  <a:srgbClr val="000000"/>
                </a:solidFill>
                <a:latin typeface="Times New Roman" panose="02020603050405020304" pitchFamily="18" charset="0"/>
              </a:rPr>
              <a:t>B</a:t>
            </a:r>
            <a:r>
              <a:rPr lang="en-US" altLang="zh-CN" sz="2400" b="1">
                <a:solidFill>
                  <a:srgbClr val="000000"/>
                </a:solidFill>
                <a:latin typeface="Times New Roman" panose="02020603050405020304" pitchFamily="18" charset="0"/>
              </a:rPr>
              <a:t>, </a:t>
            </a:r>
            <a:r>
              <a:rPr lang="en-US" altLang="zh-CN" sz="2400" b="1" i="1">
                <a:solidFill>
                  <a:srgbClr val="000000"/>
                </a:solidFill>
                <a:latin typeface="Times New Roman" panose="02020603050405020304" pitchFamily="18" charset="0"/>
              </a:rPr>
              <a:t>F</a:t>
            </a:r>
            <a:r>
              <a:rPr lang="en-US" altLang="zh-CN" sz="2400" b="1">
                <a:solidFill>
                  <a:srgbClr val="000000"/>
                </a:solidFill>
                <a:latin typeface="Times New Roman" panose="02020603050405020304" pitchFamily="18" charset="0"/>
              </a:rPr>
              <a:t>) &amp; [1: </a:t>
            </a:r>
            <a:r>
              <a:rPr lang="en-US" altLang="zh-CN" sz="2400" b="1" i="1">
                <a:solidFill>
                  <a:srgbClr val="000000"/>
                </a:solidFill>
                <a:latin typeface="Times New Roman" panose="02020603050405020304" pitchFamily="18" charset="0"/>
              </a:rPr>
              <a:t>F</a:t>
            </a:r>
            <a:r>
              <a:rPr lang="en-US" altLang="zh-CN" sz="2400" b="1">
                <a:solidFill>
                  <a:srgbClr val="000000"/>
                </a:solidFill>
                <a:latin typeface="Times New Roman" panose="02020603050405020304" pitchFamily="18" charset="0"/>
              </a:rPr>
              <a:t>(</a:t>
            </a:r>
            <a:r>
              <a:rPr lang="en-US" altLang="zh-CN" sz="2400" b="1" i="1">
                <a:solidFill>
                  <a:srgbClr val="000000"/>
                </a:solidFill>
                <a:latin typeface="Times New Roman" panose="02020603050405020304" pitchFamily="18" charset="0"/>
              </a:rPr>
              <a:t>C</a:t>
            </a:r>
            <a:r>
              <a:rPr lang="en-US" altLang="zh-CN" sz="2400" b="1">
                <a:solidFill>
                  <a:srgbClr val="000000"/>
                </a:solidFill>
                <a:latin typeface="Times New Roman" panose="02020603050405020304" pitchFamily="18" charset="0"/>
              </a:rPr>
              <a:t>, </a:t>
            </a:r>
            <a:r>
              <a:rPr lang="en-US" altLang="zh-CN" sz="2400" b="1" i="1">
                <a:solidFill>
                  <a:srgbClr val="000000"/>
                </a:solidFill>
                <a:latin typeface="Times New Roman" panose="02020603050405020304" pitchFamily="18" charset="0"/>
              </a:rPr>
              <a:t>T</a:t>
            </a:r>
            <a:r>
              <a:rPr lang="en-US" altLang="zh-CN" sz="2400" b="1">
                <a:solidFill>
                  <a:srgbClr val="000000"/>
                </a:solidFill>
                <a:latin typeface="Times New Roman" panose="02020603050405020304" pitchFamily="18" charset="0"/>
              </a:rPr>
              <a:t>), </a:t>
            </a:r>
            <a:r>
              <a:rPr lang="en-US" altLang="zh-CN" sz="2400" b="1" i="1">
                <a:solidFill>
                  <a:srgbClr val="000000"/>
                </a:solidFill>
                <a:latin typeface="Times New Roman" panose="02020603050405020304" pitchFamily="18" charset="0"/>
              </a:rPr>
              <a:t>F</a:t>
            </a:r>
            <a:r>
              <a:rPr lang="en-US" altLang="zh-CN" sz="2400" b="1">
                <a:solidFill>
                  <a:srgbClr val="000000"/>
                </a:solidFill>
                <a:latin typeface="Times New Roman" panose="02020603050405020304" pitchFamily="18" charset="0"/>
              </a:rPr>
              <a:t>(</a:t>
            </a:r>
            <a:r>
              <a:rPr lang="en-US" altLang="zh-CN" sz="2400" b="1" i="1">
                <a:solidFill>
                  <a:srgbClr val="000000"/>
                </a:solidFill>
                <a:latin typeface="Times New Roman" panose="02020603050405020304" pitchFamily="18" charset="0"/>
              </a:rPr>
              <a:t>D</a:t>
            </a:r>
            <a:r>
              <a:rPr lang="en-US" altLang="zh-CN" sz="2400" b="1">
                <a:solidFill>
                  <a:srgbClr val="000000"/>
                </a:solidFill>
                <a:latin typeface="Times New Roman" panose="02020603050405020304" pitchFamily="18" charset="0"/>
              </a:rPr>
              <a:t>, </a:t>
            </a:r>
            <a:r>
              <a:rPr lang="en-US" altLang="zh-CN" sz="2400" b="1" i="1">
                <a:solidFill>
                  <a:srgbClr val="000000"/>
                </a:solidFill>
                <a:latin typeface="Times New Roman" panose="02020603050405020304" pitchFamily="18" charset="0"/>
              </a:rPr>
              <a:t>F</a:t>
            </a:r>
            <a:r>
              <a:rPr lang="en-US" altLang="zh-CN" sz="2400" b="1">
                <a:solidFill>
                  <a:srgbClr val="000000"/>
                </a:solidFill>
                <a:latin typeface="Times New Roman" panose="02020603050405020304" pitchFamily="18" charset="0"/>
              </a:rPr>
              <a:t>)] → </a:t>
            </a:r>
            <a:r>
              <a:rPr lang="en-US" altLang="zh-CN" sz="2400" b="1" i="1">
                <a:solidFill>
                  <a:srgbClr val="000000"/>
                </a:solidFill>
                <a:latin typeface="Times New Roman" panose="02020603050405020304" pitchFamily="18" charset="0"/>
              </a:rPr>
              <a:t>H</a:t>
            </a:r>
            <a:r>
              <a:rPr lang="en-US" altLang="zh-CN" sz="2400" b="1">
                <a:solidFill>
                  <a:srgbClr val="000000"/>
                </a:solidFill>
                <a:latin typeface="Times New Roman" panose="02020603050405020304" pitchFamily="18" charset="0"/>
              </a:rPr>
              <a:t>(</a:t>
            </a:r>
            <a:r>
              <a:rPr lang="en-US" altLang="zh-CN" sz="2400" b="1" i="1">
                <a:solidFill>
                  <a:srgbClr val="000000"/>
                </a:solidFill>
                <a:latin typeface="Times New Roman" panose="02020603050405020304" pitchFamily="18" charset="0"/>
              </a:rPr>
              <a:t>E</a:t>
            </a:r>
            <a:r>
              <a:rPr lang="en-US" altLang="zh-CN" sz="2400" b="1">
                <a:solidFill>
                  <a:srgbClr val="000000"/>
                </a:solidFill>
                <a:latin typeface="Times New Roman" panose="02020603050405020304" pitchFamily="18" charset="0"/>
              </a:rPr>
              <a:t>, 0.5) </a:t>
            </a:r>
            <a:endParaRPr lang="en-US" altLang="zh-CN" sz="2400" b="1">
              <a:solidFill>
                <a:srgbClr val="000000"/>
              </a:solidFill>
              <a:latin typeface="Times New Roman" panose="02020603050405020304" pitchFamily="18" charset="0"/>
            </a:endParaRPr>
          </a:p>
        </p:txBody>
      </p:sp>
      <p:sp>
        <p:nvSpPr>
          <p:cNvPr id="647173" name="Text Box 5"/>
          <p:cNvSpPr txBox="1">
            <a:spLocks noChangeArrowheads="1"/>
          </p:cNvSpPr>
          <p:nvPr/>
        </p:nvSpPr>
        <p:spPr bwMode="auto">
          <a:xfrm>
            <a:off x="1866900" y="4648200"/>
            <a:ext cx="8458200" cy="973280"/>
          </a:xfrm>
          <a:prstGeom prst="rect">
            <a:avLst/>
          </a:prstGeom>
          <a:gradFill rotWithShape="1">
            <a:gsLst>
              <a:gs pos="0">
                <a:srgbClr val="00FFFF"/>
              </a:gs>
              <a:gs pos="100000">
                <a:schemeClr val="bg1"/>
              </a:gs>
            </a:gsLst>
            <a:path path="rect">
              <a:fillToRect l="100000" b="10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lnSpc>
                <a:spcPct val="120000"/>
              </a:lnSpc>
              <a:spcBef>
                <a:spcPct val="10000"/>
              </a:spcBef>
              <a:spcAft>
                <a:spcPct val="0"/>
              </a:spcAft>
              <a:buClr>
                <a:srgbClr val="CC0000"/>
              </a:buClr>
              <a:buFont typeface="Wingdings" panose="05000000000000000000" pitchFamily="2" charset="2"/>
              <a:buChar char="§"/>
            </a:pPr>
            <a:r>
              <a:rPr lang="en-US" altLang="zh-CN" sz="2400">
                <a:solidFill>
                  <a:srgbClr val="000000"/>
                </a:solidFill>
                <a:latin typeface="Times New Roman" panose="02020603050405020304" pitchFamily="18" charset="0"/>
              </a:rPr>
              <a:t> </a:t>
            </a:r>
            <a:r>
              <a:rPr lang="en-US" altLang="zh-CN" sz="2400" b="1">
                <a:solidFill>
                  <a:srgbClr val="000000"/>
                </a:solidFill>
                <a:latin typeface="Times New Roman" panose="02020603050405020304" pitchFamily="18" charset="0"/>
              </a:rPr>
              <a:t>HH</a:t>
            </a:r>
            <a:r>
              <a:rPr lang="zh-CN" altLang="en-US" sz="2400" b="1">
                <a:solidFill>
                  <a:srgbClr val="000000"/>
                </a:solidFill>
                <a:latin typeface="Times New Roman" panose="02020603050405020304" pitchFamily="18" charset="0"/>
              </a:rPr>
              <a:t>规则：从假设到假设的规则。 </a:t>
            </a:r>
            <a:endParaRPr lang="zh-CN" altLang="en-US" sz="2400" b="1">
              <a:solidFill>
                <a:srgbClr val="000000"/>
              </a:solidFill>
              <a:latin typeface="Times New Roman" panose="02020603050405020304" pitchFamily="18" charset="0"/>
            </a:endParaRPr>
          </a:p>
          <a:p>
            <a:pPr algn="just" fontAlgn="base">
              <a:lnSpc>
                <a:spcPct val="120000"/>
              </a:lnSpc>
              <a:spcBef>
                <a:spcPct val="10000"/>
              </a:spcBef>
              <a:spcAft>
                <a:spcPct val="0"/>
              </a:spcAft>
              <a:buClr>
                <a:srgbClr val="CC0000"/>
              </a:buClr>
            </a:pPr>
            <a:r>
              <a:rPr lang="zh-CN" altLang="en-US" sz="2400" b="1">
                <a:solidFill>
                  <a:srgbClr val="000000"/>
                </a:solidFill>
                <a:latin typeface="Times New Roman" panose="02020603050405020304" pitchFamily="18" charset="0"/>
              </a:rPr>
              <a:t>       </a:t>
            </a:r>
            <a:r>
              <a:rPr lang="en-US" altLang="zh-CN" sz="2400" b="1" i="1">
                <a:solidFill>
                  <a:srgbClr val="000000"/>
                </a:solidFill>
                <a:latin typeface="Times New Roman" panose="02020603050405020304" pitchFamily="18" charset="0"/>
              </a:rPr>
              <a:t>H</a:t>
            </a:r>
            <a:r>
              <a:rPr lang="zh-CN" altLang="en-US" sz="2400" b="1">
                <a:solidFill>
                  <a:srgbClr val="000000"/>
                </a:solidFill>
                <a:latin typeface="Times New Roman" panose="02020603050405020304" pitchFamily="18" charset="0"/>
              </a:rPr>
              <a:t>（</a:t>
            </a:r>
            <a:r>
              <a:rPr lang="en-US" altLang="zh-CN" sz="2400" b="1" i="1">
                <a:solidFill>
                  <a:srgbClr val="000000"/>
                </a:solidFill>
                <a:latin typeface="Times New Roman" panose="02020603050405020304" pitchFamily="18" charset="0"/>
              </a:rPr>
              <a:t>A</a:t>
            </a:r>
            <a:r>
              <a:rPr lang="en-US" altLang="zh-CN" sz="2400" b="1">
                <a:solidFill>
                  <a:srgbClr val="000000"/>
                </a:solidFill>
                <a:latin typeface="Times New Roman" panose="02020603050405020304" pitchFamily="18" charset="0"/>
              </a:rPr>
              <a:t>, 0.2:1</a:t>
            </a:r>
            <a:r>
              <a:rPr lang="zh-CN" altLang="en-US" sz="2400" b="1">
                <a:solidFill>
                  <a:srgbClr val="000000"/>
                </a:solidFill>
                <a:latin typeface="Times New Roman" panose="02020603050405020304" pitchFamily="18" charset="0"/>
              </a:rPr>
              <a:t>）</a:t>
            </a:r>
            <a:r>
              <a:rPr lang="en-US" altLang="zh-CN" sz="2400" b="1">
                <a:solidFill>
                  <a:srgbClr val="000000"/>
                </a:solidFill>
                <a:latin typeface="Times New Roman" panose="02020603050405020304" pitchFamily="18" charset="0"/>
              </a:rPr>
              <a:t>&amp; </a:t>
            </a:r>
            <a:r>
              <a:rPr lang="en-US" altLang="zh-CN" sz="2400" b="1" i="1">
                <a:solidFill>
                  <a:srgbClr val="000000"/>
                </a:solidFill>
                <a:latin typeface="Times New Roman" panose="02020603050405020304" pitchFamily="18" charset="0"/>
              </a:rPr>
              <a:t>H</a:t>
            </a:r>
            <a:r>
              <a:rPr lang="en-US" altLang="zh-CN" sz="2400" b="1">
                <a:solidFill>
                  <a:srgbClr val="000000"/>
                </a:solidFill>
                <a:latin typeface="Times New Roman" panose="02020603050405020304" pitchFamily="18" charset="0"/>
              </a:rPr>
              <a:t>(</a:t>
            </a:r>
            <a:r>
              <a:rPr lang="en-US" altLang="zh-CN" sz="2400" b="1" i="1">
                <a:solidFill>
                  <a:srgbClr val="000000"/>
                </a:solidFill>
                <a:latin typeface="Times New Roman" panose="02020603050405020304" pitchFamily="18" charset="0"/>
              </a:rPr>
              <a:t>B</a:t>
            </a:r>
            <a:r>
              <a:rPr lang="en-US" altLang="zh-CN" sz="2400" b="1">
                <a:solidFill>
                  <a:srgbClr val="000000"/>
                </a:solidFill>
                <a:latin typeface="Times New Roman" panose="02020603050405020304" pitchFamily="18" charset="0"/>
              </a:rPr>
              <a:t>, 0.1:1) → </a:t>
            </a:r>
            <a:r>
              <a:rPr lang="en-US" altLang="zh-CN" sz="2400" b="1" i="1">
                <a:solidFill>
                  <a:srgbClr val="000000"/>
                </a:solidFill>
                <a:latin typeface="Times New Roman" panose="02020603050405020304" pitchFamily="18" charset="0"/>
              </a:rPr>
              <a:t>H</a:t>
            </a:r>
            <a:r>
              <a:rPr lang="en-US" altLang="zh-CN" sz="2400" b="1">
                <a:solidFill>
                  <a:srgbClr val="000000"/>
                </a:solidFill>
                <a:latin typeface="Times New Roman" panose="02020603050405020304" pitchFamily="18" charset="0"/>
              </a:rPr>
              <a:t>(</a:t>
            </a:r>
            <a:r>
              <a:rPr lang="en-US" altLang="zh-CN" sz="2400" b="1" i="1">
                <a:solidFill>
                  <a:srgbClr val="000000"/>
                </a:solidFill>
                <a:latin typeface="Times New Roman" panose="02020603050405020304" pitchFamily="18" charset="0"/>
              </a:rPr>
              <a:t>C</a:t>
            </a:r>
            <a:r>
              <a:rPr lang="en-US" altLang="zh-CN" sz="2400" b="1">
                <a:solidFill>
                  <a:srgbClr val="000000"/>
                </a:solidFill>
                <a:latin typeface="Times New Roman" panose="02020603050405020304" pitchFamily="18" charset="0"/>
              </a:rPr>
              <a:t>, 1) </a:t>
            </a:r>
            <a:endParaRPr lang="en-US" altLang="zh-CN" sz="2400" b="1">
              <a:solidFill>
                <a:srgbClr val="000000"/>
              </a:solidFill>
              <a:latin typeface="Times New Roman" panose="02020603050405020304" pitchFamily="18" charset="0"/>
            </a:endParaRPr>
          </a:p>
        </p:txBody>
      </p:sp>
      <p:sp>
        <p:nvSpPr>
          <p:cNvPr id="647174" name="Text Box 6"/>
          <p:cNvSpPr txBox="1">
            <a:spLocks noChangeArrowheads="1"/>
          </p:cNvSpPr>
          <p:nvPr/>
        </p:nvSpPr>
        <p:spPr bwMode="auto">
          <a:xfrm>
            <a:off x="1828800" y="1804988"/>
            <a:ext cx="8458200" cy="973280"/>
          </a:xfrm>
          <a:prstGeom prst="rect">
            <a:avLst/>
          </a:prstGeom>
          <a:gradFill rotWithShape="1">
            <a:gsLst>
              <a:gs pos="0">
                <a:srgbClr val="00FFFF"/>
              </a:gs>
              <a:gs pos="100000">
                <a:schemeClr val="bg1"/>
              </a:gs>
            </a:gsLst>
            <a:path path="rect">
              <a:fillToRect l="100000" b="10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lnSpc>
                <a:spcPct val="120000"/>
              </a:lnSpc>
              <a:spcBef>
                <a:spcPct val="10000"/>
              </a:spcBef>
              <a:spcAft>
                <a:spcPct val="0"/>
              </a:spcAft>
              <a:buClr>
                <a:srgbClr val="CC0000"/>
              </a:buClr>
              <a:buFont typeface="Wingdings" panose="05000000000000000000" pitchFamily="2" charset="2"/>
              <a:buChar char="§"/>
            </a:pPr>
            <a:r>
              <a:rPr lang="en-US" altLang="zh-CN" sz="2400">
                <a:solidFill>
                  <a:srgbClr val="000000"/>
                </a:solidFill>
                <a:latin typeface="宋体" panose="02010600030101010101" pitchFamily="2" charset="-122"/>
              </a:rPr>
              <a:t> </a:t>
            </a:r>
            <a:r>
              <a:rPr lang="en-US" altLang="zh-CN" sz="2400" b="1">
                <a:solidFill>
                  <a:srgbClr val="000000"/>
                </a:solidFill>
                <a:latin typeface="Times New Roman" panose="02020603050405020304" pitchFamily="18" charset="0"/>
              </a:rPr>
              <a:t>FF</a:t>
            </a:r>
            <a:r>
              <a:rPr lang="zh-CN" altLang="en-US" sz="2400" b="1">
                <a:solidFill>
                  <a:srgbClr val="000000"/>
                </a:solidFill>
                <a:latin typeface="Times New Roman" panose="02020603050405020304" pitchFamily="18" charset="0"/>
              </a:rPr>
              <a:t>规则：从事实到事实的规则。</a:t>
            </a:r>
            <a:endParaRPr lang="zh-CN" altLang="en-US" sz="2400" b="1">
              <a:solidFill>
                <a:srgbClr val="000000"/>
              </a:solidFill>
              <a:latin typeface="Times New Roman" panose="02020603050405020304" pitchFamily="18" charset="0"/>
            </a:endParaRPr>
          </a:p>
          <a:p>
            <a:pPr algn="just" fontAlgn="base">
              <a:lnSpc>
                <a:spcPct val="120000"/>
              </a:lnSpc>
              <a:spcBef>
                <a:spcPct val="10000"/>
              </a:spcBef>
              <a:spcAft>
                <a:spcPct val="0"/>
              </a:spcAft>
              <a:buClr>
                <a:srgbClr val="CC0000"/>
              </a:buClr>
            </a:pPr>
            <a:r>
              <a:rPr lang="zh-CN" altLang="en-US" sz="2400" b="1">
                <a:solidFill>
                  <a:srgbClr val="000000"/>
                </a:solidFill>
                <a:latin typeface="Times New Roman" panose="02020603050405020304" pitchFamily="18" charset="0"/>
              </a:rPr>
              <a:t>      </a:t>
            </a:r>
            <a:r>
              <a:rPr lang="en-US" altLang="zh-CN" sz="2400" b="1" i="1">
                <a:solidFill>
                  <a:srgbClr val="000000"/>
                </a:solidFill>
                <a:latin typeface="Times New Roman" panose="02020603050405020304" pitchFamily="18" charset="0"/>
              </a:rPr>
              <a:t>F</a:t>
            </a:r>
            <a:r>
              <a:rPr lang="en-US" altLang="zh-CN" sz="2400" b="1">
                <a:solidFill>
                  <a:srgbClr val="000000"/>
                </a:solidFill>
                <a:latin typeface="Times New Roman" panose="02020603050405020304" pitchFamily="18" charset="0"/>
              </a:rPr>
              <a:t>(</a:t>
            </a:r>
            <a:r>
              <a:rPr lang="en-US" altLang="zh-CN" sz="2400" b="1" i="1">
                <a:solidFill>
                  <a:srgbClr val="000000"/>
                </a:solidFill>
                <a:latin typeface="Times New Roman" panose="02020603050405020304" pitchFamily="18" charset="0"/>
              </a:rPr>
              <a:t>M</a:t>
            </a:r>
            <a:r>
              <a:rPr lang="en-US" altLang="zh-CN" sz="2400" b="1">
                <a:solidFill>
                  <a:srgbClr val="000000"/>
                </a:solidFill>
                <a:latin typeface="Times New Roman" panose="02020603050405020304" pitchFamily="18" charset="0"/>
              </a:rPr>
              <a:t>, </a:t>
            </a:r>
            <a:r>
              <a:rPr lang="en-US" altLang="zh-CN" sz="2400" b="1" i="1">
                <a:solidFill>
                  <a:srgbClr val="000000"/>
                </a:solidFill>
                <a:latin typeface="Times New Roman" panose="02020603050405020304" pitchFamily="18" charset="0"/>
              </a:rPr>
              <a:t>T</a:t>
            </a:r>
            <a:r>
              <a:rPr lang="en-US" altLang="zh-CN" sz="2400" b="1">
                <a:solidFill>
                  <a:srgbClr val="000000"/>
                </a:solidFill>
                <a:latin typeface="Times New Roman" panose="02020603050405020304" pitchFamily="18" charset="0"/>
              </a:rPr>
              <a:t>) → </a:t>
            </a:r>
            <a:r>
              <a:rPr lang="en-US" altLang="zh-CN" sz="2400" b="1" i="1">
                <a:solidFill>
                  <a:srgbClr val="000000"/>
                </a:solidFill>
                <a:latin typeface="Times New Roman" panose="02020603050405020304" pitchFamily="18" charset="0"/>
              </a:rPr>
              <a:t>F</a:t>
            </a:r>
            <a:r>
              <a:rPr lang="en-US" altLang="zh-CN" sz="2400" b="1">
                <a:solidFill>
                  <a:srgbClr val="000000"/>
                </a:solidFill>
                <a:latin typeface="Times New Roman" panose="02020603050405020304" pitchFamily="18" charset="0"/>
              </a:rPr>
              <a:t>(</a:t>
            </a:r>
            <a:r>
              <a:rPr lang="en-US" altLang="zh-CN" sz="2400" b="1" i="1">
                <a:solidFill>
                  <a:srgbClr val="000000"/>
                </a:solidFill>
                <a:latin typeface="Times New Roman" panose="02020603050405020304" pitchFamily="18" charset="0"/>
              </a:rPr>
              <a:t>PREGP</a:t>
            </a:r>
            <a:r>
              <a:rPr lang="en-US" altLang="zh-CN" sz="2400" b="1">
                <a:solidFill>
                  <a:srgbClr val="000000"/>
                </a:solidFill>
                <a:latin typeface="Times New Roman" panose="02020603050405020304" pitchFamily="18" charset="0"/>
              </a:rPr>
              <a:t>, </a:t>
            </a:r>
            <a:r>
              <a:rPr lang="en-US" altLang="zh-CN" sz="2400" b="1" i="1">
                <a:solidFill>
                  <a:srgbClr val="000000"/>
                </a:solidFill>
                <a:latin typeface="Times New Roman" panose="02020603050405020304" pitchFamily="18" charset="0"/>
              </a:rPr>
              <a:t>F</a:t>
            </a:r>
            <a:r>
              <a:rPr lang="en-US" altLang="zh-CN" sz="2400" b="1">
                <a:solidFill>
                  <a:srgbClr val="000000"/>
                </a:solidFill>
                <a:latin typeface="Times New Roman" panose="02020603050405020304" pitchFamily="18" charset="0"/>
              </a:rPr>
              <a:t>)</a:t>
            </a:r>
            <a:r>
              <a:rPr lang="zh-CN" altLang="en-US" sz="2400" b="1">
                <a:solidFill>
                  <a:srgbClr val="000000"/>
                </a:solidFill>
                <a:latin typeface="Times New Roman" panose="02020603050405020304" pitchFamily="18" charset="0"/>
              </a:rPr>
              <a:t>： 如果</a:t>
            </a:r>
            <a:r>
              <a:rPr lang="en-US" altLang="zh-CN" sz="2400" b="1" i="1">
                <a:solidFill>
                  <a:srgbClr val="000000"/>
                </a:solidFill>
                <a:latin typeface="Times New Roman" panose="02020603050405020304" pitchFamily="18" charset="0"/>
              </a:rPr>
              <a:t>M</a:t>
            </a:r>
            <a:r>
              <a:rPr lang="zh-CN" altLang="en-US" sz="2400" b="1">
                <a:solidFill>
                  <a:srgbClr val="000000"/>
                </a:solidFill>
                <a:latin typeface="Times New Roman" panose="02020603050405020304" pitchFamily="18" charset="0"/>
              </a:rPr>
              <a:t>为真，则</a:t>
            </a:r>
            <a:r>
              <a:rPr lang="en-US" altLang="zh-CN" sz="2400" b="1" i="1">
                <a:solidFill>
                  <a:srgbClr val="000000"/>
                </a:solidFill>
                <a:latin typeface="Times New Roman" panose="02020603050405020304" pitchFamily="18" charset="0"/>
              </a:rPr>
              <a:t>PREGP</a:t>
            </a:r>
            <a:r>
              <a:rPr lang="zh-CN" altLang="en-US" sz="2400" b="1">
                <a:solidFill>
                  <a:srgbClr val="000000"/>
                </a:solidFill>
                <a:latin typeface="Times New Roman" panose="02020603050405020304" pitchFamily="18" charset="0"/>
              </a:rPr>
              <a:t>为假</a:t>
            </a:r>
            <a:r>
              <a:rPr lang="zh-CN" altLang="en-US" sz="2400">
                <a:solidFill>
                  <a:srgbClr val="000000"/>
                </a:solidFill>
                <a:latin typeface="宋体" panose="02010600030101010101" pitchFamily="2" charset="-122"/>
              </a:rPr>
              <a:t>  </a:t>
            </a:r>
            <a:endParaRPr lang="zh-CN" altLang="en-US" sz="2400">
              <a:solidFill>
                <a:srgbClr val="000000"/>
              </a:solidFill>
              <a:latin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47174"/>
                                        </p:tgtEl>
                                        <p:attrNameLst>
                                          <p:attrName>style.visibility</p:attrName>
                                        </p:attrNameLst>
                                      </p:cBhvr>
                                      <p:to>
                                        <p:strVal val="visible"/>
                                      </p:to>
                                    </p:set>
                                    <p:animEffect transition="in" filter="checkerboard(across)">
                                      <p:cBhvr>
                                        <p:cTn id="7" dur="500"/>
                                        <p:tgtEl>
                                          <p:spTgt spid="64717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47172"/>
                                        </p:tgtEl>
                                        <p:attrNameLst>
                                          <p:attrName>style.visibility</p:attrName>
                                        </p:attrNameLst>
                                      </p:cBhvr>
                                      <p:to>
                                        <p:strVal val="visible"/>
                                      </p:to>
                                    </p:set>
                                    <p:animEffect transition="in" filter="checkerboard(across)">
                                      <p:cBhvr>
                                        <p:cTn id="12" dur="500"/>
                                        <p:tgtEl>
                                          <p:spTgt spid="647172"/>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47173"/>
                                        </p:tgtEl>
                                        <p:attrNameLst>
                                          <p:attrName>style.visibility</p:attrName>
                                        </p:attrNameLst>
                                      </p:cBhvr>
                                      <p:to>
                                        <p:strVal val="visible"/>
                                      </p:to>
                                    </p:set>
                                    <p:animEffect transition="in" filter="checkerboard(across)">
                                      <p:cBhvr>
                                        <p:cTn id="17" dur="500"/>
                                        <p:tgtEl>
                                          <p:spTgt spid="647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7172" grpId="0" animBg="1" autoUpdateAnimBg="0"/>
      <p:bldP spid="647173" grpId="0" animBg="1" autoUpdateAnimBg="0"/>
      <p:bldP spid="647174" grpId="0" animBg="1"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BA7C1F84-83F3-4D2A-8CD7-D898D00C78D2}" type="slidenum">
              <a:rPr lang="ja-JP" altLang="en-US">
                <a:latin typeface="Arial" panose="020B0604020202020204"/>
              </a:rPr>
            </a:fld>
            <a:endParaRPr lang="en-US" altLang="ja-JP">
              <a:latin typeface="Arial" panose="020B0604020202020204"/>
            </a:endParaRPr>
          </a:p>
        </p:txBody>
      </p:sp>
      <p:sp>
        <p:nvSpPr>
          <p:cNvPr id="492547"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cs typeface="Times New Roman" panose="02020603050405020304" pitchFamily="18" charset="0"/>
              </a:rPr>
              <a:t>10.9.1  </a:t>
            </a:r>
            <a:r>
              <a:rPr lang="zh-CN" altLang="en-US" sz="4200" b="0">
                <a:latin typeface="Times New Roman" panose="02020603050405020304" pitchFamily="18" charset="0"/>
                <a:ea typeface="黑体" panose="02010609060101010101" pitchFamily="49" charset="-122"/>
                <a:cs typeface="Times New Roman" panose="02020603050405020304" pitchFamily="18" charset="0"/>
              </a:rPr>
              <a:t>骨架系统</a:t>
            </a:r>
            <a:endParaRPr lang="zh-CN" altLang="en-US" sz="4200" b="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92548"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600" b="1">
                <a:solidFill>
                  <a:srgbClr val="000000"/>
                </a:solidFill>
                <a:latin typeface="Times New Roman" panose="02020603050405020304" pitchFamily="18" charset="0"/>
                <a:cs typeface="Times New Roman" panose="02020603050405020304" pitchFamily="18" charset="0"/>
              </a:rPr>
              <a:t> 3. EXPERT</a:t>
            </a:r>
            <a:r>
              <a:rPr lang="zh-CN" altLang="en-US" sz="2600" b="1">
                <a:solidFill>
                  <a:srgbClr val="000000"/>
                </a:solidFill>
                <a:latin typeface="Times New Roman" panose="02020603050405020304" pitchFamily="18" charset="0"/>
                <a:cs typeface="Times New Roman" panose="02020603050405020304" pitchFamily="18" charset="0"/>
              </a:rPr>
              <a:t>系统</a:t>
            </a:r>
            <a:r>
              <a:rPr lang="zh-CN" altLang="en-US" b="1">
                <a:solidFill>
                  <a:srgbClr val="000000"/>
                </a:solidFill>
                <a:latin typeface="Times New Roman" panose="02020603050405020304" pitchFamily="18" charset="0"/>
              </a:rPr>
              <a:t> </a:t>
            </a:r>
            <a:endParaRPr lang="zh-CN" altLang="en-US" b="1">
              <a:solidFill>
                <a:srgbClr val="000000"/>
              </a:solidFill>
              <a:latin typeface="Times New Roman" panose="02020603050405020304" pitchFamily="18" charset="0"/>
            </a:endParaRPr>
          </a:p>
        </p:txBody>
      </p:sp>
      <p:sp>
        <p:nvSpPr>
          <p:cNvPr id="648196" name="Text Box 4"/>
          <p:cNvSpPr txBox="1">
            <a:spLocks noChangeArrowheads="1"/>
          </p:cNvSpPr>
          <p:nvPr/>
        </p:nvSpPr>
        <p:spPr bwMode="auto">
          <a:xfrm>
            <a:off x="1866900" y="1600200"/>
            <a:ext cx="8458200" cy="4337050"/>
          </a:xfrm>
          <a:prstGeom prst="rect">
            <a:avLst/>
          </a:prstGeom>
          <a:gradFill rotWithShape="1">
            <a:gsLst>
              <a:gs pos="0">
                <a:srgbClr val="00FF00"/>
              </a:gs>
              <a:gs pos="100000">
                <a:schemeClr val="bg1"/>
              </a:gs>
            </a:gsLst>
            <a:path path="rect">
              <a:fillToRect l="100000" t="10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lnSpc>
                <a:spcPct val="120000"/>
              </a:lnSpc>
              <a:spcBef>
                <a:spcPct val="10000"/>
              </a:spcBef>
              <a:spcAft>
                <a:spcPct val="0"/>
              </a:spcAft>
              <a:buClr>
                <a:srgbClr val="CC0000"/>
              </a:buClr>
              <a:buFont typeface="Wingdings" panose="05000000000000000000" pitchFamily="2" charset="2"/>
              <a:buChar char="§"/>
            </a:pPr>
            <a:r>
              <a:rPr lang="en-US" altLang="zh-CN" sz="2400" b="1">
                <a:solidFill>
                  <a:srgbClr val="000000"/>
                </a:solidFill>
                <a:latin typeface="Times New Roman" panose="02020603050405020304" pitchFamily="18" charset="0"/>
              </a:rPr>
              <a:t> </a:t>
            </a:r>
            <a:r>
              <a:rPr lang="zh-CN" altLang="en-US" sz="2400" b="1">
                <a:solidFill>
                  <a:srgbClr val="000000"/>
                </a:solidFill>
                <a:latin typeface="Times New Roman" panose="02020603050405020304" pitchFamily="18" charset="0"/>
              </a:rPr>
              <a:t>推理过程</a:t>
            </a:r>
            <a:r>
              <a:rPr lang="zh-CN" altLang="en-US" sz="2400">
                <a:solidFill>
                  <a:srgbClr val="000000"/>
                </a:solidFill>
                <a:latin typeface="Times New Roman" panose="02020603050405020304" pitchFamily="18" charset="0"/>
              </a:rPr>
              <a:t>：</a:t>
            </a:r>
            <a:endParaRPr lang="zh-CN" altLang="en-US" sz="2400">
              <a:solidFill>
                <a:srgbClr val="000000"/>
              </a:solidFill>
              <a:latin typeface="Times New Roman" panose="02020603050405020304" pitchFamily="18" charset="0"/>
            </a:endParaRPr>
          </a:p>
          <a:p>
            <a:pPr algn="just" fontAlgn="base">
              <a:lnSpc>
                <a:spcPct val="120000"/>
              </a:lnSpc>
              <a:spcBef>
                <a:spcPct val="10000"/>
              </a:spcBef>
              <a:spcAft>
                <a:spcPct val="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rPr>
              <a:t>（</a:t>
            </a:r>
            <a:r>
              <a:rPr lang="en-US" altLang="zh-CN" sz="2400" b="1">
                <a:solidFill>
                  <a:srgbClr val="000000"/>
                </a:solidFill>
                <a:latin typeface="Times New Roman" panose="02020603050405020304" pitchFamily="18" charset="0"/>
              </a:rPr>
              <a:t>1</a:t>
            </a:r>
            <a:r>
              <a:rPr lang="zh-CN" altLang="en-US" sz="2400" b="1">
                <a:solidFill>
                  <a:srgbClr val="000000"/>
                </a:solidFill>
                <a:latin typeface="Times New Roman" panose="02020603050405020304" pitchFamily="18" charset="0"/>
              </a:rPr>
              <a:t>）由事实对所有的</a:t>
            </a:r>
            <a:r>
              <a:rPr lang="en-US" altLang="zh-CN" sz="2400" b="1">
                <a:solidFill>
                  <a:srgbClr val="000000"/>
                </a:solidFill>
                <a:latin typeface="Times New Roman" panose="02020603050405020304" pitchFamily="18" charset="0"/>
              </a:rPr>
              <a:t>FF</a:t>
            </a:r>
            <a:r>
              <a:rPr lang="zh-CN" altLang="en-US" sz="2400" b="1">
                <a:solidFill>
                  <a:srgbClr val="000000"/>
                </a:solidFill>
                <a:latin typeface="Times New Roman" panose="02020603050405020304" pitchFamily="18" charset="0"/>
              </a:rPr>
              <a:t>规则进行推理。</a:t>
            </a:r>
            <a:endParaRPr lang="zh-CN" altLang="en-US" sz="2400" b="1">
              <a:solidFill>
                <a:srgbClr val="000000"/>
              </a:solidFill>
              <a:latin typeface="Times New Roman" panose="02020603050405020304" pitchFamily="18" charset="0"/>
            </a:endParaRPr>
          </a:p>
          <a:p>
            <a:pPr algn="just" fontAlgn="base">
              <a:lnSpc>
                <a:spcPct val="120000"/>
              </a:lnSpc>
              <a:spcBef>
                <a:spcPct val="10000"/>
              </a:spcBef>
              <a:spcAft>
                <a:spcPct val="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rPr>
              <a:t>（</a:t>
            </a:r>
            <a:r>
              <a:rPr lang="en-US" altLang="zh-CN" sz="2400" b="1">
                <a:solidFill>
                  <a:srgbClr val="000000"/>
                </a:solidFill>
                <a:latin typeface="Times New Roman" panose="02020603050405020304" pitchFamily="18" charset="0"/>
              </a:rPr>
              <a:t>2</a:t>
            </a:r>
            <a:r>
              <a:rPr lang="zh-CN" altLang="en-US" sz="2400" b="1">
                <a:solidFill>
                  <a:srgbClr val="000000"/>
                </a:solidFill>
                <a:latin typeface="Times New Roman" panose="02020603050405020304" pitchFamily="18" charset="0"/>
              </a:rPr>
              <a:t>）从已有的事实出发，检查所有的</a:t>
            </a:r>
            <a:r>
              <a:rPr lang="en-US" altLang="zh-CN" sz="2400" b="1">
                <a:solidFill>
                  <a:srgbClr val="000000"/>
                </a:solidFill>
                <a:latin typeface="Times New Roman" panose="02020603050405020304" pitchFamily="18" charset="0"/>
              </a:rPr>
              <a:t>FH</a:t>
            </a:r>
            <a:r>
              <a:rPr lang="zh-CN" altLang="en-US" sz="2400" b="1">
                <a:solidFill>
                  <a:srgbClr val="000000"/>
                </a:solidFill>
                <a:latin typeface="Times New Roman" panose="02020603050405020304" pitchFamily="18" charset="0"/>
              </a:rPr>
              <a:t>规则，如果其左部</a:t>
            </a:r>
            <a:endParaRPr lang="zh-CN" altLang="en-US" sz="2400" b="1">
              <a:solidFill>
                <a:srgbClr val="000000"/>
              </a:solidFill>
              <a:latin typeface="Times New Roman" panose="02020603050405020304" pitchFamily="18" charset="0"/>
            </a:endParaRPr>
          </a:p>
          <a:p>
            <a:pPr algn="just" fontAlgn="base">
              <a:lnSpc>
                <a:spcPct val="120000"/>
              </a:lnSpc>
              <a:spcBef>
                <a:spcPct val="10000"/>
              </a:spcBef>
              <a:spcAft>
                <a:spcPct val="0"/>
              </a:spcAft>
              <a:buClr>
                <a:srgbClr val="0000FF"/>
              </a:buClr>
              <a:buSzPct val="50000"/>
            </a:pPr>
            <a:r>
              <a:rPr lang="zh-CN" altLang="en-US" sz="2400" b="1">
                <a:solidFill>
                  <a:srgbClr val="000000"/>
                </a:solidFill>
                <a:latin typeface="Times New Roman" panose="02020603050405020304" pitchFamily="18" charset="0"/>
              </a:rPr>
              <a:t>            为真，就将其右部的假设存入集合</a:t>
            </a:r>
            <a:r>
              <a:rPr lang="en-US" altLang="zh-CN" sz="2400" b="1">
                <a:solidFill>
                  <a:srgbClr val="000000"/>
                </a:solidFill>
                <a:latin typeface="Times New Roman" panose="02020603050405020304" pitchFamily="18" charset="0"/>
              </a:rPr>
              <a:t>PH</a:t>
            </a:r>
            <a:r>
              <a:rPr lang="zh-CN" altLang="en-US" sz="2400" b="1">
                <a:solidFill>
                  <a:srgbClr val="000000"/>
                </a:solidFill>
                <a:latin typeface="Times New Roman" panose="02020603050405020304" pitchFamily="18" charset="0"/>
              </a:rPr>
              <a:t>中。</a:t>
            </a:r>
            <a:endParaRPr lang="zh-CN" altLang="en-US" sz="2400" b="1">
              <a:solidFill>
                <a:srgbClr val="000000"/>
              </a:solidFill>
              <a:latin typeface="Times New Roman" panose="02020603050405020304" pitchFamily="18" charset="0"/>
            </a:endParaRPr>
          </a:p>
          <a:p>
            <a:pPr algn="just" fontAlgn="base">
              <a:lnSpc>
                <a:spcPct val="120000"/>
              </a:lnSpc>
              <a:spcBef>
                <a:spcPct val="10000"/>
              </a:spcBef>
              <a:spcAft>
                <a:spcPct val="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rPr>
              <a:t>（</a:t>
            </a:r>
            <a:r>
              <a:rPr lang="en-US" altLang="zh-CN" sz="2400" b="1">
                <a:solidFill>
                  <a:srgbClr val="000000"/>
                </a:solidFill>
                <a:latin typeface="Times New Roman" panose="02020603050405020304" pitchFamily="18" charset="0"/>
              </a:rPr>
              <a:t>3</a:t>
            </a:r>
            <a:r>
              <a:rPr lang="zh-CN" altLang="en-US" sz="2400" b="1">
                <a:solidFill>
                  <a:srgbClr val="000000"/>
                </a:solidFill>
                <a:latin typeface="Times New Roman" panose="02020603050405020304" pitchFamily="18" charset="0"/>
              </a:rPr>
              <a:t>）置集合</a:t>
            </a:r>
            <a:r>
              <a:rPr lang="en-US" altLang="zh-CN" sz="2400" b="1">
                <a:solidFill>
                  <a:srgbClr val="000000"/>
                </a:solidFill>
                <a:latin typeface="Times New Roman" panose="02020603050405020304" pitchFamily="18" charset="0"/>
              </a:rPr>
              <a:t>DH</a:t>
            </a:r>
            <a:r>
              <a:rPr lang="zh-CN" altLang="en-US" sz="2400" b="1">
                <a:solidFill>
                  <a:srgbClr val="000000"/>
                </a:solidFill>
                <a:latin typeface="Times New Roman" panose="02020603050405020304" pitchFamily="18" charset="0"/>
              </a:rPr>
              <a:t>为空。</a:t>
            </a:r>
            <a:endParaRPr lang="zh-CN" altLang="en-US" sz="2400" b="1">
              <a:solidFill>
                <a:srgbClr val="000000"/>
              </a:solidFill>
              <a:latin typeface="Times New Roman" panose="02020603050405020304" pitchFamily="18" charset="0"/>
            </a:endParaRPr>
          </a:p>
          <a:p>
            <a:pPr algn="just" fontAlgn="base">
              <a:lnSpc>
                <a:spcPct val="120000"/>
              </a:lnSpc>
              <a:spcBef>
                <a:spcPct val="10000"/>
              </a:spcBef>
              <a:spcAft>
                <a:spcPct val="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rPr>
              <a:t>（</a:t>
            </a:r>
            <a:r>
              <a:rPr lang="en-US" altLang="zh-CN" sz="2400" b="1">
                <a:solidFill>
                  <a:srgbClr val="000000"/>
                </a:solidFill>
                <a:latin typeface="Times New Roman" panose="02020603050405020304" pitchFamily="18" charset="0"/>
              </a:rPr>
              <a:t>4</a:t>
            </a:r>
            <a:r>
              <a:rPr lang="zh-CN" altLang="en-US" sz="2400" b="1">
                <a:solidFill>
                  <a:srgbClr val="000000"/>
                </a:solidFill>
                <a:latin typeface="Times New Roman" panose="02020603050405020304" pitchFamily="18" charset="0"/>
              </a:rPr>
              <a:t>）从已有事实出发，检查所有的</a:t>
            </a:r>
            <a:r>
              <a:rPr lang="en-US" altLang="zh-CN" sz="2400" b="1">
                <a:solidFill>
                  <a:srgbClr val="000000"/>
                </a:solidFill>
                <a:latin typeface="Times New Roman" panose="02020603050405020304" pitchFamily="18" charset="0"/>
              </a:rPr>
              <a:t>HH</a:t>
            </a:r>
            <a:r>
              <a:rPr lang="zh-CN" altLang="en-US" sz="2400" b="1">
                <a:solidFill>
                  <a:srgbClr val="000000"/>
                </a:solidFill>
                <a:latin typeface="Times New Roman" panose="02020603050405020304" pitchFamily="18" charset="0"/>
              </a:rPr>
              <a:t>规则的上下文。</a:t>
            </a:r>
            <a:endParaRPr lang="zh-CN" altLang="en-US" sz="2400" b="1">
              <a:solidFill>
                <a:srgbClr val="000000"/>
              </a:solidFill>
              <a:latin typeface="Times New Roman" panose="02020603050405020304" pitchFamily="18" charset="0"/>
            </a:endParaRPr>
          </a:p>
          <a:p>
            <a:pPr algn="just" fontAlgn="base">
              <a:lnSpc>
                <a:spcPct val="120000"/>
              </a:lnSpc>
              <a:spcBef>
                <a:spcPct val="10000"/>
              </a:spcBef>
              <a:spcAft>
                <a:spcPct val="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rPr>
              <a:t>（</a:t>
            </a:r>
            <a:r>
              <a:rPr lang="en-US" altLang="zh-CN" sz="2400" b="1">
                <a:solidFill>
                  <a:srgbClr val="000000"/>
                </a:solidFill>
                <a:latin typeface="Times New Roman" panose="02020603050405020304" pitchFamily="18" charset="0"/>
              </a:rPr>
              <a:t>5</a:t>
            </a:r>
            <a:r>
              <a:rPr lang="zh-CN" altLang="en-US" sz="2400" b="1">
                <a:solidFill>
                  <a:srgbClr val="000000"/>
                </a:solidFill>
                <a:latin typeface="Times New Roman" panose="02020603050405020304" pitchFamily="18" charset="0"/>
              </a:rPr>
              <a:t>）按假设所形成的推理网络进行推理 。</a:t>
            </a:r>
            <a:endParaRPr lang="zh-CN" altLang="en-US" sz="2400" b="1">
              <a:solidFill>
                <a:srgbClr val="000000"/>
              </a:solidFill>
              <a:latin typeface="Times New Roman" panose="02020603050405020304" pitchFamily="18" charset="0"/>
            </a:endParaRPr>
          </a:p>
          <a:p>
            <a:pPr algn="just" fontAlgn="base">
              <a:lnSpc>
                <a:spcPct val="120000"/>
              </a:lnSpc>
              <a:spcBef>
                <a:spcPct val="10000"/>
              </a:spcBef>
              <a:spcAft>
                <a:spcPct val="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rPr>
              <a:t>（</a:t>
            </a:r>
            <a:r>
              <a:rPr lang="en-US" altLang="zh-CN" sz="2400" b="1">
                <a:solidFill>
                  <a:srgbClr val="000000"/>
                </a:solidFill>
                <a:latin typeface="Times New Roman" panose="02020603050405020304" pitchFamily="18" charset="0"/>
              </a:rPr>
              <a:t>6</a:t>
            </a:r>
            <a:r>
              <a:rPr lang="zh-CN" altLang="en-US" sz="2400" b="1">
                <a:solidFill>
                  <a:srgbClr val="000000"/>
                </a:solidFill>
                <a:latin typeface="Times New Roman" panose="02020603050405020304" pitchFamily="18" charset="0"/>
              </a:rPr>
              <a:t>）对假设的选择除可按上述方法选择可信度最大的外，还</a:t>
            </a:r>
            <a:endParaRPr lang="zh-CN" altLang="en-US" sz="2400" b="1">
              <a:solidFill>
                <a:srgbClr val="000000"/>
              </a:solidFill>
              <a:latin typeface="Times New Roman" panose="02020603050405020304" pitchFamily="18" charset="0"/>
            </a:endParaRPr>
          </a:p>
          <a:p>
            <a:pPr algn="just" fontAlgn="base">
              <a:lnSpc>
                <a:spcPct val="120000"/>
              </a:lnSpc>
              <a:spcBef>
                <a:spcPct val="10000"/>
              </a:spcBef>
              <a:spcAft>
                <a:spcPct val="0"/>
              </a:spcAft>
              <a:buClr>
                <a:srgbClr val="0000FF"/>
              </a:buClr>
              <a:buSzPct val="50000"/>
            </a:pPr>
            <a:r>
              <a:rPr lang="zh-CN" altLang="en-US" sz="2400" b="1">
                <a:solidFill>
                  <a:srgbClr val="000000"/>
                </a:solidFill>
                <a:latin typeface="Times New Roman" panose="02020603050405020304" pitchFamily="18" charset="0"/>
              </a:rPr>
              <a:t>            设置了评分函数。</a:t>
            </a:r>
            <a:r>
              <a:rPr lang="zh-CN" altLang="en-US" sz="2400">
                <a:solidFill>
                  <a:srgbClr val="000000"/>
                </a:solidFill>
                <a:latin typeface="Times New Roman" panose="02020603050405020304" pitchFamily="18" charset="0"/>
              </a:rPr>
              <a:t> </a:t>
            </a:r>
            <a:endParaRPr lang="zh-CN" altLang="en-US" sz="2400">
              <a:solidFill>
                <a:srgbClr val="000000"/>
              </a:solidFill>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48196"/>
                                        </p:tgtEl>
                                        <p:attrNameLst>
                                          <p:attrName>style.visibility</p:attrName>
                                        </p:attrNameLst>
                                      </p:cBhvr>
                                      <p:to>
                                        <p:strVal val="visible"/>
                                      </p:to>
                                    </p:set>
                                    <p:animEffect transition="in" filter="checkerboard(across)">
                                      <p:cBhvr>
                                        <p:cTn id="7" dur="500"/>
                                        <p:tgtEl>
                                          <p:spTgt spid="648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8196" grpId="0" animBg="1"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0"/>
          </p:nvPr>
        </p:nvSpPr>
        <p:spPr/>
        <p:txBody>
          <a:bodyPr/>
          <a:lstStyle/>
          <a:p>
            <a:pPr fontAlgn="base">
              <a:spcBef>
                <a:spcPct val="0"/>
              </a:spcBef>
              <a:spcAft>
                <a:spcPct val="0"/>
              </a:spcAft>
              <a:defRPr/>
            </a:pPr>
            <a:fld id="{CA71C1A6-7C2A-4341-A366-A8DB361386E6}" type="slidenum">
              <a:rPr lang="ja-JP" altLang="en-US">
                <a:latin typeface="Arial" panose="020B0604020202020204"/>
              </a:rPr>
            </a:fld>
            <a:endParaRPr lang="en-US" altLang="ja-JP">
              <a:latin typeface="Arial" panose="020B0604020202020204"/>
            </a:endParaRPr>
          </a:p>
        </p:txBody>
      </p:sp>
      <p:sp>
        <p:nvSpPr>
          <p:cNvPr id="493571"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cs typeface="Times New Roman" panose="02020603050405020304" pitchFamily="18" charset="0"/>
              </a:rPr>
              <a:t>10.9.1  </a:t>
            </a:r>
            <a:r>
              <a:rPr lang="zh-CN" altLang="en-US" sz="4200" b="0">
                <a:latin typeface="Times New Roman" panose="02020603050405020304" pitchFamily="18" charset="0"/>
                <a:ea typeface="黑体" panose="02010609060101010101" pitchFamily="49" charset="-122"/>
                <a:cs typeface="Times New Roman" panose="02020603050405020304" pitchFamily="18" charset="0"/>
              </a:rPr>
              <a:t>骨架系统</a:t>
            </a:r>
            <a:endParaRPr lang="zh-CN" altLang="en-US" sz="4200" b="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93572"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600" b="1">
                <a:solidFill>
                  <a:srgbClr val="000000"/>
                </a:solidFill>
                <a:latin typeface="Times New Roman" panose="02020603050405020304" pitchFamily="18" charset="0"/>
                <a:cs typeface="Times New Roman" panose="02020603050405020304" pitchFamily="18" charset="0"/>
              </a:rPr>
              <a:t> 3. EXPERT</a:t>
            </a:r>
            <a:r>
              <a:rPr lang="zh-CN" altLang="en-US" sz="2600" b="1">
                <a:solidFill>
                  <a:srgbClr val="000000"/>
                </a:solidFill>
                <a:latin typeface="Times New Roman" panose="02020603050405020304" pitchFamily="18" charset="0"/>
                <a:cs typeface="Times New Roman" panose="02020603050405020304" pitchFamily="18" charset="0"/>
              </a:rPr>
              <a:t>系统</a:t>
            </a:r>
            <a:r>
              <a:rPr lang="zh-CN" altLang="en-US" b="1">
                <a:solidFill>
                  <a:srgbClr val="000000"/>
                </a:solidFill>
                <a:latin typeface="Times New Roman" panose="02020603050405020304" pitchFamily="18" charset="0"/>
              </a:rPr>
              <a:t> </a:t>
            </a:r>
            <a:endParaRPr lang="zh-CN" altLang="en-US" b="1">
              <a:solidFill>
                <a:srgbClr val="000000"/>
              </a:solidFill>
              <a:latin typeface="Times New Roman" panose="02020603050405020304" pitchFamily="18" charset="0"/>
            </a:endParaRPr>
          </a:p>
        </p:txBody>
      </p:sp>
      <p:sp>
        <p:nvSpPr>
          <p:cNvPr id="493573" name="Rectangle 4"/>
          <p:cNvSpPr>
            <a:spLocks noChangeArrowheads="1"/>
          </p:cNvSpPr>
          <p:nvPr/>
        </p:nvSpPr>
        <p:spPr bwMode="auto">
          <a:xfrm>
            <a:off x="4429125" y="2343150"/>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pic>
        <p:nvPicPr>
          <p:cNvPr id="649221"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63714" y="1685926"/>
            <a:ext cx="8599487" cy="479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3575" name="Rectangle 6"/>
          <p:cNvSpPr>
            <a:spLocks noChangeArrowheads="1"/>
          </p:cNvSpPr>
          <p:nvPr/>
        </p:nvSpPr>
        <p:spPr bwMode="auto">
          <a:xfrm>
            <a:off x="4648200" y="6019800"/>
            <a:ext cx="914400" cy="3810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649221"/>
                                        </p:tgtEl>
                                        <p:attrNameLst>
                                          <p:attrName>style.visibility</p:attrName>
                                        </p:attrNameLst>
                                      </p:cBhvr>
                                      <p:to>
                                        <p:strVal val="visible"/>
                                      </p:to>
                                    </p:set>
                                    <p:animEffect transition="in" filter="fade">
                                      <p:cBhvr>
                                        <p:cTn id="7" dur="800" decel="100000"/>
                                        <p:tgtEl>
                                          <p:spTgt spid="649221"/>
                                        </p:tgtEl>
                                      </p:cBhvr>
                                    </p:animEffect>
                                    <p:anim calcmode="lin" valueType="num">
                                      <p:cBhvr>
                                        <p:cTn id="8" dur="800" decel="100000" fill="hold"/>
                                        <p:tgtEl>
                                          <p:spTgt spid="649221"/>
                                        </p:tgtEl>
                                        <p:attrNameLst>
                                          <p:attrName>style.rotation</p:attrName>
                                        </p:attrNameLst>
                                      </p:cBhvr>
                                      <p:tavLst>
                                        <p:tav tm="0">
                                          <p:val>
                                            <p:fltVal val="-90"/>
                                          </p:val>
                                        </p:tav>
                                        <p:tav tm="100000">
                                          <p:val>
                                            <p:fltVal val="0"/>
                                          </p:val>
                                        </p:tav>
                                      </p:tavLst>
                                    </p:anim>
                                    <p:anim calcmode="lin" valueType="num">
                                      <p:cBhvr>
                                        <p:cTn id="9" dur="800" decel="100000" fill="hold"/>
                                        <p:tgtEl>
                                          <p:spTgt spid="649221"/>
                                        </p:tgtEl>
                                        <p:attrNameLst>
                                          <p:attrName>ppt_x</p:attrName>
                                        </p:attrNameLst>
                                      </p:cBhvr>
                                      <p:tavLst>
                                        <p:tav tm="0">
                                          <p:val>
                                            <p:strVal val="#ppt_x+0.4"/>
                                          </p:val>
                                        </p:tav>
                                        <p:tav tm="100000">
                                          <p:val>
                                            <p:strVal val="#ppt_x-0.05"/>
                                          </p:val>
                                        </p:tav>
                                      </p:tavLst>
                                    </p:anim>
                                    <p:anim calcmode="lin" valueType="num">
                                      <p:cBhvr>
                                        <p:cTn id="10" dur="800" decel="100000" fill="hold"/>
                                        <p:tgtEl>
                                          <p:spTgt spid="649221"/>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649221"/>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64922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DD7FB24D-4591-4370-9F94-43265DD3B8AC}" type="slidenum">
              <a:rPr lang="ja-JP" altLang="en-US">
                <a:latin typeface="Arial" panose="020B0604020202020204"/>
              </a:rPr>
            </a:fld>
            <a:endParaRPr lang="en-US" altLang="ja-JP">
              <a:latin typeface="Arial" panose="020B0604020202020204"/>
            </a:endParaRPr>
          </a:p>
        </p:txBody>
      </p:sp>
      <p:sp>
        <p:nvSpPr>
          <p:cNvPr id="494595" name="Rectangle 2"/>
          <p:cNvSpPr>
            <a:spLocks noGrp="1" noChangeArrowheads="1"/>
          </p:cNvSpPr>
          <p:nvPr>
            <p:ph type="title"/>
          </p:nvPr>
        </p:nvSpPr>
        <p:spPr/>
        <p:txBody>
          <a:bodyPr/>
          <a:lstStyle/>
          <a:p>
            <a:pPr eaLnBrk="1" hangingPunct="1"/>
            <a:endParaRPr lang="zh-CN" altLang="zh-CN">
              <a:latin typeface="Times New Roman" panose="02020603050405020304" pitchFamily="18" charset="0"/>
            </a:endParaRPr>
          </a:p>
        </p:txBody>
      </p:sp>
      <p:sp>
        <p:nvSpPr>
          <p:cNvPr id="494596" name="Rectangle 3"/>
          <p:cNvSpPr>
            <a:spLocks noGrp="1" noChangeArrowheads="1"/>
          </p:cNvSpPr>
          <p:nvPr>
            <p:ph type="body" idx="1"/>
          </p:nvPr>
        </p:nvSpPr>
        <p:spPr>
          <a:xfrm>
            <a:off x="2155826" y="1228726"/>
            <a:ext cx="7902575" cy="5400675"/>
          </a:xfrm>
        </p:spPr>
        <p:txBody>
          <a:bodyPr/>
          <a:lstStyle/>
          <a:p>
            <a:pPr eaLnBrk="1" hangingPunct="1">
              <a:spcBef>
                <a:spcPct val="30000"/>
              </a:spcBef>
              <a:buSzPct val="60000"/>
              <a:buFont typeface="Wingdings" panose="05000000000000000000" pitchFamily="2" charset="2"/>
              <a:buBlip>
                <a:blip r:embed="rId1"/>
              </a:buBlip>
            </a:pPr>
            <a:r>
              <a:rPr lang="en-US" altLang="zh-CN" b="1">
                <a:solidFill>
                  <a:srgbClr val="000000"/>
                </a:solidFill>
                <a:latin typeface="Times New Roman" panose="02020603050405020304" pitchFamily="18" charset="0"/>
                <a:cs typeface="Times New Roman" panose="02020603050405020304" pitchFamily="18" charset="0"/>
              </a:rPr>
              <a:t>10.9.1  </a:t>
            </a:r>
            <a:r>
              <a:rPr lang="zh-CN" altLang="en-US" b="1">
                <a:solidFill>
                  <a:srgbClr val="000000"/>
                </a:solidFill>
                <a:latin typeface="Times New Roman" panose="02020603050405020304" pitchFamily="18" charset="0"/>
              </a:rPr>
              <a:t>骨架系统</a:t>
            </a:r>
            <a:r>
              <a:rPr lang="zh-CN" altLang="en-US">
                <a:latin typeface="Times New Roman" panose="02020603050405020304" pitchFamily="18" charset="0"/>
              </a:rPr>
              <a:t> </a:t>
            </a:r>
            <a:endParaRPr lang="zh-CN" altLang="en-US">
              <a:latin typeface="Times New Roman" panose="02020603050405020304" pitchFamily="18" charset="0"/>
            </a:endParaRPr>
          </a:p>
          <a:p>
            <a:pPr eaLnBrk="1" hangingPunct="1">
              <a:spcBef>
                <a:spcPct val="30000"/>
              </a:spcBef>
              <a:buSzPct val="60000"/>
              <a:buFont typeface="Wingdings" panose="05000000000000000000" pitchFamily="2" charset="2"/>
              <a:buBlip>
                <a:blip r:embed="rId1"/>
              </a:buBlip>
            </a:pPr>
            <a:r>
              <a:rPr lang="en-US" altLang="zh-CN" b="1">
                <a:solidFill>
                  <a:srgbClr val="0000FF"/>
                </a:solidFill>
                <a:latin typeface="Times New Roman" panose="02020603050405020304" pitchFamily="18" charset="0"/>
                <a:cs typeface="Times New Roman" panose="02020603050405020304" pitchFamily="18" charset="0"/>
              </a:rPr>
              <a:t>10.9.2  </a:t>
            </a:r>
            <a:r>
              <a:rPr lang="zh-CN" altLang="en-US" b="1">
                <a:solidFill>
                  <a:srgbClr val="0000FF"/>
                </a:solidFill>
                <a:latin typeface="Times New Roman" panose="02020603050405020304" pitchFamily="18" charset="0"/>
              </a:rPr>
              <a:t>通用型知识表达语言</a:t>
            </a:r>
            <a:r>
              <a:rPr lang="zh-CN" altLang="en-US">
                <a:latin typeface="Times New Roman" panose="02020603050405020304" pitchFamily="18" charset="0"/>
              </a:rPr>
              <a:t> </a:t>
            </a:r>
            <a:endParaRPr lang="zh-CN" altLang="en-US">
              <a:latin typeface="Times New Roman" panose="02020603050405020304" pitchFamily="18" charset="0"/>
            </a:endParaRPr>
          </a:p>
          <a:p>
            <a:pPr eaLnBrk="1" hangingPunct="1">
              <a:spcBef>
                <a:spcPct val="30000"/>
              </a:spcBef>
              <a:buSzPct val="60000"/>
              <a:buFont typeface="Wingdings" panose="05000000000000000000" pitchFamily="2" charset="2"/>
              <a:buBlip>
                <a:blip r:embed="rId1"/>
              </a:buBlip>
            </a:pPr>
            <a:r>
              <a:rPr lang="en-US" altLang="zh-CN" b="1">
                <a:solidFill>
                  <a:srgbClr val="000000"/>
                </a:solidFill>
                <a:latin typeface="Times New Roman" panose="02020603050405020304" pitchFamily="18" charset="0"/>
                <a:cs typeface="Times New Roman" panose="02020603050405020304" pitchFamily="18" charset="0"/>
              </a:rPr>
              <a:t>10.9.3  </a:t>
            </a:r>
            <a:r>
              <a:rPr lang="zh-CN" altLang="en-US" b="1">
                <a:solidFill>
                  <a:srgbClr val="000000"/>
                </a:solidFill>
                <a:latin typeface="Times New Roman" panose="02020603050405020304" pitchFamily="18" charset="0"/>
              </a:rPr>
              <a:t>专家系统开发环境</a:t>
            </a:r>
            <a:r>
              <a:rPr lang="zh-CN" altLang="en-US">
                <a:latin typeface="Times New Roman" panose="02020603050405020304" pitchFamily="18" charset="0"/>
              </a:rPr>
              <a:t> </a:t>
            </a:r>
            <a:endParaRPr lang="zh-CN" altLang="en-US">
              <a:latin typeface="Times New Roman" panose="02020603050405020304" pitchFamily="18" charset="0"/>
            </a:endParaRPr>
          </a:p>
          <a:p>
            <a:pPr eaLnBrk="1" hangingPunct="1">
              <a:spcBef>
                <a:spcPct val="30000"/>
              </a:spcBef>
              <a:buSzPct val="60000"/>
              <a:buFont typeface="Wingdings" panose="05000000000000000000" pitchFamily="2" charset="2"/>
              <a:buBlip>
                <a:blip r:embed="rId1"/>
              </a:buBlip>
            </a:pPr>
            <a:r>
              <a:rPr lang="en-US" altLang="zh-CN" b="1">
                <a:solidFill>
                  <a:srgbClr val="000000"/>
                </a:solidFill>
                <a:latin typeface="Times New Roman" panose="02020603050405020304" pitchFamily="18" charset="0"/>
                <a:cs typeface="Times New Roman" panose="02020603050405020304" pitchFamily="18" charset="0"/>
              </a:rPr>
              <a:t>10.9.4  </a:t>
            </a:r>
            <a:r>
              <a:rPr lang="zh-CN" altLang="en-US" b="1">
                <a:solidFill>
                  <a:srgbClr val="000000"/>
                </a:solidFill>
                <a:latin typeface="Times New Roman" panose="02020603050405020304" pitchFamily="18" charset="0"/>
              </a:rPr>
              <a:t>专家系统程序设计语言</a:t>
            </a:r>
            <a:endParaRPr lang="zh-CN" altLang="en-US">
              <a:latin typeface="Times New Roman" panose="02020603050405020304" pitchFamily="18" charset="0"/>
            </a:endParaRPr>
          </a:p>
          <a:p>
            <a:pPr eaLnBrk="1" hangingPunct="1">
              <a:spcBef>
                <a:spcPct val="30000"/>
              </a:spcBef>
              <a:buSzPct val="60000"/>
              <a:buFont typeface="Wingdings" panose="05000000000000000000" pitchFamily="2" charset="2"/>
              <a:buBlip>
                <a:blip r:embed="rId1"/>
              </a:buBlip>
            </a:pPr>
            <a:endParaRPr lang="en-US" altLang="zh-CN">
              <a:latin typeface="Times New Roman" panose="02020603050405020304" pitchFamily="18" charset="0"/>
            </a:endParaRPr>
          </a:p>
        </p:txBody>
      </p:sp>
      <p:sp>
        <p:nvSpPr>
          <p:cNvPr id="494597" name="Rectangle 4"/>
          <p:cNvSpPr>
            <a:spLocks noChangeArrowheads="1"/>
          </p:cNvSpPr>
          <p:nvPr/>
        </p:nvSpPr>
        <p:spPr bwMode="auto">
          <a:xfrm>
            <a:off x="1524000" y="1"/>
            <a:ext cx="9144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530">
              <a:defRPr>
                <a:solidFill>
                  <a:schemeClr val="tx1"/>
                </a:solidFill>
                <a:latin typeface="Verdana" panose="020B0604030504040204" pitchFamily="34" charset="0"/>
                <a:ea typeface="宋体" panose="02010600030101010101" pitchFamily="2" charset="-122"/>
              </a:defRPr>
            </a:lvl1pPr>
            <a:lvl2pPr indent="176530">
              <a:defRPr>
                <a:solidFill>
                  <a:schemeClr val="tx1"/>
                </a:solidFill>
                <a:latin typeface="Verdana" panose="020B0604030504040204" pitchFamily="34" charset="0"/>
                <a:ea typeface="宋体" panose="02010600030101010101" pitchFamily="2" charset="-122"/>
              </a:defRPr>
            </a:lvl2pPr>
            <a:lvl3pPr indent="176530">
              <a:defRPr>
                <a:solidFill>
                  <a:schemeClr val="tx1"/>
                </a:solidFill>
                <a:latin typeface="Verdana" panose="020B0604030504040204" pitchFamily="34" charset="0"/>
                <a:ea typeface="宋体" panose="02010600030101010101" pitchFamily="2" charset="-122"/>
              </a:defRPr>
            </a:lvl3pPr>
            <a:lvl4pPr indent="176530">
              <a:defRPr>
                <a:solidFill>
                  <a:schemeClr val="tx1"/>
                </a:solidFill>
                <a:latin typeface="Verdana" panose="020B0604030504040204" pitchFamily="34" charset="0"/>
                <a:ea typeface="宋体" panose="02010600030101010101" pitchFamily="2" charset="-122"/>
              </a:defRPr>
            </a:lvl4pPr>
            <a:lvl5pPr indent="176530">
              <a:defRPr>
                <a:solidFill>
                  <a:schemeClr val="tx1"/>
                </a:solidFill>
                <a:latin typeface="Verdana" panose="020B0604030504040204" pitchFamily="34" charset="0"/>
                <a:ea typeface="宋体" panose="02010600030101010101" pitchFamily="2" charset="-122"/>
              </a:defRPr>
            </a:lvl5pPr>
            <a:lvl6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60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10.9  </a:t>
            </a:r>
            <a:r>
              <a:rPr lang="zh-CN" altLang="en-US" sz="360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专家系统的开发工具</a:t>
            </a:r>
            <a:r>
              <a:rPr lang="zh-CN" altLang="en-US" sz="3800">
                <a:solidFill>
                  <a:srgbClr val="FFFFFF"/>
                </a:solidFill>
                <a:latin typeface="Arial" panose="020B0604020202020204" pitchFamily="34" charset="0"/>
                <a:ea typeface="黑体" panose="02010609060101010101" pitchFamily="49" charset="-122"/>
                <a:cs typeface="Times New Roman" panose="02020603050405020304" pitchFamily="18" charset="0"/>
              </a:rPr>
              <a:t> </a:t>
            </a:r>
            <a:endParaRPr lang="zh-CN" altLang="en-US" sz="3800">
              <a:solidFill>
                <a:srgbClr val="FFFFFF"/>
              </a:solidFill>
              <a:latin typeface="Arial" panose="020B0604020202020204" pitchFamily="34" charset="0"/>
              <a:ea typeface="黑体" panose="02010609060101010101" pitchFamily="49" charset="-122"/>
              <a:cs typeface="Times New Roman" panose="02020603050405020304" pitchFamily="18" charset="0"/>
            </a:endParaRPr>
          </a:p>
        </p:txBody>
      </p:sp>
    </p:spTree>
  </p:cSld>
  <p:clrMapOvr>
    <a:masterClrMapping/>
  </p:clrMapOvr>
  <p:transition>
    <p:random/>
  </p:transition>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396BDFC0-8DD9-4801-9CAE-2343AD6FB9A2}" type="slidenum">
              <a:rPr lang="ja-JP" altLang="en-US">
                <a:latin typeface="Arial" panose="020B0604020202020204"/>
              </a:rPr>
            </a:fld>
            <a:endParaRPr lang="en-US" altLang="ja-JP">
              <a:latin typeface="Arial" panose="020B0604020202020204"/>
            </a:endParaRPr>
          </a:p>
        </p:txBody>
      </p:sp>
      <p:sp>
        <p:nvSpPr>
          <p:cNvPr id="495619"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cs typeface="Times New Roman" panose="02020603050405020304" pitchFamily="18" charset="0"/>
              </a:rPr>
              <a:t>10.9.2  </a:t>
            </a:r>
            <a:r>
              <a:rPr lang="zh-CN" altLang="en-US" sz="4200" b="0">
                <a:latin typeface="Times New Roman" panose="02020603050405020304" pitchFamily="18" charset="0"/>
                <a:ea typeface="黑体" panose="02010609060101010101" pitchFamily="49" charset="-122"/>
                <a:cs typeface="Times New Roman" panose="02020603050405020304" pitchFamily="18" charset="0"/>
              </a:rPr>
              <a:t>通用型知识表达语言</a:t>
            </a:r>
            <a:endParaRPr lang="zh-CN" altLang="en-US" sz="4200" b="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51267" name="Rectangle 3"/>
          <p:cNvSpPr>
            <a:spLocks noGrp="1" noChangeArrowheads="1"/>
          </p:cNvSpPr>
          <p:nvPr>
            <p:ph type="body" idx="1"/>
          </p:nvPr>
        </p:nvSpPr>
        <p:spPr>
          <a:xfrm>
            <a:off x="1774825" y="914400"/>
            <a:ext cx="8642350" cy="4572000"/>
          </a:xfrm>
        </p:spPr>
        <p:txBody>
          <a:bodyPr/>
          <a:lstStyle/>
          <a:p>
            <a:pPr marL="0" indent="0" algn="just" eaLnBrk="1" hangingPunct="1"/>
            <a:r>
              <a:rPr lang="en-US" altLang="zh-CN" sz="2600">
                <a:solidFill>
                  <a:srgbClr val="000000"/>
                </a:solidFill>
                <a:latin typeface="Times New Roman" panose="02020603050405020304" pitchFamily="18" charset="0"/>
              </a:rPr>
              <a:t> </a:t>
            </a:r>
            <a:r>
              <a:rPr lang="en-US" altLang="zh-CN" sz="2600" b="1">
                <a:latin typeface="Times New Roman" panose="02020603050405020304" pitchFamily="18" charset="0"/>
              </a:rPr>
              <a:t>OPS5</a:t>
            </a:r>
            <a:r>
              <a:rPr lang="zh-CN" altLang="en-US" sz="2600" b="1">
                <a:latin typeface="Times New Roman" panose="02020603050405020304" pitchFamily="18" charset="0"/>
              </a:rPr>
              <a:t>：美国卡内基－梅隆大学的麦可达莫特（</a:t>
            </a:r>
            <a:r>
              <a:rPr lang="en-US" altLang="zh-CN" sz="2600" b="1">
                <a:latin typeface="Times New Roman" panose="02020603050405020304" pitchFamily="18" charset="0"/>
              </a:rPr>
              <a:t>J. McDermott</a:t>
            </a:r>
            <a:r>
              <a:rPr lang="zh-CN" altLang="en-US" sz="2600" b="1">
                <a:latin typeface="Times New Roman" panose="02020603050405020304" pitchFamily="18" charset="0"/>
              </a:rPr>
              <a:t>）、纽厄尔（</a:t>
            </a:r>
            <a:r>
              <a:rPr lang="en-US" altLang="zh-CN" sz="2600" b="1">
                <a:latin typeface="Times New Roman" panose="02020603050405020304" pitchFamily="18" charset="0"/>
              </a:rPr>
              <a:t>A. Newell</a:t>
            </a:r>
            <a:r>
              <a:rPr lang="zh-CN" altLang="en-US" sz="2600" b="1">
                <a:latin typeface="Times New Roman" panose="02020603050405020304" pitchFamily="18" charset="0"/>
              </a:rPr>
              <a:t>）等研制开发的一种通用知识表达语言。</a:t>
            </a:r>
            <a:endParaRPr lang="zh-CN" altLang="en-US" sz="2600" b="1">
              <a:solidFill>
                <a:srgbClr val="000000"/>
              </a:solidFill>
              <a:latin typeface="Times New Roman" panose="02020603050405020304" pitchFamily="18" charset="0"/>
            </a:endParaRPr>
          </a:p>
        </p:txBody>
      </p:sp>
      <p:sp>
        <p:nvSpPr>
          <p:cNvPr id="651268" name="Rectangle 4"/>
          <p:cNvSpPr>
            <a:spLocks noChangeArrowheads="1"/>
          </p:cNvSpPr>
          <p:nvPr/>
        </p:nvSpPr>
        <p:spPr bwMode="auto">
          <a:xfrm>
            <a:off x="1752600" y="2743200"/>
            <a:ext cx="8642350" cy="2243138"/>
          </a:xfrm>
          <a:prstGeom prst="rect">
            <a:avLst/>
          </a:prstGeom>
          <a:gradFill rotWithShape="1">
            <a:gsLst>
              <a:gs pos="0">
                <a:srgbClr val="00FFFF"/>
              </a:gs>
              <a:gs pos="100000">
                <a:schemeClr val="bg1"/>
              </a:gs>
            </a:gsLst>
            <a:path path="shape">
              <a:fillToRect l="50000" t="50000" r="50000" b="5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09980" indent="-43688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695450" indent="-395605">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580" indent="-398780">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78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98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418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38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gn="just" fontAlgn="base">
              <a:spcAft>
                <a:spcPct val="0"/>
              </a:spcAft>
              <a:buClr>
                <a:srgbClr val="CC0000"/>
              </a:buClr>
              <a:buSzPct val="50000"/>
              <a:buFont typeface="Wingdings" panose="05000000000000000000" pitchFamily="2" charset="2"/>
              <a:buChar char="n"/>
            </a:pPr>
            <a:r>
              <a:rPr lang="en-US" altLang="zh-CN" sz="2500">
                <a:solidFill>
                  <a:srgbClr val="000000"/>
                </a:solidFill>
              </a:rPr>
              <a:t> </a:t>
            </a:r>
            <a:r>
              <a:rPr lang="en-US" altLang="zh-CN" sz="2500" b="1">
                <a:solidFill>
                  <a:srgbClr val="000000"/>
                </a:solidFill>
                <a:latin typeface="Times New Roman" panose="02020603050405020304" pitchFamily="18" charset="0"/>
                <a:cs typeface="Times New Roman" panose="02020603050405020304" pitchFamily="18" charset="0"/>
              </a:rPr>
              <a:t>OPS5</a:t>
            </a:r>
            <a:r>
              <a:rPr lang="zh-CN" altLang="en-US" sz="2500" b="1">
                <a:solidFill>
                  <a:srgbClr val="000000"/>
                </a:solidFill>
                <a:latin typeface="Times New Roman" panose="02020603050405020304" pitchFamily="18" charset="0"/>
                <a:cs typeface="Times New Roman" panose="02020603050405020304" pitchFamily="18" charset="0"/>
              </a:rPr>
              <a:t>的</a:t>
            </a:r>
            <a:r>
              <a:rPr lang="zh-CN" altLang="en-US" sz="2500" b="1">
                <a:solidFill>
                  <a:srgbClr val="000000"/>
                </a:solidFill>
                <a:latin typeface="Times New Roman" panose="02020603050405020304" pitchFamily="18" charset="0"/>
              </a:rPr>
              <a:t>特点：将通用的表达和控制结合起来，提供了专家系统所需的基本机制，并不偏向于某些特定的问题求解策略和知识表达结构。 </a:t>
            </a:r>
            <a:endParaRPr lang="zh-CN" altLang="en-US" sz="2500" b="1">
              <a:solidFill>
                <a:srgbClr val="000000"/>
              </a:solidFill>
              <a:latin typeface="Times New Roman" panose="02020603050405020304" pitchFamily="18" charset="0"/>
              <a:cs typeface="Times New Roman" panose="02020603050405020304" pitchFamily="18" charset="0"/>
            </a:endParaRPr>
          </a:p>
          <a:p>
            <a:pPr algn="just" fontAlgn="base">
              <a:spcAft>
                <a:spcPct val="0"/>
              </a:spcAft>
              <a:buClr>
                <a:srgbClr val="CC0000"/>
              </a:buClr>
              <a:buSzPct val="50000"/>
              <a:buFont typeface="Wingdings" panose="05000000000000000000" pitchFamily="2" charset="2"/>
              <a:buChar char="n"/>
            </a:pPr>
            <a:r>
              <a:rPr lang="zh-CN" altLang="en-US" sz="2500" b="1">
                <a:solidFill>
                  <a:srgbClr val="000000"/>
                </a:solidFill>
                <a:latin typeface="Times New Roman" panose="02020603050405020304" pitchFamily="18" charset="0"/>
                <a:cs typeface="Times New Roman" panose="02020603050405020304" pitchFamily="18" charset="0"/>
              </a:rPr>
              <a:t> </a:t>
            </a:r>
            <a:r>
              <a:rPr lang="en-US" altLang="zh-CN" sz="2500" b="1">
                <a:solidFill>
                  <a:srgbClr val="000000"/>
                </a:solidFill>
                <a:latin typeface="Times New Roman" panose="02020603050405020304" pitchFamily="18" charset="0"/>
                <a:cs typeface="Times New Roman" panose="02020603050405020304" pitchFamily="18" charset="0"/>
              </a:rPr>
              <a:t>OPS5</a:t>
            </a:r>
            <a:r>
              <a:rPr lang="zh-CN" altLang="en-US" sz="2500" b="1">
                <a:solidFill>
                  <a:srgbClr val="000000"/>
                </a:solidFill>
                <a:latin typeface="Times New Roman" panose="02020603050405020304" pitchFamily="18" charset="0"/>
                <a:cs typeface="Times New Roman" panose="02020603050405020304" pitchFamily="18" charset="0"/>
              </a:rPr>
              <a:t>的组成</a:t>
            </a:r>
            <a:r>
              <a:rPr lang="zh-CN" altLang="en-US" sz="2500" b="1">
                <a:solidFill>
                  <a:srgbClr val="000000"/>
                </a:solidFill>
                <a:latin typeface="Times New Roman" panose="02020603050405020304" pitchFamily="18" charset="0"/>
              </a:rPr>
              <a:t>：产生式规则库、推理机、数据库。</a:t>
            </a:r>
            <a:endParaRPr lang="zh-CN" altLang="en-US" sz="2500" b="1">
              <a:solidFill>
                <a:srgbClr val="000000"/>
              </a:solidFill>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51267">
                                            <p:txEl>
                                              <p:pRg st="0" end="0"/>
                                            </p:txEl>
                                          </p:spTgt>
                                        </p:tgtEl>
                                        <p:attrNameLst>
                                          <p:attrName>style.visibility</p:attrName>
                                        </p:attrNameLst>
                                      </p:cBhvr>
                                      <p:to>
                                        <p:strVal val="visible"/>
                                      </p:to>
                                    </p:set>
                                    <p:anim calcmode="lin" valueType="num">
                                      <p:cBhvr additive="base">
                                        <p:cTn id="7" dur="500" fill="hold"/>
                                        <p:tgtEl>
                                          <p:spTgt spid="65126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512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51268">
                                            <p:bg/>
                                          </p:spTgt>
                                        </p:tgtEl>
                                        <p:attrNameLst>
                                          <p:attrName>style.visibility</p:attrName>
                                        </p:attrNameLst>
                                      </p:cBhvr>
                                      <p:to>
                                        <p:strVal val="visible"/>
                                      </p:to>
                                    </p:set>
                                    <p:anim calcmode="lin" valueType="num">
                                      <p:cBhvr additive="base">
                                        <p:cTn id="13" dur="500" fill="hold"/>
                                        <p:tgtEl>
                                          <p:spTgt spid="651268">
                                            <p:bg/>
                                          </p:spTgt>
                                        </p:tgtEl>
                                        <p:attrNameLst>
                                          <p:attrName>ppt_x</p:attrName>
                                        </p:attrNameLst>
                                      </p:cBhvr>
                                      <p:tavLst>
                                        <p:tav tm="0">
                                          <p:val>
                                            <p:strVal val="#ppt_x"/>
                                          </p:val>
                                        </p:tav>
                                        <p:tav tm="100000">
                                          <p:val>
                                            <p:strVal val="#ppt_x"/>
                                          </p:val>
                                        </p:tav>
                                      </p:tavLst>
                                    </p:anim>
                                    <p:anim calcmode="lin" valueType="num">
                                      <p:cBhvr additive="base">
                                        <p:cTn id="14" dur="500" fill="hold"/>
                                        <p:tgtEl>
                                          <p:spTgt spid="651268">
                                            <p:bg/>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651268">
                                            <p:txEl>
                                              <p:pRg st="0" end="0"/>
                                            </p:txEl>
                                          </p:spTgt>
                                        </p:tgtEl>
                                        <p:attrNameLst>
                                          <p:attrName>style.visibility</p:attrName>
                                        </p:attrNameLst>
                                      </p:cBhvr>
                                      <p:to>
                                        <p:strVal val="visible"/>
                                      </p:to>
                                    </p:set>
                                    <p:anim calcmode="lin" valueType="num">
                                      <p:cBhvr additive="base">
                                        <p:cTn id="17" dur="500" fill="hold"/>
                                        <p:tgtEl>
                                          <p:spTgt spid="651268">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51268">
                                            <p:txEl>
                                              <p:pRg st="0" end="0"/>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651268">
                                            <p:txEl>
                                              <p:pRg st="1" end="1"/>
                                            </p:txEl>
                                          </p:spTgt>
                                        </p:tgtEl>
                                        <p:attrNameLst>
                                          <p:attrName>style.visibility</p:attrName>
                                        </p:attrNameLst>
                                      </p:cBhvr>
                                      <p:to>
                                        <p:strVal val="visible"/>
                                      </p:to>
                                    </p:set>
                                    <p:anim calcmode="lin" valueType="num">
                                      <p:cBhvr additive="base">
                                        <p:cTn id="21" dur="500" fill="hold"/>
                                        <p:tgtEl>
                                          <p:spTgt spid="651268">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51268">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1267" grpId="0" autoUpdateAnimBg="0" build="p"/>
      <p:bldP spid="651268" grpId="0" animBg="1" build="allAtOnce"/>
    </p:bldLst>
  </p:timing>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45FEF37B-E13C-4958-B9CF-08817032F394}" type="slidenum">
              <a:rPr lang="ja-JP" altLang="en-US">
                <a:latin typeface="Arial" panose="020B0604020202020204"/>
              </a:rPr>
            </a:fld>
            <a:endParaRPr lang="en-US" altLang="ja-JP">
              <a:latin typeface="Arial" panose="020B0604020202020204"/>
            </a:endParaRPr>
          </a:p>
        </p:txBody>
      </p:sp>
      <p:sp>
        <p:nvSpPr>
          <p:cNvPr id="496643"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cs typeface="Times New Roman" panose="02020603050405020304" pitchFamily="18" charset="0"/>
              </a:rPr>
              <a:t>10.9.2  </a:t>
            </a:r>
            <a:r>
              <a:rPr lang="zh-CN" altLang="en-US" sz="4200" b="0">
                <a:latin typeface="Times New Roman" panose="02020603050405020304" pitchFamily="18" charset="0"/>
                <a:ea typeface="黑体" panose="02010609060101010101" pitchFamily="49" charset="-122"/>
                <a:cs typeface="Times New Roman" panose="02020603050405020304" pitchFamily="18" charset="0"/>
              </a:rPr>
              <a:t>通用型知识表达语言</a:t>
            </a:r>
            <a:endParaRPr lang="zh-CN" altLang="en-US" sz="4200" b="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652291"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52600" y="1066801"/>
            <a:ext cx="8491538" cy="509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6645" name="Rectangle 4"/>
          <p:cNvSpPr>
            <a:spLocks noChangeArrowheads="1"/>
          </p:cNvSpPr>
          <p:nvPr/>
        </p:nvSpPr>
        <p:spPr bwMode="auto">
          <a:xfrm>
            <a:off x="4343400" y="5715000"/>
            <a:ext cx="762000" cy="3810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52291"/>
                                        </p:tgtEl>
                                        <p:attrNameLst>
                                          <p:attrName>style.visibility</p:attrName>
                                        </p:attrNameLst>
                                      </p:cBhvr>
                                      <p:to>
                                        <p:strVal val="visible"/>
                                      </p:to>
                                    </p:set>
                                    <p:animEffect transition="in" filter="dissolve">
                                      <p:cBhvr>
                                        <p:cTn id="7" dur="500"/>
                                        <p:tgtEl>
                                          <p:spTgt spid="6522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465C83E1-99B8-429C-843A-3355B53ED2B4}" type="slidenum">
              <a:rPr lang="ja-JP" altLang="en-US">
                <a:latin typeface="Arial" panose="020B0604020202020204"/>
              </a:rPr>
            </a:fld>
            <a:endParaRPr lang="en-US" altLang="ja-JP">
              <a:latin typeface="Arial" panose="020B0604020202020204"/>
            </a:endParaRPr>
          </a:p>
        </p:txBody>
      </p:sp>
      <p:sp>
        <p:nvSpPr>
          <p:cNvPr id="497667" name="Rectangle 2"/>
          <p:cNvSpPr>
            <a:spLocks noGrp="1" noChangeArrowheads="1"/>
          </p:cNvSpPr>
          <p:nvPr>
            <p:ph type="title"/>
          </p:nvPr>
        </p:nvSpPr>
        <p:spPr/>
        <p:txBody>
          <a:bodyPr/>
          <a:lstStyle/>
          <a:p>
            <a:pPr eaLnBrk="1" hangingPunct="1"/>
            <a:endParaRPr lang="zh-CN" altLang="zh-CN">
              <a:latin typeface="Times New Roman" panose="02020603050405020304" pitchFamily="18" charset="0"/>
            </a:endParaRPr>
          </a:p>
        </p:txBody>
      </p:sp>
      <p:sp>
        <p:nvSpPr>
          <p:cNvPr id="497668" name="Rectangle 3"/>
          <p:cNvSpPr>
            <a:spLocks noGrp="1" noChangeArrowheads="1"/>
          </p:cNvSpPr>
          <p:nvPr>
            <p:ph type="body" idx="1"/>
          </p:nvPr>
        </p:nvSpPr>
        <p:spPr>
          <a:xfrm>
            <a:off x="2079626" y="1228726"/>
            <a:ext cx="7292975" cy="5400675"/>
          </a:xfrm>
        </p:spPr>
        <p:txBody>
          <a:bodyPr/>
          <a:lstStyle/>
          <a:p>
            <a:pPr eaLnBrk="1" hangingPunct="1">
              <a:spcBef>
                <a:spcPct val="30000"/>
              </a:spcBef>
              <a:buSzPct val="60000"/>
              <a:buFont typeface="Wingdings" panose="05000000000000000000" pitchFamily="2" charset="2"/>
              <a:buBlip>
                <a:blip r:embed="rId1"/>
              </a:buBlip>
            </a:pPr>
            <a:r>
              <a:rPr lang="en-US" altLang="zh-CN" b="1">
                <a:solidFill>
                  <a:srgbClr val="000000"/>
                </a:solidFill>
                <a:latin typeface="Times New Roman" panose="02020603050405020304" pitchFamily="18" charset="0"/>
                <a:cs typeface="Times New Roman" panose="02020603050405020304" pitchFamily="18" charset="0"/>
              </a:rPr>
              <a:t>10.9.1  </a:t>
            </a:r>
            <a:r>
              <a:rPr lang="zh-CN" altLang="en-US" b="1">
                <a:solidFill>
                  <a:srgbClr val="000000"/>
                </a:solidFill>
                <a:latin typeface="Times New Roman" panose="02020603050405020304" pitchFamily="18" charset="0"/>
              </a:rPr>
              <a:t>骨架系统</a:t>
            </a:r>
            <a:r>
              <a:rPr lang="zh-CN" altLang="en-US">
                <a:latin typeface="Times New Roman" panose="02020603050405020304" pitchFamily="18" charset="0"/>
              </a:rPr>
              <a:t> </a:t>
            </a:r>
            <a:endParaRPr lang="zh-CN" altLang="en-US">
              <a:latin typeface="Times New Roman" panose="02020603050405020304" pitchFamily="18" charset="0"/>
            </a:endParaRPr>
          </a:p>
          <a:p>
            <a:pPr eaLnBrk="1" hangingPunct="1">
              <a:spcBef>
                <a:spcPct val="30000"/>
              </a:spcBef>
              <a:buSzPct val="60000"/>
              <a:buFont typeface="Wingdings" panose="05000000000000000000" pitchFamily="2" charset="2"/>
              <a:buBlip>
                <a:blip r:embed="rId1"/>
              </a:buBlip>
            </a:pPr>
            <a:r>
              <a:rPr lang="en-US" altLang="zh-CN" b="1">
                <a:solidFill>
                  <a:srgbClr val="000000"/>
                </a:solidFill>
                <a:latin typeface="Times New Roman" panose="02020603050405020304" pitchFamily="18" charset="0"/>
                <a:cs typeface="Times New Roman" panose="02020603050405020304" pitchFamily="18" charset="0"/>
              </a:rPr>
              <a:t>10.9.2  </a:t>
            </a:r>
            <a:r>
              <a:rPr lang="zh-CN" altLang="en-US" b="1">
                <a:solidFill>
                  <a:srgbClr val="000000"/>
                </a:solidFill>
                <a:latin typeface="Times New Roman" panose="02020603050405020304" pitchFamily="18" charset="0"/>
              </a:rPr>
              <a:t>通用型知识表达语言</a:t>
            </a:r>
            <a:r>
              <a:rPr lang="zh-CN" altLang="en-US">
                <a:latin typeface="Times New Roman" panose="02020603050405020304" pitchFamily="18" charset="0"/>
              </a:rPr>
              <a:t> </a:t>
            </a:r>
            <a:endParaRPr lang="zh-CN" altLang="en-US">
              <a:latin typeface="Times New Roman" panose="02020603050405020304" pitchFamily="18" charset="0"/>
            </a:endParaRPr>
          </a:p>
          <a:p>
            <a:pPr eaLnBrk="1" hangingPunct="1">
              <a:spcBef>
                <a:spcPct val="30000"/>
              </a:spcBef>
              <a:buSzPct val="60000"/>
              <a:buFont typeface="Wingdings" panose="05000000000000000000" pitchFamily="2" charset="2"/>
              <a:buBlip>
                <a:blip r:embed="rId1"/>
              </a:buBlip>
            </a:pPr>
            <a:r>
              <a:rPr lang="en-US" altLang="zh-CN" b="1">
                <a:solidFill>
                  <a:srgbClr val="0000FF"/>
                </a:solidFill>
                <a:latin typeface="Times New Roman" panose="02020603050405020304" pitchFamily="18" charset="0"/>
                <a:cs typeface="Times New Roman" panose="02020603050405020304" pitchFamily="18" charset="0"/>
              </a:rPr>
              <a:t>10.9.3  </a:t>
            </a:r>
            <a:r>
              <a:rPr lang="zh-CN" altLang="en-US" b="1">
                <a:solidFill>
                  <a:srgbClr val="0000FF"/>
                </a:solidFill>
                <a:latin typeface="Times New Roman" panose="02020603050405020304" pitchFamily="18" charset="0"/>
              </a:rPr>
              <a:t>专家系统开发环境</a:t>
            </a:r>
            <a:r>
              <a:rPr lang="zh-CN" altLang="en-US">
                <a:solidFill>
                  <a:srgbClr val="0000FF"/>
                </a:solidFill>
                <a:latin typeface="Times New Roman" panose="02020603050405020304" pitchFamily="18" charset="0"/>
              </a:rPr>
              <a:t> </a:t>
            </a:r>
            <a:endParaRPr lang="zh-CN" altLang="en-US">
              <a:solidFill>
                <a:srgbClr val="0000FF"/>
              </a:solidFill>
              <a:latin typeface="Times New Roman" panose="02020603050405020304" pitchFamily="18" charset="0"/>
            </a:endParaRPr>
          </a:p>
          <a:p>
            <a:pPr eaLnBrk="1" hangingPunct="1">
              <a:spcBef>
                <a:spcPct val="30000"/>
              </a:spcBef>
              <a:buSzPct val="60000"/>
              <a:buFont typeface="Wingdings" panose="05000000000000000000" pitchFamily="2" charset="2"/>
              <a:buBlip>
                <a:blip r:embed="rId1"/>
              </a:buBlip>
            </a:pPr>
            <a:r>
              <a:rPr lang="en-US" altLang="zh-CN" b="1">
                <a:solidFill>
                  <a:srgbClr val="000000"/>
                </a:solidFill>
                <a:latin typeface="Times New Roman" panose="02020603050405020304" pitchFamily="18" charset="0"/>
                <a:cs typeface="Times New Roman" panose="02020603050405020304" pitchFamily="18" charset="0"/>
              </a:rPr>
              <a:t>10.9.4  </a:t>
            </a:r>
            <a:r>
              <a:rPr lang="zh-CN" altLang="en-US" b="1">
                <a:solidFill>
                  <a:srgbClr val="000000"/>
                </a:solidFill>
                <a:latin typeface="Times New Roman" panose="02020603050405020304" pitchFamily="18" charset="0"/>
              </a:rPr>
              <a:t>专家系统程序设计语言</a:t>
            </a:r>
            <a:endParaRPr lang="zh-CN" altLang="en-US">
              <a:latin typeface="Times New Roman" panose="02020603050405020304" pitchFamily="18" charset="0"/>
            </a:endParaRPr>
          </a:p>
          <a:p>
            <a:pPr eaLnBrk="1" hangingPunct="1">
              <a:spcBef>
                <a:spcPct val="30000"/>
              </a:spcBef>
              <a:buSzPct val="60000"/>
              <a:buFont typeface="Wingdings" panose="05000000000000000000" pitchFamily="2" charset="2"/>
              <a:buBlip>
                <a:blip r:embed="rId1"/>
              </a:buBlip>
            </a:pPr>
            <a:endParaRPr lang="en-US" altLang="zh-CN">
              <a:latin typeface="Times New Roman" panose="02020603050405020304" pitchFamily="18" charset="0"/>
            </a:endParaRPr>
          </a:p>
        </p:txBody>
      </p:sp>
      <p:sp>
        <p:nvSpPr>
          <p:cNvPr id="497669" name="Rectangle 4"/>
          <p:cNvSpPr>
            <a:spLocks noChangeArrowheads="1"/>
          </p:cNvSpPr>
          <p:nvPr/>
        </p:nvSpPr>
        <p:spPr bwMode="auto">
          <a:xfrm>
            <a:off x="1524000" y="1"/>
            <a:ext cx="9144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530">
              <a:defRPr>
                <a:solidFill>
                  <a:schemeClr val="tx1"/>
                </a:solidFill>
                <a:latin typeface="Verdana" panose="020B0604030504040204" pitchFamily="34" charset="0"/>
                <a:ea typeface="宋体" panose="02010600030101010101" pitchFamily="2" charset="-122"/>
              </a:defRPr>
            </a:lvl1pPr>
            <a:lvl2pPr indent="176530">
              <a:defRPr>
                <a:solidFill>
                  <a:schemeClr val="tx1"/>
                </a:solidFill>
                <a:latin typeface="Verdana" panose="020B0604030504040204" pitchFamily="34" charset="0"/>
                <a:ea typeface="宋体" panose="02010600030101010101" pitchFamily="2" charset="-122"/>
              </a:defRPr>
            </a:lvl2pPr>
            <a:lvl3pPr indent="176530">
              <a:defRPr>
                <a:solidFill>
                  <a:schemeClr val="tx1"/>
                </a:solidFill>
                <a:latin typeface="Verdana" panose="020B0604030504040204" pitchFamily="34" charset="0"/>
                <a:ea typeface="宋体" panose="02010600030101010101" pitchFamily="2" charset="-122"/>
              </a:defRPr>
            </a:lvl3pPr>
            <a:lvl4pPr indent="176530">
              <a:defRPr>
                <a:solidFill>
                  <a:schemeClr val="tx1"/>
                </a:solidFill>
                <a:latin typeface="Verdana" panose="020B0604030504040204" pitchFamily="34" charset="0"/>
                <a:ea typeface="宋体" panose="02010600030101010101" pitchFamily="2" charset="-122"/>
              </a:defRPr>
            </a:lvl4pPr>
            <a:lvl5pPr indent="176530">
              <a:defRPr>
                <a:solidFill>
                  <a:schemeClr val="tx1"/>
                </a:solidFill>
                <a:latin typeface="Verdana" panose="020B0604030504040204" pitchFamily="34" charset="0"/>
                <a:ea typeface="宋体" panose="02010600030101010101" pitchFamily="2" charset="-122"/>
              </a:defRPr>
            </a:lvl5pPr>
            <a:lvl6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60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10.9  </a:t>
            </a:r>
            <a:r>
              <a:rPr lang="zh-CN" altLang="en-US" sz="360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专家系统的开发工具</a:t>
            </a:r>
            <a:r>
              <a:rPr lang="zh-CN" altLang="en-US" sz="3800">
                <a:solidFill>
                  <a:srgbClr val="FFFFFF"/>
                </a:solidFill>
                <a:latin typeface="Arial" panose="020B0604020202020204" pitchFamily="34" charset="0"/>
                <a:ea typeface="黑体" panose="02010609060101010101" pitchFamily="49" charset="-122"/>
                <a:cs typeface="Times New Roman" panose="02020603050405020304" pitchFamily="18" charset="0"/>
              </a:rPr>
              <a:t> </a:t>
            </a:r>
            <a:endParaRPr lang="zh-CN" altLang="en-US" sz="3800">
              <a:solidFill>
                <a:srgbClr val="FFFFFF"/>
              </a:solidFill>
              <a:latin typeface="Arial" panose="020B0604020202020204" pitchFamily="34" charset="0"/>
              <a:ea typeface="黑体" panose="02010609060101010101" pitchFamily="49" charset="-122"/>
              <a:cs typeface="Times New Roman" panose="02020603050405020304" pitchFamily="18" charset="0"/>
            </a:endParaRPr>
          </a:p>
        </p:txBody>
      </p:sp>
    </p:spTree>
  </p:cSld>
  <p:clrMapOvr>
    <a:masterClrMapping/>
  </p:clrMapOvr>
  <p:transition>
    <p:random/>
  </p:transition>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7BBC7A6C-0AFD-4577-AA8F-1485CD71B788}" type="slidenum">
              <a:rPr lang="ja-JP" altLang="en-US">
                <a:latin typeface="Arial" panose="020B0604020202020204"/>
              </a:rPr>
            </a:fld>
            <a:endParaRPr lang="en-US" altLang="ja-JP">
              <a:latin typeface="Arial" panose="020B0604020202020204"/>
            </a:endParaRPr>
          </a:p>
        </p:txBody>
      </p:sp>
      <p:sp>
        <p:nvSpPr>
          <p:cNvPr id="498691"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cs typeface="Times New Roman" panose="02020603050405020304" pitchFamily="18" charset="0"/>
              </a:rPr>
              <a:t>10.9.3  </a:t>
            </a:r>
            <a:r>
              <a:rPr lang="zh-CN" altLang="en-US" sz="4200" b="0">
                <a:latin typeface="Times New Roman" panose="02020603050405020304" pitchFamily="18" charset="0"/>
                <a:ea typeface="黑体" panose="02010609060101010101" pitchFamily="49" charset="-122"/>
                <a:cs typeface="Times New Roman" panose="02020603050405020304" pitchFamily="18" charset="0"/>
              </a:rPr>
              <a:t>专家系统开发环境</a:t>
            </a:r>
            <a:r>
              <a:rPr lang="zh-CN" altLang="en-US">
                <a:latin typeface="Times New Roman" panose="02020603050405020304" pitchFamily="18" charset="0"/>
                <a:ea typeface="黑体" panose="02010609060101010101" pitchFamily="49" charset="-122"/>
                <a:cs typeface="Times New Roman" panose="02020603050405020304" pitchFamily="18" charset="0"/>
              </a:rPr>
              <a:t> </a:t>
            </a: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54339" name="Rectangle 3"/>
          <p:cNvSpPr>
            <a:spLocks noGrp="1" noChangeArrowheads="1"/>
          </p:cNvSpPr>
          <p:nvPr>
            <p:ph type="body" idx="1"/>
          </p:nvPr>
        </p:nvSpPr>
        <p:spPr>
          <a:xfrm>
            <a:off x="1676401" y="908050"/>
            <a:ext cx="8740775" cy="5797550"/>
          </a:xfrm>
        </p:spPr>
        <p:txBody>
          <a:bodyPr/>
          <a:lstStyle/>
          <a:p>
            <a:pPr marL="262255" indent="-262255" algn="just" eaLnBrk="1" hangingPunct="1"/>
            <a:r>
              <a:rPr lang="en-US" altLang="zh-CN" sz="2400" b="1">
                <a:solidFill>
                  <a:srgbClr val="000000"/>
                </a:solidFill>
                <a:latin typeface="Times New Roman" panose="02020603050405020304" pitchFamily="18" charset="0"/>
              </a:rPr>
              <a:t> </a:t>
            </a:r>
            <a:r>
              <a:rPr lang="zh-CN" altLang="en-US" sz="2400" b="1">
                <a:solidFill>
                  <a:srgbClr val="000000"/>
                </a:solidFill>
                <a:latin typeface="Times New Roman" panose="02020603050405020304" pitchFamily="18" charset="0"/>
              </a:rPr>
              <a:t>专家系统开发环境（专家系统开发工具包）：</a:t>
            </a:r>
            <a:r>
              <a:rPr lang="zh-CN" altLang="en-US" sz="2400" b="1"/>
              <a:t>可为专家系统的开发提供多种方便的构件，例如知识获取的辅助工具、适用各种不同知识结构的知识表示模式、各种不同的不确定推理机制、知识库管理系统等。</a:t>
            </a:r>
            <a:r>
              <a:rPr lang="zh-CN" altLang="en-US" sz="2400"/>
              <a:t> </a:t>
            </a:r>
            <a:endParaRPr lang="zh-CN" altLang="en-US" sz="2400"/>
          </a:p>
          <a:p>
            <a:pPr marL="262255" indent="-262255" algn="just" eaLnBrk="1" hangingPunct="1"/>
            <a:r>
              <a:rPr lang="zh-CN" altLang="en-US" sz="2400" b="1">
                <a:solidFill>
                  <a:srgbClr val="000000"/>
                </a:solidFill>
                <a:latin typeface="Times New Roman" panose="02020603050405020304" pitchFamily="18" charset="0"/>
                <a:cs typeface="Times New Roman" panose="02020603050405020304" pitchFamily="18" charset="0"/>
              </a:rPr>
              <a:t> </a:t>
            </a:r>
            <a:r>
              <a:rPr lang="en-US" altLang="zh-CN" sz="2400" b="1">
                <a:solidFill>
                  <a:srgbClr val="000000"/>
                </a:solidFill>
                <a:latin typeface="Times New Roman" panose="02020603050405020304" pitchFamily="18" charset="0"/>
                <a:cs typeface="Times New Roman" panose="02020603050405020304" pitchFamily="18" charset="0"/>
              </a:rPr>
              <a:t>AGE</a:t>
            </a:r>
            <a:r>
              <a:rPr lang="zh-CN" altLang="en-US" sz="2400" b="1">
                <a:solidFill>
                  <a:srgbClr val="000000"/>
                </a:solidFill>
                <a:latin typeface="Times New Roman" panose="02020603050405020304" pitchFamily="18" charset="0"/>
                <a:cs typeface="Times New Roman" panose="02020603050405020304" pitchFamily="18" charset="0"/>
              </a:rPr>
              <a:t>（</a:t>
            </a:r>
            <a:r>
              <a:rPr lang="en-US" altLang="zh-CN" sz="2400" b="1">
                <a:solidFill>
                  <a:srgbClr val="000000"/>
                </a:solidFill>
                <a:latin typeface="Times New Roman" panose="02020603050405020304" pitchFamily="18" charset="0"/>
                <a:cs typeface="Times New Roman" panose="02020603050405020304" pitchFamily="18" charset="0"/>
              </a:rPr>
              <a:t>attempt to generalize)</a:t>
            </a:r>
            <a:r>
              <a:rPr lang="zh-CN" altLang="en-US" sz="2400" b="1">
                <a:solidFill>
                  <a:srgbClr val="000000"/>
                </a:solidFill>
                <a:latin typeface="Times New Roman" panose="02020603050405020304" pitchFamily="18" charset="0"/>
              </a:rPr>
              <a:t>：一种典型的模块组合式开发工具。</a:t>
            </a:r>
            <a:endParaRPr lang="zh-CN" altLang="en-US" sz="2400">
              <a:latin typeface="Times New Roman" panose="02020603050405020304" pitchFamily="18" charset="0"/>
            </a:endParaRPr>
          </a:p>
        </p:txBody>
      </p:sp>
      <p:sp>
        <p:nvSpPr>
          <p:cNvPr id="654340" name="Text Box 4"/>
          <p:cNvSpPr txBox="1">
            <a:spLocks noChangeArrowheads="1"/>
          </p:cNvSpPr>
          <p:nvPr/>
        </p:nvSpPr>
        <p:spPr bwMode="auto">
          <a:xfrm>
            <a:off x="1828800" y="3810001"/>
            <a:ext cx="8534400" cy="2689225"/>
          </a:xfrm>
          <a:prstGeom prst="rect">
            <a:avLst/>
          </a:prstGeom>
          <a:gradFill rotWithShape="1">
            <a:gsLst>
              <a:gs pos="0">
                <a:srgbClr val="00FF00"/>
              </a:gs>
              <a:gs pos="100000">
                <a:srgbClr val="FFFFFF"/>
              </a:gs>
            </a:gsLst>
            <a:path path="rect">
              <a:fillToRect l="100000" t="10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50000"/>
              </a:spcBef>
              <a:spcAft>
                <a:spcPct val="0"/>
              </a:spcAft>
              <a:buClr>
                <a:srgbClr val="CC0000"/>
              </a:buClr>
              <a:buFont typeface="Wingdings" panose="05000000000000000000" pitchFamily="2" charset="2"/>
              <a:buChar char="§"/>
            </a:pPr>
            <a:r>
              <a:rPr lang="en-US" altLang="zh-CN" sz="2600">
                <a:solidFill>
                  <a:srgbClr val="000000"/>
                </a:solidFill>
                <a:latin typeface="宋体" panose="02010600030101010101" pitchFamily="2" charset="-122"/>
              </a:rPr>
              <a:t> </a:t>
            </a:r>
            <a:r>
              <a:rPr lang="zh-CN" altLang="en-US" sz="2400" b="1">
                <a:solidFill>
                  <a:srgbClr val="000000"/>
                </a:solidFill>
                <a:latin typeface="宋体" panose="02010600030101010101" pitchFamily="2" charset="-122"/>
              </a:rPr>
              <a:t>通过</a:t>
            </a:r>
            <a:r>
              <a:rPr lang="en-US" altLang="zh-CN" sz="2400" b="1">
                <a:solidFill>
                  <a:srgbClr val="000000"/>
                </a:solidFill>
                <a:latin typeface="Times New Roman" panose="02020603050405020304" pitchFamily="18" charset="0"/>
                <a:cs typeface="Times New Roman" panose="02020603050405020304" pitchFamily="18" charset="0"/>
              </a:rPr>
              <a:t>AGE</a:t>
            </a:r>
            <a:r>
              <a:rPr lang="zh-CN" altLang="en-US" sz="2400" b="1">
                <a:solidFill>
                  <a:srgbClr val="000000"/>
                </a:solidFill>
                <a:latin typeface="宋体" panose="02010600030101010101" pitchFamily="2" charset="-122"/>
              </a:rPr>
              <a:t>构造专家系统的途径</a:t>
            </a:r>
            <a:r>
              <a:rPr lang="zh-CN" altLang="en-US" sz="2400">
                <a:solidFill>
                  <a:srgbClr val="000000"/>
                </a:solidFill>
                <a:latin typeface="宋体" panose="02010600030101010101" pitchFamily="2" charset="-122"/>
              </a:rPr>
              <a:t>：</a:t>
            </a:r>
            <a:r>
              <a:rPr lang="zh-CN" altLang="en-US" sz="2400">
                <a:solidFill>
                  <a:srgbClr val="000000"/>
                </a:solidFill>
                <a:latin typeface="Times New Roman" panose="02020603050405020304" pitchFamily="18" charset="0"/>
                <a:cs typeface="Times New Roman" panose="02020603050405020304" pitchFamily="18" charset="0"/>
              </a:rPr>
              <a:t> </a:t>
            </a:r>
            <a:endParaRPr lang="zh-CN" altLang="en-US" sz="2400">
              <a:solidFill>
                <a:srgbClr val="000000"/>
              </a:solidFill>
              <a:latin typeface="Times New Roman" panose="02020603050405020304" pitchFamily="18" charset="0"/>
              <a:cs typeface="Times New Roman" panose="02020603050405020304" pitchFamily="18" charset="0"/>
            </a:endParaRPr>
          </a:p>
          <a:p>
            <a:pPr algn="just" fontAlgn="base">
              <a:spcBef>
                <a:spcPct val="50000"/>
              </a:spcBef>
              <a:spcAft>
                <a:spcPct val="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cs typeface="Times New Roman" panose="02020603050405020304" pitchFamily="18" charset="0"/>
              </a:rPr>
              <a:t>  </a:t>
            </a:r>
            <a:r>
              <a:rPr lang="en-US" altLang="zh-CN" sz="2400" b="1">
                <a:solidFill>
                  <a:srgbClr val="000000"/>
                </a:solidFill>
                <a:latin typeface="Times New Roman" panose="02020603050405020304" pitchFamily="18" charset="0"/>
                <a:cs typeface="Times New Roman" panose="02020603050405020304" pitchFamily="18" charset="0"/>
              </a:rPr>
              <a:t>(1) </a:t>
            </a:r>
            <a:r>
              <a:rPr lang="zh-CN" altLang="en-US" sz="2400" b="1">
                <a:solidFill>
                  <a:srgbClr val="000000"/>
                </a:solidFill>
                <a:latin typeface="宋体" panose="02010600030101010101" pitchFamily="2" charset="-122"/>
              </a:rPr>
              <a:t>用户使用</a:t>
            </a:r>
            <a:r>
              <a:rPr lang="en-US" altLang="zh-CN" sz="2400" b="1">
                <a:solidFill>
                  <a:srgbClr val="000000"/>
                </a:solidFill>
                <a:latin typeface="Times New Roman" panose="02020603050405020304" pitchFamily="18" charset="0"/>
                <a:cs typeface="Times New Roman" panose="02020603050405020304" pitchFamily="18" charset="0"/>
              </a:rPr>
              <a:t>AGE</a:t>
            </a:r>
            <a:r>
              <a:rPr lang="zh-CN" altLang="en-US" sz="2400" b="1">
                <a:solidFill>
                  <a:srgbClr val="000000"/>
                </a:solidFill>
                <a:latin typeface="宋体" panose="02010600030101010101" pitchFamily="2" charset="-122"/>
              </a:rPr>
              <a:t>现有的各种组件作为构造材料，方便地组 </a:t>
            </a:r>
            <a:endParaRPr lang="zh-CN" altLang="en-US" sz="2400" b="1">
              <a:solidFill>
                <a:srgbClr val="000000"/>
              </a:solidFill>
              <a:latin typeface="宋体" panose="02010600030101010101" pitchFamily="2" charset="-122"/>
            </a:endParaRPr>
          </a:p>
          <a:p>
            <a:pPr algn="just" fontAlgn="base">
              <a:spcBef>
                <a:spcPct val="50000"/>
              </a:spcBef>
              <a:spcAft>
                <a:spcPct val="0"/>
              </a:spcAft>
              <a:buClr>
                <a:srgbClr val="0000FF"/>
              </a:buClr>
              <a:buSzPct val="50000"/>
            </a:pPr>
            <a:r>
              <a:rPr lang="zh-CN" altLang="en-US" sz="2400" b="1">
                <a:solidFill>
                  <a:srgbClr val="000000"/>
                </a:solidFill>
                <a:latin typeface="宋体" panose="02010600030101010101" pitchFamily="2" charset="-122"/>
              </a:rPr>
              <a:t>    合设计所需系统。</a:t>
            </a:r>
            <a:endParaRPr lang="zh-CN" altLang="en-US" sz="2400" b="1">
              <a:solidFill>
                <a:srgbClr val="000000"/>
              </a:solidFill>
              <a:latin typeface="宋体" panose="02010600030101010101" pitchFamily="2" charset="-122"/>
            </a:endParaRPr>
          </a:p>
          <a:p>
            <a:pPr algn="just" fontAlgn="base">
              <a:spcBef>
                <a:spcPct val="50000"/>
              </a:spcBef>
              <a:spcAft>
                <a:spcPct val="0"/>
              </a:spcAft>
              <a:buClr>
                <a:srgbClr val="0000FF"/>
              </a:buClr>
              <a:buSzPct val="50000"/>
              <a:buFont typeface="Wingdings" panose="05000000000000000000" pitchFamily="2" charset="2"/>
              <a:buChar char="l"/>
            </a:pPr>
            <a:r>
              <a:rPr lang="zh-CN" altLang="en-US" sz="2400" b="1">
                <a:solidFill>
                  <a:srgbClr val="000000"/>
                </a:solidFill>
                <a:latin typeface="Times New Roman" panose="02020603050405020304" pitchFamily="18" charset="0"/>
                <a:cs typeface="Times New Roman" panose="02020603050405020304" pitchFamily="18" charset="0"/>
              </a:rPr>
              <a:t>  </a:t>
            </a:r>
            <a:r>
              <a:rPr lang="en-US" altLang="zh-CN" sz="2400" b="1">
                <a:solidFill>
                  <a:srgbClr val="000000"/>
                </a:solidFill>
                <a:latin typeface="Times New Roman" panose="02020603050405020304" pitchFamily="18" charset="0"/>
                <a:cs typeface="Times New Roman" panose="02020603050405020304" pitchFamily="18" charset="0"/>
              </a:rPr>
              <a:t>(2) </a:t>
            </a:r>
            <a:r>
              <a:rPr lang="zh-CN" altLang="en-US" sz="2400" b="1">
                <a:solidFill>
                  <a:srgbClr val="000000"/>
                </a:solidFill>
                <a:latin typeface="宋体" panose="02010600030101010101" pitchFamily="2" charset="-122"/>
              </a:rPr>
              <a:t>用户通过</a:t>
            </a:r>
            <a:r>
              <a:rPr lang="en-US" altLang="zh-CN" sz="2400" b="1">
                <a:solidFill>
                  <a:srgbClr val="000000"/>
                </a:solidFill>
                <a:latin typeface="Times New Roman" panose="02020603050405020304" pitchFamily="18" charset="0"/>
                <a:cs typeface="Times New Roman" panose="02020603050405020304" pitchFamily="18" charset="0"/>
              </a:rPr>
              <a:t>AGE</a:t>
            </a:r>
            <a:r>
              <a:rPr lang="zh-CN" altLang="en-US" sz="2400" b="1">
                <a:solidFill>
                  <a:srgbClr val="000000"/>
                </a:solidFill>
                <a:latin typeface="宋体" panose="02010600030101010101" pitchFamily="2" charset="-122"/>
              </a:rPr>
              <a:t>的工具界面，定义和设计各种所需的组成</a:t>
            </a:r>
            <a:endParaRPr lang="zh-CN" altLang="en-US" sz="2400" b="1">
              <a:solidFill>
                <a:srgbClr val="000000"/>
              </a:solidFill>
              <a:latin typeface="宋体" panose="02010600030101010101" pitchFamily="2" charset="-122"/>
            </a:endParaRPr>
          </a:p>
          <a:p>
            <a:pPr algn="just" fontAlgn="base">
              <a:spcBef>
                <a:spcPct val="50000"/>
              </a:spcBef>
              <a:spcAft>
                <a:spcPct val="0"/>
              </a:spcAft>
              <a:buClr>
                <a:srgbClr val="0000FF"/>
              </a:buClr>
              <a:buSzPct val="50000"/>
            </a:pPr>
            <a:r>
              <a:rPr lang="zh-CN" altLang="en-US" sz="2400" b="1">
                <a:solidFill>
                  <a:srgbClr val="000000"/>
                </a:solidFill>
                <a:latin typeface="宋体" panose="02010600030101010101" pitchFamily="2" charset="-122"/>
              </a:rPr>
              <a:t>    部件，以构成自己的专家系统。</a:t>
            </a:r>
            <a:r>
              <a:rPr lang="zh-CN" altLang="en-US" sz="2400">
                <a:solidFill>
                  <a:srgbClr val="000000"/>
                </a:solidFill>
              </a:rPr>
              <a:t> </a:t>
            </a:r>
            <a:endParaRPr lang="zh-CN" altLang="en-US" sz="2400">
              <a:solidFill>
                <a:srgbClr val="000000"/>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54339">
                                            <p:txEl>
                                              <p:pRg st="0" end="0"/>
                                            </p:txEl>
                                          </p:spTgt>
                                        </p:tgtEl>
                                        <p:attrNameLst>
                                          <p:attrName>style.visibility</p:attrName>
                                        </p:attrNameLst>
                                      </p:cBhvr>
                                      <p:to>
                                        <p:strVal val="visible"/>
                                      </p:to>
                                    </p:set>
                                    <p:anim calcmode="lin" valueType="num">
                                      <p:cBhvr additive="base">
                                        <p:cTn id="7" dur="500" fill="hold"/>
                                        <p:tgtEl>
                                          <p:spTgt spid="6543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543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54339">
                                            <p:txEl>
                                              <p:pRg st="1" end="1"/>
                                            </p:txEl>
                                          </p:spTgt>
                                        </p:tgtEl>
                                        <p:attrNameLst>
                                          <p:attrName>style.visibility</p:attrName>
                                        </p:attrNameLst>
                                      </p:cBhvr>
                                      <p:to>
                                        <p:strVal val="visible"/>
                                      </p:to>
                                    </p:set>
                                    <p:anim calcmode="lin" valueType="num">
                                      <p:cBhvr additive="base">
                                        <p:cTn id="13" dur="500" fill="hold"/>
                                        <p:tgtEl>
                                          <p:spTgt spid="65433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5433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 presetClass="entr" presetSubtype="10" fill="hold" grpId="0" nodeType="clickEffect">
                                  <p:stCondLst>
                                    <p:cond delay="0"/>
                                  </p:stCondLst>
                                  <p:childTnLst>
                                    <p:set>
                                      <p:cBhvr>
                                        <p:cTn id="18" dur="1" fill="hold">
                                          <p:stCondLst>
                                            <p:cond delay="0"/>
                                          </p:stCondLst>
                                        </p:cTn>
                                        <p:tgtEl>
                                          <p:spTgt spid="654340"/>
                                        </p:tgtEl>
                                        <p:attrNameLst>
                                          <p:attrName>style.visibility</p:attrName>
                                        </p:attrNameLst>
                                      </p:cBhvr>
                                      <p:to>
                                        <p:strVal val="visible"/>
                                      </p:to>
                                    </p:set>
                                    <p:animEffect transition="in" filter="checkerboard(across)">
                                      <p:cBhvr>
                                        <p:cTn id="19" dur="500"/>
                                        <p:tgtEl>
                                          <p:spTgt spid="654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4339" grpId="0" autoUpdateAnimBg="0" build="p"/>
      <p:bldP spid="654340" grpId="0" animBg="1"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fontAlgn="base">
              <a:spcBef>
                <a:spcPct val="0"/>
              </a:spcBef>
              <a:spcAft>
                <a:spcPct val="0"/>
              </a:spcAft>
              <a:defRPr/>
            </a:pPr>
            <a:fld id="{D6302F90-4542-430A-B049-BFA31C3B5242}" type="slidenum">
              <a:rPr lang="ja-JP" altLang="en-US">
                <a:latin typeface="Arial" panose="020B0604020202020204"/>
              </a:rPr>
            </a:fld>
            <a:endParaRPr lang="en-US" altLang="ja-JP">
              <a:latin typeface="Arial" panose="020B0604020202020204"/>
            </a:endParaRPr>
          </a:p>
        </p:txBody>
      </p:sp>
      <p:sp>
        <p:nvSpPr>
          <p:cNvPr id="499715" name="Rectangle 2"/>
          <p:cNvSpPr>
            <a:spLocks noGrp="1" noChangeArrowheads="1"/>
          </p:cNvSpPr>
          <p:nvPr>
            <p:ph type="title"/>
          </p:nvPr>
        </p:nvSpPr>
        <p:spPr/>
        <p:txBody>
          <a:bodyPr/>
          <a:lstStyle/>
          <a:p>
            <a:pPr eaLnBrk="1" hangingPunct="1"/>
            <a:endParaRPr lang="zh-CN" altLang="zh-CN">
              <a:latin typeface="Times New Roman" panose="02020603050405020304" pitchFamily="18" charset="0"/>
            </a:endParaRPr>
          </a:p>
        </p:txBody>
      </p:sp>
      <p:sp>
        <p:nvSpPr>
          <p:cNvPr id="499716" name="Rectangle 3"/>
          <p:cNvSpPr>
            <a:spLocks noGrp="1" noChangeArrowheads="1"/>
          </p:cNvSpPr>
          <p:nvPr>
            <p:ph type="body" idx="1"/>
          </p:nvPr>
        </p:nvSpPr>
        <p:spPr>
          <a:xfrm>
            <a:off x="2057401" y="1228726"/>
            <a:ext cx="8207375" cy="5400675"/>
          </a:xfrm>
        </p:spPr>
        <p:txBody>
          <a:bodyPr/>
          <a:lstStyle/>
          <a:p>
            <a:pPr eaLnBrk="1" hangingPunct="1">
              <a:spcBef>
                <a:spcPct val="30000"/>
              </a:spcBef>
              <a:buSzPct val="60000"/>
              <a:buFont typeface="Wingdings" panose="05000000000000000000" pitchFamily="2" charset="2"/>
              <a:buBlip>
                <a:blip r:embed="rId1"/>
              </a:buBlip>
            </a:pPr>
            <a:r>
              <a:rPr lang="en-US" altLang="zh-CN" b="1">
                <a:solidFill>
                  <a:srgbClr val="000000"/>
                </a:solidFill>
                <a:latin typeface="Times New Roman" panose="02020603050405020304" pitchFamily="18" charset="0"/>
                <a:cs typeface="Times New Roman" panose="02020603050405020304" pitchFamily="18" charset="0"/>
              </a:rPr>
              <a:t>10.9.1  </a:t>
            </a:r>
            <a:r>
              <a:rPr lang="zh-CN" altLang="en-US" b="1">
                <a:solidFill>
                  <a:srgbClr val="000000"/>
                </a:solidFill>
                <a:latin typeface="Times New Roman" panose="02020603050405020304" pitchFamily="18" charset="0"/>
              </a:rPr>
              <a:t>骨架系统</a:t>
            </a:r>
            <a:r>
              <a:rPr lang="zh-CN" altLang="en-US">
                <a:latin typeface="Times New Roman" panose="02020603050405020304" pitchFamily="18" charset="0"/>
              </a:rPr>
              <a:t> </a:t>
            </a:r>
            <a:endParaRPr lang="zh-CN" altLang="en-US">
              <a:latin typeface="Times New Roman" panose="02020603050405020304" pitchFamily="18" charset="0"/>
            </a:endParaRPr>
          </a:p>
          <a:p>
            <a:pPr eaLnBrk="1" hangingPunct="1">
              <a:spcBef>
                <a:spcPct val="30000"/>
              </a:spcBef>
              <a:buSzPct val="60000"/>
              <a:buFont typeface="Wingdings" panose="05000000000000000000" pitchFamily="2" charset="2"/>
              <a:buBlip>
                <a:blip r:embed="rId1"/>
              </a:buBlip>
            </a:pPr>
            <a:r>
              <a:rPr lang="en-US" altLang="zh-CN" b="1">
                <a:solidFill>
                  <a:srgbClr val="000000"/>
                </a:solidFill>
                <a:latin typeface="Times New Roman" panose="02020603050405020304" pitchFamily="18" charset="0"/>
                <a:cs typeface="Times New Roman" panose="02020603050405020304" pitchFamily="18" charset="0"/>
              </a:rPr>
              <a:t>10.9.2  </a:t>
            </a:r>
            <a:r>
              <a:rPr lang="zh-CN" altLang="en-US" b="1">
                <a:solidFill>
                  <a:srgbClr val="000000"/>
                </a:solidFill>
                <a:latin typeface="Times New Roman" panose="02020603050405020304" pitchFamily="18" charset="0"/>
              </a:rPr>
              <a:t>通用型知识表达语言</a:t>
            </a:r>
            <a:r>
              <a:rPr lang="zh-CN" altLang="en-US">
                <a:latin typeface="Times New Roman" panose="02020603050405020304" pitchFamily="18" charset="0"/>
              </a:rPr>
              <a:t> </a:t>
            </a:r>
            <a:endParaRPr lang="zh-CN" altLang="en-US">
              <a:latin typeface="Times New Roman" panose="02020603050405020304" pitchFamily="18" charset="0"/>
            </a:endParaRPr>
          </a:p>
          <a:p>
            <a:pPr eaLnBrk="1" hangingPunct="1">
              <a:spcBef>
                <a:spcPct val="30000"/>
              </a:spcBef>
              <a:buSzPct val="60000"/>
              <a:buFont typeface="Wingdings" panose="05000000000000000000" pitchFamily="2" charset="2"/>
              <a:buBlip>
                <a:blip r:embed="rId1"/>
              </a:buBlip>
            </a:pPr>
            <a:r>
              <a:rPr lang="en-US" altLang="zh-CN" b="1">
                <a:solidFill>
                  <a:srgbClr val="000000"/>
                </a:solidFill>
                <a:latin typeface="Times New Roman" panose="02020603050405020304" pitchFamily="18" charset="0"/>
                <a:cs typeface="Times New Roman" panose="02020603050405020304" pitchFamily="18" charset="0"/>
              </a:rPr>
              <a:t>10.9.3  </a:t>
            </a:r>
            <a:r>
              <a:rPr lang="zh-CN" altLang="en-US" b="1">
                <a:solidFill>
                  <a:srgbClr val="000000"/>
                </a:solidFill>
                <a:latin typeface="Times New Roman" panose="02020603050405020304" pitchFamily="18" charset="0"/>
              </a:rPr>
              <a:t>专家系统开发环境</a:t>
            </a:r>
            <a:r>
              <a:rPr lang="zh-CN" altLang="en-US">
                <a:latin typeface="Times New Roman" panose="02020603050405020304" pitchFamily="18" charset="0"/>
              </a:rPr>
              <a:t> </a:t>
            </a:r>
            <a:endParaRPr lang="zh-CN" altLang="en-US">
              <a:latin typeface="Times New Roman" panose="02020603050405020304" pitchFamily="18" charset="0"/>
            </a:endParaRPr>
          </a:p>
          <a:p>
            <a:pPr eaLnBrk="1" hangingPunct="1">
              <a:spcBef>
                <a:spcPct val="30000"/>
              </a:spcBef>
              <a:buSzPct val="60000"/>
              <a:buFont typeface="Wingdings" panose="05000000000000000000" pitchFamily="2" charset="2"/>
              <a:buBlip>
                <a:blip r:embed="rId1"/>
              </a:buBlip>
            </a:pPr>
            <a:r>
              <a:rPr lang="en-US" altLang="zh-CN" b="1">
                <a:solidFill>
                  <a:srgbClr val="0000FF"/>
                </a:solidFill>
                <a:latin typeface="Times New Roman" panose="02020603050405020304" pitchFamily="18" charset="0"/>
                <a:cs typeface="Times New Roman" panose="02020603050405020304" pitchFamily="18" charset="0"/>
              </a:rPr>
              <a:t>10.9.4  </a:t>
            </a:r>
            <a:r>
              <a:rPr lang="zh-CN" altLang="en-US" b="1">
                <a:solidFill>
                  <a:srgbClr val="0000FF"/>
                </a:solidFill>
                <a:latin typeface="Times New Roman" panose="02020603050405020304" pitchFamily="18" charset="0"/>
              </a:rPr>
              <a:t>专家系统程序设计语言</a:t>
            </a:r>
            <a:endParaRPr lang="zh-CN" altLang="en-US">
              <a:solidFill>
                <a:srgbClr val="0000FF"/>
              </a:solidFill>
              <a:latin typeface="Times New Roman" panose="02020603050405020304" pitchFamily="18" charset="0"/>
            </a:endParaRPr>
          </a:p>
          <a:p>
            <a:pPr eaLnBrk="1" hangingPunct="1">
              <a:spcBef>
                <a:spcPct val="30000"/>
              </a:spcBef>
              <a:buSzPct val="60000"/>
              <a:buFont typeface="Wingdings" panose="05000000000000000000" pitchFamily="2" charset="2"/>
              <a:buBlip>
                <a:blip r:embed="rId1"/>
              </a:buBlip>
            </a:pPr>
            <a:endParaRPr lang="en-US" altLang="zh-CN">
              <a:solidFill>
                <a:srgbClr val="0000FF"/>
              </a:solidFill>
              <a:latin typeface="Times New Roman" panose="02020603050405020304" pitchFamily="18" charset="0"/>
            </a:endParaRPr>
          </a:p>
        </p:txBody>
      </p:sp>
      <p:sp>
        <p:nvSpPr>
          <p:cNvPr id="499717" name="Rectangle 4"/>
          <p:cNvSpPr>
            <a:spLocks noChangeArrowheads="1"/>
          </p:cNvSpPr>
          <p:nvPr/>
        </p:nvSpPr>
        <p:spPr bwMode="auto">
          <a:xfrm>
            <a:off x="1524000" y="1"/>
            <a:ext cx="9144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530">
              <a:defRPr>
                <a:solidFill>
                  <a:schemeClr val="tx1"/>
                </a:solidFill>
                <a:latin typeface="Verdana" panose="020B0604030504040204" pitchFamily="34" charset="0"/>
                <a:ea typeface="宋体" panose="02010600030101010101" pitchFamily="2" charset="-122"/>
              </a:defRPr>
            </a:lvl1pPr>
            <a:lvl2pPr indent="176530">
              <a:defRPr>
                <a:solidFill>
                  <a:schemeClr val="tx1"/>
                </a:solidFill>
                <a:latin typeface="Verdana" panose="020B0604030504040204" pitchFamily="34" charset="0"/>
                <a:ea typeface="宋体" panose="02010600030101010101" pitchFamily="2" charset="-122"/>
              </a:defRPr>
            </a:lvl2pPr>
            <a:lvl3pPr indent="176530">
              <a:defRPr>
                <a:solidFill>
                  <a:schemeClr val="tx1"/>
                </a:solidFill>
                <a:latin typeface="Verdana" panose="020B0604030504040204" pitchFamily="34" charset="0"/>
                <a:ea typeface="宋体" panose="02010600030101010101" pitchFamily="2" charset="-122"/>
              </a:defRPr>
            </a:lvl3pPr>
            <a:lvl4pPr indent="176530">
              <a:defRPr>
                <a:solidFill>
                  <a:schemeClr val="tx1"/>
                </a:solidFill>
                <a:latin typeface="Verdana" panose="020B0604030504040204" pitchFamily="34" charset="0"/>
                <a:ea typeface="宋体" panose="02010600030101010101" pitchFamily="2" charset="-122"/>
              </a:defRPr>
            </a:lvl4pPr>
            <a:lvl5pPr indent="176530">
              <a:defRPr>
                <a:solidFill>
                  <a:schemeClr val="tx1"/>
                </a:solidFill>
                <a:latin typeface="Verdana" panose="020B0604030504040204" pitchFamily="34" charset="0"/>
                <a:ea typeface="宋体" panose="02010600030101010101" pitchFamily="2" charset="-122"/>
              </a:defRPr>
            </a:lvl5pPr>
            <a:lvl6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60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10.9  </a:t>
            </a:r>
            <a:r>
              <a:rPr lang="zh-CN" altLang="en-US" sz="360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专家系统的开发工具</a:t>
            </a:r>
            <a:r>
              <a:rPr lang="zh-CN" altLang="en-US" sz="3800">
                <a:solidFill>
                  <a:srgbClr val="FFFFFF"/>
                </a:solidFill>
                <a:latin typeface="Arial" panose="020B0604020202020204" pitchFamily="34" charset="0"/>
                <a:ea typeface="黑体" panose="02010609060101010101" pitchFamily="49" charset="-122"/>
                <a:cs typeface="Times New Roman" panose="02020603050405020304" pitchFamily="18" charset="0"/>
              </a:rPr>
              <a:t> </a:t>
            </a:r>
            <a:endParaRPr lang="zh-CN" altLang="en-US" sz="3800">
              <a:solidFill>
                <a:srgbClr val="FFFFFF"/>
              </a:solidFill>
              <a:latin typeface="Arial" panose="020B0604020202020204" pitchFamily="34" charset="0"/>
              <a:ea typeface="黑体" panose="02010609060101010101" pitchFamily="49" charset="-122"/>
              <a:cs typeface="Times New Roman" panose="02020603050405020304" pitchFamily="18" charset="0"/>
            </a:endParaRPr>
          </a:p>
        </p:txBody>
      </p:sp>
    </p:spTree>
  </p:cSld>
  <p:clrMapOvr>
    <a:masterClrMapping/>
  </p:clrMapOvr>
  <p:transition>
    <p:random/>
  </p:transition>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3"/>
          <p:cNvSpPr>
            <a:spLocks noGrp="1"/>
          </p:cNvSpPr>
          <p:nvPr>
            <p:ph type="sldNum" sz="quarter" idx="10"/>
          </p:nvPr>
        </p:nvSpPr>
        <p:spPr/>
        <p:txBody>
          <a:bodyPr/>
          <a:lstStyle/>
          <a:p>
            <a:pPr fontAlgn="base">
              <a:spcBef>
                <a:spcPct val="0"/>
              </a:spcBef>
              <a:spcAft>
                <a:spcPct val="0"/>
              </a:spcAft>
              <a:defRPr/>
            </a:pPr>
            <a:fld id="{0F1FF8AD-40FB-4C44-867B-92E30A4DE898}" type="slidenum">
              <a:rPr lang="ja-JP" altLang="en-US">
                <a:latin typeface="Arial" panose="020B0604020202020204"/>
              </a:rPr>
            </a:fld>
            <a:endParaRPr lang="en-US" altLang="ja-JP">
              <a:latin typeface="Arial" panose="020B0604020202020204"/>
            </a:endParaRPr>
          </a:p>
        </p:txBody>
      </p:sp>
      <p:sp>
        <p:nvSpPr>
          <p:cNvPr id="500739" name="Rectangle 2"/>
          <p:cNvSpPr>
            <a:spLocks noGrp="1" noChangeArrowheads="1"/>
          </p:cNvSpPr>
          <p:nvPr>
            <p:ph type="title"/>
          </p:nvPr>
        </p:nvSpPr>
        <p:spPr/>
        <p:txBody>
          <a:bodyPr/>
          <a:lstStyle/>
          <a:p>
            <a:pPr eaLnBrk="1" hangingPunct="1"/>
            <a:r>
              <a:rPr lang="en-US" altLang="zh-CN" sz="4200" b="0">
                <a:latin typeface="Times New Roman" panose="02020603050405020304" pitchFamily="18" charset="0"/>
                <a:ea typeface="黑体" panose="02010609060101010101" pitchFamily="49" charset="-122"/>
                <a:cs typeface="Times New Roman" panose="02020603050405020304" pitchFamily="18" charset="0"/>
              </a:rPr>
              <a:t>10.9.4  </a:t>
            </a:r>
            <a:r>
              <a:rPr lang="zh-CN" altLang="en-US" sz="4200" b="0">
                <a:latin typeface="Times New Roman" panose="02020603050405020304" pitchFamily="18" charset="0"/>
                <a:ea typeface="黑体" panose="02010609060101010101" pitchFamily="49" charset="-122"/>
                <a:cs typeface="Times New Roman" panose="02020603050405020304" pitchFamily="18" charset="0"/>
              </a:rPr>
              <a:t>专家系统程序设计语言</a:t>
            </a:r>
            <a:r>
              <a:rPr lang="zh-CN" altLang="en-US">
                <a:latin typeface="Times New Roman" panose="02020603050405020304" pitchFamily="18" charset="0"/>
                <a:ea typeface="黑体" panose="02010609060101010101" pitchFamily="49" charset="-122"/>
                <a:cs typeface="Times New Roman" panose="02020603050405020304" pitchFamily="18" charset="0"/>
              </a:rPr>
              <a:t> </a:t>
            </a: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00740" name="Rectangle 3"/>
          <p:cNvSpPr>
            <a:spLocks noGrp="1" noChangeArrowheads="1"/>
          </p:cNvSpPr>
          <p:nvPr>
            <p:ph type="body" idx="1"/>
          </p:nvPr>
        </p:nvSpPr>
        <p:spPr>
          <a:xfrm>
            <a:off x="1676400" y="1000126"/>
            <a:ext cx="8642350" cy="752475"/>
          </a:xfrm>
        </p:spPr>
        <p:txBody>
          <a:bodyPr/>
          <a:lstStyle/>
          <a:p>
            <a:pPr algn="just" eaLnBrk="1" hangingPunct="1">
              <a:buFont typeface="Wingdings" panose="05000000000000000000" pitchFamily="2" charset="2"/>
              <a:buNone/>
            </a:pPr>
            <a:r>
              <a:rPr lang="en-US" altLang="zh-CN" sz="2600" b="1">
                <a:latin typeface="Times New Roman" panose="02020603050405020304" pitchFamily="18" charset="0"/>
              </a:rPr>
              <a:t>  1.  </a:t>
            </a:r>
            <a:r>
              <a:rPr lang="zh-CN" altLang="en-US" sz="2600" b="1">
                <a:latin typeface="Times New Roman" panose="02020603050405020304" pitchFamily="18" charset="0"/>
              </a:rPr>
              <a:t>符号处理语言（面向 </a:t>
            </a:r>
            <a:r>
              <a:rPr lang="en-US" altLang="zh-CN" sz="2600" b="1">
                <a:latin typeface="Times New Roman" panose="02020603050405020304" pitchFamily="18" charset="0"/>
              </a:rPr>
              <a:t>AI </a:t>
            </a:r>
            <a:r>
              <a:rPr lang="zh-CN" altLang="en-US" sz="2600" b="1">
                <a:latin typeface="Times New Roman" panose="02020603050405020304" pitchFamily="18" charset="0"/>
              </a:rPr>
              <a:t>的语言或 </a:t>
            </a:r>
            <a:r>
              <a:rPr lang="en-US" altLang="zh-CN" sz="2600" b="1">
                <a:latin typeface="Times New Roman" panose="02020603050405020304" pitchFamily="18" charset="0"/>
              </a:rPr>
              <a:t>AI </a:t>
            </a:r>
            <a:r>
              <a:rPr lang="zh-CN" altLang="en-US" sz="2600" b="1">
                <a:latin typeface="Times New Roman" panose="02020603050405020304" pitchFamily="18" charset="0"/>
              </a:rPr>
              <a:t>语言 ）</a:t>
            </a:r>
            <a:endParaRPr lang="zh-CN" altLang="en-US" sz="2600" b="1">
              <a:solidFill>
                <a:srgbClr val="000000"/>
              </a:solidFill>
              <a:latin typeface="Times New Roman" panose="02020603050405020304" pitchFamily="18" charset="0"/>
            </a:endParaRPr>
          </a:p>
        </p:txBody>
      </p:sp>
      <p:sp>
        <p:nvSpPr>
          <p:cNvPr id="656388" name="Rectangle 4"/>
          <p:cNvSpPr>
            <a:spLocks noChangeArrowheads="1"/>
          </p:cNvSpPr>
          <p:nvPr/>
        </p:nvSpPr>
        <p:spPr bwMode="auto">
          <a:xfrm>
            <a:off x="1905000" y="1752600"/>
            <a:ext cx="8382000" cy="3200400"/>
          </a:xfrm>
          <a:prstGeom prst="rect">
            <a:avLst/>
          </a:prstGeom>
          <a:gradFill rotWithShape="1">
            <a:gsLst>
              <a:gs pos="0">
                <a:srgbClr val="FFFF00"/>
              </a:gs>
              <a:gs pos="100000">
                <a:schemeClr val="bg1"/>
              </a:gs>
            </a:gsLst>
            <a:path path="shape">
              <a:fillToRect l="50000" t="50000" r="50000" b="50000"/>
            </a:path>
          </a:gra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908050" indent="-43688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304925" indent="-395605">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9418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94230" indent="-398780">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gn="just" fontAlgn="base">
              <a:spcAft>
                <a:spcPct val="0"/>
              </a:spcAft>
              <a:buClr>
                <a:srgbClr val="0000FF"/>
              </a:buClr>
              <a:buSzPct val="50000"/>
              <a:buFont typeface="Wingdings" panose="05000000000000000000" pitchFamily="2" charset="2"/>
              <a:buChar char="l"/>
            </a:pPr>
            <a:r>
              <a:rPr lang="en-US" altLang="zh-CN" sz="2600" b="1">
                <a:solidFill>
                  <a:srgbClr val="0000FF"/>
                </a:solidFill>
                <a:latin typeface="Times New Roman" panose="02020603050405020304" pitchFamily="18" charset="0"/>
              </a:rPr>
              <a:t>PROLOG</a:t>
            </a:r>
            <a:r>
              <a:rPr lang="zh-CN" altLang="en-US" sz="2600" b="1">
                <a:solidFill>
                  <a:srgbClr val="0000FF"/>
                </a:solidFill>
                <a:latin typeface="Times New Roman" panose="02020603050405020304" pitchFamily="18" charset="0"/>
              </a:rPr>
              <a:t>语言</a:t>
            </a:r>
            <a:r>
              <a:rPr lang="zh-CN" altLang="en-US" sz="2600" b="1">
                <a:solidFill>
                  <a:srgbClr val="000000"/>
                </a:solidFill>
                <a:latin typeface="Times New Roman" panose="02020603050405020304" pitchFamily="18" charset="0"/>
              </a:rPr>
              <a:t>（</a:t>
            </a:r>
            <a:r>
              <a:rPr lang="en-US" altLang="zh-CN" sz="2600" b="1">
                <a:solidFill>
                  <a:srgbClr val="000000"/>
                </a:solidFill>
                <a:latin typeface="Times New Roman" panose="02020603050405020304" pitchFamily="18" charset="0"/>
              </a:rPr>
              <a:t>R. Kowalski</a:t>
            </a:r>
            <a:r>
              <a:rPr lang="zh-CN" altLang="en-US" sz="2600" b="1">
                <a:solidFill>
                  <a:srgbClr val="000000"/>
                </a:solidFill>
                <a:latin typeface="Times New Roman" panose="02020603050405020304" pitchFamily="18" charset="0"/>
              </a:rPr>
              <a:t>首先提出；</a:t>
            </a:r>
            <a:r>
              <a:rPr lang="en-US" altLang="zh-CN" sz="2600" b="1">
                <a:solidFill>
                  <a:srgbClr val="000000"/>
                </a:solidFill>
                <a:latin typeface="Times New Roman" panose="02020603050405020304" pitchFamily="18" charset="0"/>
              </a:rPr>
              <a:t>1972</a:t>
            </a:r>
            <a:r>
              <a:rPr lang="zh-CN" altLang="en-US" sz="2600" b="1">
                <a:solidFill>
                  <a:srgbClr val="000000"/>
                </a:solidFill>
                <a:latin typeface="Times New Roman" panose="02020603050405020304" pitchFamily="18" charset="0"/>
              </a:rPr>
              <a:t>年，</a:t>
            </a:r>
            <a:r>
              <a:rPr lang="en-US" altLang="zh-CN" sz="2600" b="1">
                <a:solidFill>
                  <a:srgbClr val="000000"/>
                </a:solidFill>
                <a:latin typeface="Times New Roman" panose="02020603050405020304" pitchFamily="18" charset="0"/>
              </a:rPr>
              <a:t>A. Comerauer</a:t>
            </a:r>
            <a:r>
              <a:rPr lang="zh-CN" altLang="en-US" sz="2600" b="1">
                <a:solidFill>
                  <a:srgbClr val="000000"/>
                </a:solidFill>
                <a:latin typeface="Times New Roman" panose="02020603050405020304" pitchFamily="18" charset="0"/>
              </a:rPr>
              <a:t>及其研究小组研制成功）：基于演绎推理的逻辑型程序设计语言。</a:t>
            </a:r>
            <a:endParaRPr lang="zh-CN" altLang="en-US" sz="2600" b="1">
              <a:solidFill>
                <a:srgbClr val="000000"/>
              </a:solidFill>
              <a:latin typeface="Times New Roman" panose="02020603050405020304" pitchFamily="18" charset="0"/>
            </a:endParaRPr>
          </a:p>
          <a:p>
            <a:pPr algn="just" fontAlgn="base">
              <a:spcAft>
                <a:spcPct val="0"/>
              </a:spcAft>
              <a:buClr>
                <a:srgbClr val="0000FF"/>
              </a:buClr>
              <a:buSzPct val="50000"/>
              <a:buFont typeface="Wingdings" panose="05000000000000000000" pitchFamily="2" charset="2"/>
              <a:buChar char="l"/>
            </a:pPr>
            <a:r>
              <a:rPr lang="en-US" altLang="zh-CN" sz="2600" b="1">
                <a:solidFill>
                  <a:srgbClr val="0000FF"/>
                </a:solidFill>
                <a:latin typeface="Times New Roman" panose="02020603050405020304" pitchFamily="18" charset="0"/>
                <a:cs typeface="Times New Roman" panose="02020603050405020304" pitchFamily="18" charset="0"/>
              </a:rPr>
              <a:t>LISP</a:t>
            </a:r>
            <a:r>
              <a:rPr lang="zh-CN" altLang="en-US" sz="2600" b="1">
                <a:solidFill>
                  <a:srgbClr val="0000FF"/>
                </a:solidFill>
                <a:latin typeface="Times New Roman" panose="02020603050405020304" pitchFamily="18" charset="0"/>
              </a:rPr>
              <a:t>语言</a:t>
            </a:r>
            <a:r>
              <a:rPr lang="zh-CN" altLang="en-US" sz="2600" b="1">
                <a:solidFill>
                  <a:srgbClr val="000000"/>
                </a:solidFill>
                <a:latin typeface="Times New Roman" panose="02020603050405020304" pitchFamily="18" charset="0"/>
              </a:rPr>
              <a:t>（</a:t>
            </a:r>
            <a:r>
              <a:rPr lang="en-US" altLang="zh-CN" sz="2600" b="1">
                <a:solidFill>
                  <a:srgbClr val="000000"/>
                </a:solidFill>
                <a:latin typeface="Times New Roman" panose="02020603050405020304" pitchFamily="18" charset="0"/>
              </a:rPr>
              <a:t>1960</a:t>
            </a:r>
            <a:r>
              <a:rPr lang="zh-CN" altLang="en-US" sz="2600" b="1">
                <a:solidFill>
                  <a:srgbClr val="000000"/>
                </a:solidFill>
                <a:latin typeface="Times New Roman" panose="02020603050405020304" pitchFamily="18" charset="0"/>
              </a:rPr>
              <a:t>年，麦卡锡及其研究小组研制成功）：表处理语言，许多早期专家系统（</a:t>
            </a:r>
            <a:r>
              <a:rPr lang="en-US" altLang="zh-CN" sz="2600" b="1">
                <a:solidFill>
                  <a:srgbClr val="000000"/>
                </a:solidFill>
                <a:latin typeface="Times New Roman" panose="02020603050405020304" pitchFamily="18" charset="0"/>
              </a:rPr>
              <a:t>MYCIN</a:t>
            </a:r>
            <a:r>
              <a:rPr lang="zh-CN" altLang="en-US" sz="2600" b="1">
                <a:solidFill>
                  <a:srgbClr val="000000"/>
                </a:solidFill>
                <a:latin typeface="Times New Roman" panose="02020603050405020304" pitchFamily="18" charset="0"/>
              </a:rPr>
              <a:t>、</a:t>
            </a:r>
            <a:r>
              <a:rPr lang="en-US" altLang="zh-CN" sz="2600" b="1">
                <a:solidFill>
                  <a:srgbClr val="000000"/>
                </a:solidFill>
                <a:latin typeface="Times New Roman" panose="02020603050405020304" pitchFamily="18" charset="0"/>
              </a:rPr>
              <a:t>PROSPECTOR</a:t>
            </a:r>
            <a:r>
              <a:rPr lang="zh-CN" altLang="en-US" sz="2600" b="1">
                <a:solidFill>
                  <a:srgbClr val="000000"/>
                </a:solidFill>
                <a:latin typeface="Times New Roman" panose="02020603050405020304" pitchFamily="18" charset="0"/>
              </a:rPr>
              <a:t>）是用</a:t>
            </a:r>
            <a:r>
              <a:rPr lang="en-US" altLang="zh-CN" sz="2600" b="1">
                <a:solidFill>
                  <a:srgbClr val="000000"/>
                </a:solidFill>
                <a:latin typeface="Times New Roman" panose="02020603050405020304" pitchFamily="18" charset="0"/>
                <a:cs typeface="Times New Roman" panose="02020603050405020304" pitchFamily="18" charset="0"/>
              </a:rPr>
              <a:t>LISP</a:t>
            </a:r>
            <a:r>
              <a:rPr lang="zh-CN" altLang="en-US" sz="2600" b="1">
                <a:solidFill>
                  <a:srgbClr val="000000"/>
                </a:solidFill>
                <a:latin typeface="Times New Roman" panose="02020603050405020304" pitchFamily="18" charset="0"/>
              </a:rPr>
              <a:t>建立的。</a:t>
            </a:r>
            <a:endParaRPr lang="zh-CN" altLang="en-US" sz="2600" b="1">
              <a:solidFill>
                <a:srgbClr val="000000"/>
              </a:solidFill>
              <a:latin typeface="Times New Roman" panose="02020603050405020304" pitchFamily="18" charset="0"/>
            </a:endParaRPr>
          </a:p>
        </p:txBody>
      </p:sp>
      <p:sp>
        <p:nvSpPr>
          <p:cNvPr id="656389" name="Rectangle 5"/>
          <p:cNvSpPr>
            <a:spLocks noChangeArrowheads="1"/>
          </p:cNvSpPr>
          <p:nvPr/>
        </p:nvSpPr>
        <p:spPr bwMode="auto">
          <a:xfrm>
            <a:off x="1752600" y="5257800"/>
            <a:ext cx="864235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908050" indent="-43688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304925" indent="-395605">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9418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94230" indent="-398780">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gn="just" fontAlgn="base">
              <a:spcAft>
                <a:spcPct val="0"/>
              </a:spcAft>
              <a:buClr>
                <a:srgbClr val="CC0000"/>
              </a:buClr>
              <a:buNone/>
            </a:pPr>
            <a:r>
              <a:rPr lang="en-US" altLang="zh-CN" sz="2600" b="1">
                <a:solidFill>
                  <a:srgbClr val="000000"/>
                </a:solidFill>
                <a:latin typeface="Times New Roman" panose="02020603050405020304" pitchFamily="18" charset="0"/>
              </a:rPr>
              <a:t> 2.  </a:t>
            </a:r>
            <a:r>
              <a:rPr lang="zh-CN" altLang="en-US" sz="2600" b="1">
                <a:solidFill>
                  <a:srgbClr val="000000"/>
                </a:solidFill>
                <a:latin typeface="Times New Roman" panose="02020603050405020304" pitchFamily="18" charset="0"/>
              </a:rPr>
              <a:t>面向问题的语言：</a:t>
            </a:r>
            <a:r>
              <a:rPr lang="en-US" altLang="zh-CN" sz="2600" b="1">
                <a:solidFill>
                  <a:srgbClr val="000000"/>
                </a:solidFill>
                <a:latin typeface="Times New Roman" panose="02020603050405020304" pitchFamily="18" charset="0"/>
              </a:rPr>
              <a:t>C</a:t>
            </a:r>
            <a:r>
              <a:rPr lang="zh-CN" altLang="en-US" sz="2600" b="1">
                <a:solidFill>
                  <a:srgbClr val="000000"/>
                </a:solidFill>
                <a:latin typeface="Times New Roman" panose="02020603050405020304" pitchFamily="18" charset="0"/>
              </a:rPr>
              <a:t>语言、 </a:t>
            </a:r>
            <a:r>
              <a:rPr lang="en-US" altLang="zh-CN" sz="2600" b="1">
                <a:solidFill>
                  <a:srgbClr val="000000"/>
                </a:solidFill>
                <a:latin typeface="Times New Roman" panose="02020603050405020304" pitchFamily="18" charset="0"/>
              </a:rPr>
              <a:t>C</a:t>
            </a:r>
            <a:r>
              <a:rPr lang="zh-CN" altLang="en-US" sz="2600" b="1">
                <a:solidFill>
                  <a:srgbClr val="000000"/>
                </a:solidFill>
                <a:latin typeface="Times New Roman" panose="02020603050405020304" pitchFamily="18" charset="0"/>
              </a:rPr>
              <a:t>＋＋语言。</a:t>
            </a:r>
            <a:endParaRPr lang="zh-CN" altLang="en-US" sz="2600" b="1">
              <a:solidFill>
                <a:srgbClr val="000000"/>
              </a:solidFill>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56389">
                                            <p:txEl>
                                              <p:pRg st="0" end="0"/>
                                            </p:txEl>
                                          </p:spTgt>
                                        </p:tgtEl>
                                        <p:attrNameLst>
                                          <p:attrName>style.visibility</p:attrName>
                                        </p:attrNameLst>
                                      </p:cBhvr>
                                      <p:to>
                                        <p:strVal val="visible"/>
                                      </p:to>
                                    </p:set>
                                    <p:anim calcmode="lin" valueType="num">
                                      <p:cBhvr additive="base">
                                        <p:cTn id="7" dur="500" fill="hold"/>
                                        <p:tgtEl>
                                          <p:spTgt spid="65638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5638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56388">
                                            <p:bg/>
                                          </p:spTgt>
                                        </p:tgtEl>
                                        <p:attrNameLst>
                                          <p:attrName>style.visibility</p:attrName>
                                        </p:attrNameLst>
                                      </p:cBhvr>
                                      <p:to>
                                        <p:strVal val="visible"/>
                                      </p:to>
                                    </p:set>
                                    <p:anim calcmode="lin" valueType="num">
                                      <p:cBhvr additive="base">
                                        <p:cTn id="13" dur="500" fill="hold"/>
                                        <p:tgtEl>
                                          <p:spTgt spid="656388">
                                            <p:bg/>
                                          </p:spTgt>
                                        </p:tgtEl>
                                        <p:attrNameLst>
                                          <p:attrName>ppt_x</p:attrName>
                                        </p:attrNameLst>
                                      </p:cBhvr>
                                      <p:tavLst>
                                        <p:tav tm="0">
                                          <p:val>
                                            <p:strVal val="#ppt_x"/>
                                          </p:val>
                                        </p:tav>
                                        <p:tav tm="100000">
                                          <p:val>
                                            <p:strVal val="#ppt_x"/>
                                          </p:val>
                                        </p:tav>
                                      </p:tavLst>
                                    </p:anim>
                                    <p:anim calcmode="lin" valueType="num">
                                      <p:cBhvr additive="base">
                                        <p:cTn id="14" dur="500" fill="hold"/>
                                        <p:tgtEl>
                                          <p:spTgt spid="656388">
                                            <p:bg/>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656388">
                                            <p:txEl>
                                              <p:pRg st="0" end="0"/>
                                            </p:txEl>
                                          </p:spTgt>
                                        </p:tgtEl>
                                        <p:attrNameLst>
                                          <p:attrName>style.visibility</p:attrName>
                                        </p:attrNameLst>
                                      </p:cBhvr>
                                      <p:to>
                                        <p:strVal val="visible"/>
                                      </p:to>
                                    </p:set>
                                    <p:anim calcmode="lin" valueType="num">
                                      <p:cBhvr additive="base">
                                        <p:cTn id="17" dur="500" fill="hold"/>
                                        <p:tgtEl>
                                          <p:spTgt spid="656388">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56388">
                                            <p:txEl>
                                              <p:pRg st="0" end="0"/>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656388">
                                            <p:txEl>
                                              <p:pRg st="1" end="1"/>
                                            </p:txEl>
                                          </p:spTgt>
                                        </p:tgtEl>
                                        <p:attrNameLst>
                                          <p:attrName>style.visibility</p:attrName>
                                        </p:attrNameLst>
                                      </p:cBhvr>
                                      <p:to>
                                        <p:strVal val="visible"/>
                                      </p:to>
                                    </p:set>
                                    <p:anim calcmode="lin" valueType="num">
                                      <p:cBhvr additive="base">
                                        <p:cTn id="21" dur="500" fill="hold"/>
                                        <p:tgtEl>
                                          <p:spTgt spid="656388">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56388">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6388" grpId="0" animBg="1" build="allAtOnce"/>
      <p:bldP spid="656389" grpId="0" autoUpdateAnimBg="0" build="p"/>
    </p:bldLst>
  </p:timing>
</p:sld>
</file>

<file path=ppt/tags/tag1.xml><?xml version="1.0" encoding="utf-8"?>
<p:tagLst xmlns:p="http://schemas.openxmlformats.org/presentationml/2006/main">
  <p:tag name="KSO_WPP_MARK_KEY" val="2cc7bdb4-644f-4351-8306-afc857cdba96"/>
  <p:tag name="COMMONDATA" val="eyJoZGlkIjoiYjdlODJmMWRhNThjNmUzZjRmYWFkYjViYWYzMTNhMzQifQ=="/>
</p:tagLst>
</file>

<file path=ppt/theme/theme1.xml><?xml version="1.0" encoding="utf-8"?>
<a:theme xmlns:a="http://schemas.openxmlformats.org/drawingml/2006/main" name="wasedaSample5">
  <a:themeElements>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wasedaSample5">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12047</Words>
  <Application>WPS 演示</Application>
  <PresentationFormat>宽屏</PresentationFormat>
  <Paragraphs>1230</Paragraphs>
  <Slides>88</Slides>
  <Notes>5</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88</vt:i4>
      </vt:variant>
    </vt:vector>
  </HeadingPairs>
  <TitlesOfParts>
    <vt:vector size="105" baseType="lpstr">
      <vt:lpstr>Arial</vt:lpstr>
      <vt:lpstr>宋体</vt:lpstr>
      <vt:lpstr>Wingdings</vt:lpstr>
      <vt:lpstr>MS PGothic</vt:lpstr>
      <vt:lpstr>Verdana</vt:lpstr>
      <vt:lpstr>Times New Roman</vt:lpstr>
      <vt:lpstr>黑体</vt:lpstr>
      <vt:lpstr>华文琥珀</vt:lpstr>
      <vt:lpstr>楷体_GB2312</vt:lpstr>
      <vt:lpstr>Arial</vt:lpstr>
      <vt:lpstr>新宋体</vt:lpstr>
      <vt:lpstr>微软雅黑</vt:lpstr>
      <vt:lpstr>Arial Unicode MS</vt:lpstr>
      <vt:lpstr>等线</vt:lpstr>
      <vt:lpstr>Calibri</vt:lpstr>
      <vt:lpstr>wasedaSample5</vt:lpstr>
      <vt:lpstr>SmartDraw.2</vt:lpstr>
      <vt:lpstr>第 10 章   专家系统与机器学习</vt:lpstr>
      <vt:lpstr>PowerPoint 演示文稿</vt:lpstr>
      <vt:lpstr>第7章  专家系统与机器学习</vt:lpstr>
      <vt:lpstr>第7章  专家系统与机器学习</vt:lpstr>
      <vt:lpstr>7.1  专家系统的产生和发展</vt:lpstr>
      <vt:lpstr>7.1  专家系统的产生和发展</vt:lpstr>
      <vt:lpstr>7.1  专家系统的产生和发展</vt:lpstr>
      <vt:lpstr>7.1  专家系统的产生和发展</vt:lpstr>
      <vt:lpstr>7.1  专家系统的产生和发展</vt:lpstr>
      <vt:lpstr>第7章  专家系统与机器学习</vt:lpstr>
      <vt:lpstr>PowerPoint 演示文稿</vt:lpstr>
      <vt:lpstr>PowerPoint 演示文稿</vt:lpstr>
      <vt:lpstr>7.2.1  专家系统的定义</vt:lpstr>
      <vt:lpstr>7.2.1  专家系统的定义</vt:lpstr>
      <vt:lpstr>PowerPoint 演示文稿</vt:lpstr>
      <vt:lpstr>7.2.2  专家系统的特点</vt:lpstr>
      <vt:lpstr>PowerPoint 演示文稿</vt:lpstr>
      <vt:lpstr>PowerPoint 演示文稿</vt:lpstr>
      <vt:lpstr>PowerPoint 演示文稿</vt:lpstr>
      <vt:lpstr>7.2.3  专家系统的类型</vt:lpstr>
      <vt:lpstr>PowerPoint 演示文稿</vt:lpstr>
      <vt:lpstr>7.2.4  专家系统的应用</vt:lpstr>
      <vt:lpstr>7.2.4  专家系统的应用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第7章  专家系统与机器学习</vt:lpstr>
      <vt:lpstr>PowerPoint 演示文稿</vt:lpstr>
      <vt:lpstr>PowerPoint 演示文稿</vt:lpstr>
      <vt:lpstr>7.7.1  适合于专家系统求解的问题</vt:lpstr>
      <vt:lpstr>7.7.1  适合于专家系统求解的问题 </vt:lpstr>
      <vt:lpstr>7.7.1  适合于专家系统求解的问题</vt:lpstr>
      <vt:lpstr>7.7.1  适合于专家系统求解的问题</vt:lpstr>
      <vt:lpstr>PowerPoint 演示文稿</vt:lpstr>
      <vt:lpstr>7.7.2  专家系统的设计原则与开发步骤</vt:lpstr>
      <vt:lpstr>7.7.2  专家系统的设计原则与开发步骤</vt:lpstr>
      <vt:lpstr>PowerPoint 演示文稿</vt:lpstr>
      <vt:lpstr>7.7.3  专家系统的评价</vt:lpstr>
      <vt:lpstr>7.7.3  专家系统的评价</vt:lpstr>
      <vt:lpstr>7.7.3  专家系统的评价</vt:lpstr>
      <vt:lpstr>第7章  专家系统与机器学习</vt:lpstr>
      <vt:lpstr>PowerPoint 演示文稿</vt:lpstr>
      <vt:lpstr>PowerPoint 演示文稿</vt:lpstr>
      <vt:lpstr>7.8.1  医学专家系统──MYCIN</vt:lpstr>
      <vt:lpstr>7.8.1  医学专家系统──MYCIN</vt:lpstr>
      <vt:lpstr>7.8.1  医学专家系统──MYCIN</vt:lpstr>
      <vt:lpstr>7.8.1  医学专家系统──MYCIN</vt:lpstr>
      <vt:lpstr>7.8.1  医学专家系统──MYCIN</vt:lpstr>
      <vt:lpstr>7.8.1  医学专家系统──MYCIN</vt:lpstr>
      <vt:lpstr>7.8.1  医学专家系统──MYCIN</vt:lpstr>
      <vt:lpstr>7.8.1  医学专家系统──MYCIN</vt:lpstr>
      <vt:lpstr>7.8.1  医学专家系统──MYCIN</vt:lpstr>
      <vt:lpstr>7.8.1  医学专家系统──MYCIN</vt:lpstr>
      <vt:lpstr>7.8.1  医学专家系统──MYCIN</vt:lpstr>
      <vt:lpstr>PowerPoint 演示文稿</vt:lpstr>
      <vt:lpstr>7.8.2  地质勘探专家系统──PROSPECTOR </vt:lpstr>
      <vt:lpstr>7.8.2  地质勘探专家系统──PROSPECTOR </vt:lpstr>
      <vt:lpstr>7.8.2  地质勘探专家系统──PROSPECTOR </vt:lpstr>
      <vt:lpstr>7.8.2  地质勘探专家系统──PROSPECTOR </vt:lpstr>
      <vt:lpstr>7.8.2  地质勘探专家系统──PROSPECTOR </vt:lpstr>
      <vt:lpstr>第7章  专家系统与机器学习</vt:lpstr>
      <vt:lpstr>PowerPoint 演示文稿</vt:lpstr>
      <vt:lpstr>PowerPoint 演示文稿</vt:lpstr>
      <vt:lpstr>7.9.1  骨架系统</vt:lpstr>
      <vt:lpstr>7.9.1  骨架系统</vt:lpstr>
      <vt:lpstr>7.9.1  骨架系统</vt:lpstr>
      <vt:lpstr>7.9.1  骨架系统</vt:lpstr>
      <vt:lpstr>7.9.1  骨架系统</vt:lpstr>
      <vt:lpstr>7.9.1  骨架系统</vt:lpstr>
      <vt:lpstr>7.9.1  骨架系统</vt:lpstr>
      <vt:lpstr>7.9.1  骨架系统</vt:lpstr>
      <vt:lpstr>PowerPoint 演示文稿</vt:lpstr>
      <vt:lpstr>7.9.2  通用型知识表达语言</vt:lpstr>
      <vt:lpstr>7.9.2  通用型知识表达语言</vt:lpstr>
      <vt:lpstr>PowerPoint 演示文稿</vt:lpstr>
      <vt:lpstr>7.9.3  专家系统开发环境 </vt:lpstr>
      <vt:lpstr>PowerPoint 演示文稿</vt:lpstr>
      <vt:lpstr>7.9.4  专家系统程序设计语言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 7 章   专家系统与机器学习</dc:title>
  <dc:creator>Think</dc:creator>
  <cp:lastModifiedBy>dyl</cp:lastModifiedBy>
  <cp:revision>13</cp:revision>
  <dcterms:created xsi:type="dcterms:W3CDTF">2021-11-29T01:13:00Z</dcterms:created>
  <dcterms:modified xsi:type="dcterms:W3CDTF">2023-05-22T11:55:05Z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194E6578BA97485A874CC059445C3922_12</vt:lpwstr>
  </property>
  <property fmtid="{D5CDD505-2E9C-101B-9397-08002B2CF9AE}" pid="3" name="KSOProductBuildVer">
    <vt:lpwstr>2052-11.1.0.14309</vt:lpwstr>
  </property>
</Properties>
</file>