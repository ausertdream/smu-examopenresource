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7"/>
  </p:notesMasterIdLst>
  <p:sldIdLst>
    <p:sldId id="899" r:id="rId2"/>
    <p:sldId id="900" r:id="rId3"/>
    <p:sldId id="901" r:id="rId4"/>
    <p:sldId id="902" r:id="rId5"/>
    <p:sldId id="903" r:id="rId6"/>
    <p:sldId id="904" r:id="rId7"/>
    <p:sldId id="905" r:id="rId8"/>
    <p:sldId id="906" r:id="rId9"/>
    <p:sldId id="907" r:id="rId10"/>
    <p:sldId id="908" r:id="rId11"/>
    <p:sldId id="909" r:id="rId12"/>
    <p:sldId id="910" r:id="rId13"/>
    <p:sldId id="911" r:id="rId14"/>
    <p:sldId id="912" r:id="rId15"/>
    <p:sldId id="913" r:id="rId16"/>
    <p:sldId id="914" r:id="rId17"/>
    <p:sldId id="915" r:id="rId18"/>
    <p:sldId id="916" r:id="rId19"/>
    <p:sldId id="917" r:id="rId20"/>
    <p:sldId id="918" r:id="rId21"/>
    <p:sldId id="919" r:id="rId22"/>
    <p:sldId id="920" r:id="rId23"/>
    <p:sldId id="921" r:id="rId24"/>
    <p:sldId id="922" r:id="rId25"/>
    <p:sldId id="923" r:id="rId26"/>
    <p:sldId id="924" r:id="rId27"/>
    <p:sldId id="925" r:id="rId28"/>
    <p:sldId id="926" r:id="rId29"/>
    <p:sldId id="927" r:id="rId30"/>
    <p:sldId id="928" r:id="rId31"/>
    <p:sldId id="929" r:id="rId32"/>
    <p:sldId id="930" r:id="rId33"/>
    <p:sldId id="931" r:id="rId34"/>
    <p:sldId id="932" r:id="rId35"/>
    <p:sldId id="933" r:id="rId36"/>
    <p:sldId id="934" r:id="rId37"/>
    <p:sldId id="935" r:id="rId38"/>
    <p:sldId id="936" r:id="rId39"/>
    <p:sldId id="937" r:id="rId40"/>
    <p:sldId id="938" r:id="rId41"/>
    <p:sldId id="939" r:id="rId42"/>
    <p:sldId id="940" r:id="rId43"/>
    <p:sldId id="941" r:id="rId44"/>
    <p:sldId id="942" r:id="rId45"/>
    <p:sldId id="943" r:id="rId46"/>
    <p:sldId id="944" r:id="rId47"/>
    <p:sldId id="945" r:id="rId48"/>
    <p:sldId id="946" r:id="rId49"/>
    <p:sldId id="947" r:id="rId50"/>
    <p:sldId id="948" r:id="rId51"/>
    <p:sldId id="949" r:id="rId52"/>
    <p:sldId id="950" r:id="rId53"/>
    <p:sldId id="951" r:id="rId54"/>
    <p:sldId id="952" r:id="rId55"/>
    <p:sldId id="953" r:id="rId56"/>
    <p:sldId id="954" r:id="rId57"/>
    <p:sldId id="955" r:id="rId58"/>
    <p:sldId id="956" r:id="rId59"/>
    <p:sldId id="957" r:id="rId60"/>
    <p:sldId id="958" r:id="rId61"/>
    <p:sldId id="959" r:id="rId62"/>
    <p:sldId id="960" r:id="rId63"/>
    <p:sldId id="961" r:id="rId64"/>
    <p:sldId id="962" r:id="rId65"/>
    <p:sldId id="963" r:id="rId66"/>
    <p:sldId id="964" r:id="rId67"/>
    <p:sldId id="965" r:id="rId68"/>
    <p:sldId id="966" r:id="rId69"/>
    <p:sldId id="967" r:id="rId70"/>
    <p:sldId id="968" r:id="rId71"/>
    <p:sldId id="969" r:id="rId72"/>
    <p:sldId id="970" r:id="rId73"/>
    <p:sldId id="971" r:id="rId74"/>
    <p:sldId id="972" r:id="rId75"/>
    <p:sldId id="973" r:id="rId7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85C606-ECDC-4588-AD3A-05C487A84487}" type="doc">
      <dgm:prSet loTypeId="urn:microsoft.com/office/officeart/2005/8/layout/orgChart1" loCatId="hierarchy" qsTypeId="urn:microsoft.com/office/officeart/2005/8/quickstyle/simple1" qsCatId="simple" csTypeId="urn:microsoft.com/office/officeart/2005/8/colors/accent1_2" csCatId="accent1"/>
      <dgm:spPr/>
    </dgm:pt>
    <dgm:pt modelId="{6160907A-D490-4390-A73C-23D1F6A665CA}">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直接型</a:t>
          </a:r>
        </a:p>
      </dgm:t>
    </dgm:pt>
    <dgm:pt modelId="{4D79B7F7-EE80-4143-B98B-F7C2DBA0E4C1}" type="parTrans" cxnId="{B3B87094-B2C6-41F3-A8A8-D4FDD0C60494}">
      <dgm:prSet/>
      <dgm:spPr/>
    </dgm:pt>
    <dgm:pt modelId="{1BF233B4-F9F3-4403-9FE4-2794AC2F0B55}" type="sibTrans" cxnId="{B3B87094-B2C6-41F3-A8A8-D4FDD0C60494}">
      <dgm:prSet/>
      <dgm:spPr/>
    </dgm:pt>
    <dgm:pt modelId="{9EA87822-DA64-483C-B090-C09C2CBB11A5}">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间接型</a:t>
          </a:r>
        </a:p>
      </dgm:t>
    </dgm:pt>
    <dgm:pt modelId="{27C289C1-588F-4D22-836F-A14E457658F2}" type="parTrans" cxnId="{AB3DE987-2CE0-470F-9530-8D84B530A326}">
      <dgm:prSet/>
      <dgm:spPr/>
    </dgm:pt>
    <dgm:pt modelId="{FE443756-4A9E-4C86-A69B-62CAC6498B15}" type="sibTrans" cxnId="{AB3DE987-2CE0-470F-9530-8D84B530A326}">
      <dgm:prSet/>
      <dgm:spPr/>
    </dgm:pt>
    <dgm:pt modelId="{42CC2B13-AB21-4E87-8BD1-B5EE9FD5F66C}">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中间语言型</a:t>
          </a:r>
        </a:p>
      </dgm:t>
    </dgm:pt>
    <dgm:pt modelId="{CEF3392E-9AE6-4B92-B427-AD699343680D}" type="parTrans" cxnId="{FAE8B371-3F59-49A7-B7D2-6DD533101C0B}">
      <dgm:prSet/>
      <dgm:spPr/>
    </dgm:pt>
    <dgm:pt modelId="{33FB76EC-23F1-4ABE-9D9A-B52E5524884C}" type="sibTrans" cxnId="{FAE8B371-3F59-49A7-B7D2-6DD533101C0B}">
      <dgm:prSet/>
      <dgm:spPr/>
    </dgm:pt>
    <dgm:pt modelId="{FA1C5522-81F5-4A00-BB92-214EE2041309}">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转换型</a:t>
          </a:r>
        </a:p>
      </dgm:t>
    </dgm:pt>
    <dgm:pt modelId="{F6B37F41-4087-4C72-BF2A-EFA9B21E90C6}" type="parTrans" cxnId="{8DF3D006-58DC-463E-8167-F86A5339F09B}">
      <dgm:prSet/>
      <dgm:spPr/>
    </dgm:pt>
    <dgm:pt modelId="{9F7C0790-426A-4172-875A-5320E34696AE}" type="sibTrans" cxnId="{8DF3D006-58DC-463E-8167-F86A5339F09B}">
      <dgm:prSet/>
      <dgm:spPr/>
    </dgm:pt>
    <dgm:pt modelId="{2AB98C7D-6099-4014-A475-98AF487A5CC7}" type="pres">
      <dgm:prSet presAssocID="{A985C606-ECDC-4588-AD3A-05C487A84487}" presName="hierChild1" presStyleCnt="0">
        <dgm:presLayoutVars>
          <dgm:orgChart val="1"/>
          <dgm:chPref val="1"/>
          <dgm:dir/>
          <dgm:animOne val="branch"/>
          <dgm:animLvl val="lvl"/>
          <dgm:resizeHandles/>
        </dgm:presLayoutVars>
      </dgm:prSet>
      <dgm:spPr/>
    </dgm:pt>
    <dgm:pt modelId="{D06D198B-0BDA-4F9D-856F-1C81CA96B44F}" type="pres">
      <dgm:prSet presAssocID="{6160907A-D490-4390-A73C-23D1F6A665CA}" presName="hierRoot1" presStyleCnt="0">
        <dgm:presLayoutVars>
          <dgm:hierBranch/>
        </dgm:presLayoutVars>
      </dgm:prSet>
      <dgm:spPr/>
    </dgm:pt>
    <dgm:pt modelId="{8C0D6367-5554-435F-B266-6D39A4060D38}" type="pres">
      <dgm:prSet presAssocID="{6160907A-D490-4390-A73C-23D1F6A665CA}" presName="rootComposite1" presStyleCnt="0"/>
      <dgm:spPr/>
    </dgm:pt>
    <dgm:pt modelId="{9087E47D-B1D2-471C-A87C-5B5BFFE65938}" type="pres">
      <dgm:prSet presAssocID="{6160907A-D490-4390-A73C-23D1F6A665CA}" presName="rootText1" presStyleLbl="node0" presStyleIdx="0" presStyleCnt="1">
        <dgm:presLayoutVars>
          <dgm:chPref val="3"/>
        </dgm:presLayoutVars>
      </dgm:prSet>
      <dgm:spPr/>
    </dgm:pt>
    <dgm:pt modelId="{227F9A1E-D145-4D8B-9512-E1D84851FDB2}" type="pres">
      <dgm:prSet presAssocID="{6160907A-D490-4390-A73C-23D1F6A665CA}" presName="rootConnector1" presStyleLbl="node1" presStyleIdx="0" presStyleCnt="0"/>
      <dgm:spPr/>
    </dgm:pt>
    <dgm:pt modelId="{480C44CE-6BCD-48FC-8577-81271821AA28}" type="pres">
      <dgm:prSet presAssocID="{6160907A-D490-4390-A73C-23D1F6A665CA}" presName="hierChild2" presStyleCnt="0"/>
      <dgm:spPr/>
    </dgm:pt>
    <dgm:pt modelId="{B8682A66-BAB1-4B83-B5F6-97E67C3708F4}" type="pres">
      <dgm:prSet presAssocID="{27C289C1-588F-4D22-836F-A14E457658F2}" presName="Name35" presStyleLbl="parChTrans1D2" presStyleIdx="0" presStyleCnt="1"/>
      <dgm:spPr/>
    </dgm:pt>
    <dgm:pt modelId="{4B3C788C-78C7-4455-978A-6AEF0F872A02}" type="pres">
      <dgm:prSet presAssocID="{9EA87822-DA64-483C-B090-C09C2CBB11A5}" presName="hierRoot2" presStyleCnt="0">
        <dgm:presLayoutVars>
          <dgm:hierBranch/>
        </dgm:presLayoutVars>
      </dgm:prSet>
      <dgm:spPr/>
    </dgm:pt>
    <dgm:pt modelId="{B743CC58-0C9C-4443-B55F-63E9E9C44400}" type="pres">
      <dgm:prSet presAssocID="{9EA87822-DA64-483C-B090-C09C2CBB11A5}" presName="rootComposite" presStyleCnt="0"/>
      <dgm:spPr/>
    </dgm:pt>
    <dgm:pt modelId="{C8FDF877-312D-4211-870A-A7572564DFC0}" type="pres">
      <dgm:prSet presAssocID="{9EA87822-DA64-483C-B090-C09C2CBB11A5}" presName="rootText" presStyleLbl="node2" presStyleIdx="0" presStyleCnt="1">
        <dgm:presLayoutVars>
          <dgm:chPref val="3"/>
        </dgm:presLayoutVars>
      </dgm:prSet>
      <dgm:spPr/>
    </dgm:pt>
    <dgm:pt modelId="{0F19C911-2F14-4DFE-B13B-2749D06BD250}" type="pres">
      <dgm:prSet presAssocID="{9EA87822-DA64-483C-B090-C09C2CBB11A5}" presName="rootConnector" presStyleLbl="node2" presStyleIdx="0" presStyleCnt="1"/>
      <dgm:spPr/>
    </dgm:pt>
    <dgm:pt modelId="{954F3F45-E177-4E85-B8F4-78D0D8F7F941}" type="pres">
      <dgm:prSet presAssocID="{9EA87822-DA64-483C-B090-C09C2CBB11A5}" presName="hierChild4" presStyleCnt="0"/>
      <dgm:spPr/>
    </dgm:pt>
    <dgm:pt modelId="{AB8CFD7D-FBD7-4942-AE93-0998EEBE75BF}" type="pres">
      <dgm:prSet presAssocID="{CEF3392E-9AE6-4B92-B427-AD699343680D}" presName="Name35" presStyleLbl="parChTrans1D3" presStyleIdx="0" presStyleCnt="2"/>
      <dgm:spPr/>
    </dgm:pt>
    <dgm:pt modelId="{F45DF435-FAB5-4FC1-B9C9-44A9C198E198}" type="pres">
      <dgm:prSet presAssocID="{42CC2B13-AB21-4E87-8BD1-B5EE9FD5F66C}" presName="hierRoot2" presStyleCnt="0">
        <dgm:presLayoutVars>
          <dgm:hierBranch val="r"/>
        </dgm:presLayoutVars>
      </dgm:prSet>
      <dgm:spPr/>
    </dgm:pt>
    <dgm:pt modelId="{0105C204-A038-4DB1-B6FE-19B54B507A18}" type="pres">
      <dgm:prSet presAssocID="{42CC2B13-AB21-4E87-8BD1-B5EE9FD5F66C}" presName="rootComposite" presStyleCnt="0"/>
      <dgm:spPr/>
    </dgm:pt>
    <dgm:pt modelId="{86CFDE05-ECB2-4375-8AFC-D05B976F08FE}" type="pres">
      <dgm:prSet presAssocID="{42CC2B13-AB21-4E87-8BD1-B5EE9FD5F66C}" presName="rootText" presStyleLbl="node3" presStyleIdx="0" presStyleCnt="2">
        <dgm:presLayoutVars>
          <dgm:chPref val="3"/>
        </dgm:presLayoutVars>
      </dgm:prSet>
      <dgm:spPr/>
    </dgm:pt>
    <dgm:pt modelId="{619B92C9-5021-4A09-86C7-87F76804DB5B}" type="pres">
      <dgm:prSet presAssocID="{42CC2B13-AB21-4E87-8BD1-B5EE9FD5F66C}" presName="rootConnector" presStyleLbl="node3" presStyleIdx="0" presStyleCnt="2"/>
      <dgm:spPr/>
    </dgm:pt>
    <dgm:pt modelId="{B3D33FEF-4F7B-4E2C-A1C0-88DF1753BF7C}" type="pres">
      <dgm:prSet presAssocID="{42CC2B13-AB21-4E87-8BD1-B5EE9FD5F66C}" presName="hierChild4" presStyleCnt="0"/>
      <dgm:spPr/>
    </dgm:pt>
    <dgm:pt modelId="{988AF7E3-76B4-4114-9561-17F69FEEB723}" type="pres">
      <dgm:prSet presAssocID="{42CC2B13-AB21-4E87-8BD1-B5EE9FD5F66C}" presName="hierChild5" presStyleCnt="0"/>
      <dgm:spPr/>
    </dgm:pt>
    <dgm:pt modelId="{13B00ED8-A0B0-4462-8B34-02C841B0AF2B}" type="pres">
      <dgm:prSet presAssocID="{F6B37F41-4087-4C72-BF2A-EFA9B21E90C6}" presName="Name35" presStyleLbl="parChTrans1D3" presStyleIdx="1" presStyleCnt="2"/>
      <dgm:spPr/>
    </dgm:pt>
    <dgm:pt modelId="{70F073F6-D61B-454C-9163-384C73B99C07}" type="pres">
      <dgm:prSet presAssocID="{FA1C5522-81F5-4A00-BB92-214EE2041309}" presName="hierRoot2" presStyleCnt="0">
        <dgm:presLayoutVars>
          <dgm:hierBranch val="r"/>
        </dgm:presLayoutVars>
      </dgm:prSet>
      <dgm:spPr/>
    </dgm:pt>
    <dgm:pt modelId="{4A2CFDF1-82B4-4040-930A-A0C3386D37F2}" type="pres">
      <dgm:prSet presAssocID="{FA1C5522-81F5-4A00-BB92-214EE2041309}" presName="rootComposite" presStyleCnt="0"/>
      <dgm:spPr/>
    </dgm:pt>
    <dgm:pt modelId="{33313640-6813-4BDF-8FD4-D6A4880A6942}" type="pres">
      <dgm:prSet presAssocID="{FA1C5522-81F5-4A00-BB92-214EE2041309}" presName="rootText" presStyleLbl="node3" presStyleIdx="1" presStyleCnt="2">
        <dgm:presLayoutVars>
          <dgm:chPref val="3"/>
        </dgm:presLayoutVars>
      </dgm:prSet>
      <dgm:spPr/>
    </dgm:pt>
    <dgm:pt modelId="{B3100A1C-116E-4D13-9133-1728731307B8}" type="pres">
      <dgm:prSet presAssocID="{FA1C5522-81F5-4A00-BB92-214EE2041309}" presName="rootConnector" presStyleLbl="node3" presStyleIdx="1" presStyleCnt="2"/>
      <dgm:spPr/>
    </dgm:pt>
    <dgm:pt modelId="{8B543978-65E1-466E-A469-0EB83F904696}" type="pres">
      <dgm:prSet presAssocID="{FA1C5522-81F5-4A00-BB92-214EE2041309}" presName="hierChild4" presStyleCnt="0"/>
      <dgm:spPr/>
    </dgm:pt>
    <dgm:pt modelId="{A9475358-532C-409F-8703-96D8C53779F6}" type="pres">
      <dgm:prSet presAssocID="{FA1C5522-81F5-4A00-BB92-214EE2041309}" presName="hierChild5" presStyleCnt="0"/>
      <dgm:spPr/>
    </dgm:pt>
    <dgm:pt modelId="{03A32C40-8D83-4D87-9D9B-43B0EC957189}" type="pres">
      <dgm:prSet presAssocID="{9EA87822-DA64-483C-B090-C09C2CBB11A5}" presName="hierChild5" presStyleCnt="0"/>
      <dgm:spPr/>
    </dgm:pt>
    <dgm:pt modelId="{91FD717D-5C27-4D89-B750-0FA5F27D3D10}" type="pres">
      <dgm:prSet presAssocID="{6160907A-D490-4390-A73C-23D1F6A665CA}" presName="hierChild3" presStyleCnt="0"/>
      <dgm:spPr/>
    </dgm:pt>
  </dgm:ptLst>
  <dgm:cxnLst>
    <dgm:cxn modelId="{8DF3D006-58DC-463E-8167-F86A5339F09B}" srcId="{9EA87822-DA64-483C-B090-C09C2CBB11A5}" destId="{FA1C5522-81F5-4A00-BB92-214EE2041309}" srcOrd="1" destOrd="0" parTransId="{F6B37F41-4087-4C72-BF2A-EFA9B21E90C6}" sibTransId="{9F7C0790-426A-4172-875A-5320E34696AE}"/>
    <dgm:cxn modelId="{8AEAAF5C-938D-4E43-941F-0BFC6809130C}" type="presOf" srcId="{FA1C5522-81F5-4A00-BB92-214EE2041309}" destId="{B3100A1C-116E-4D13-9133-1728731307B8}" srcOrd="1" destOrd="0" presId="urn:microsoft.com/office/officeart/2005/8/layout/orgChart1"/>
    <dgm:cxn modelId="{B9DC1E41-A07A-47B0-852B-E25B8308C0FF}" type="presOf" srcId="{F6B37F41-4087-4C72-BF2A-EFA9B21E90C6}" destId="{13B00ED8-A0B0-4462-8B34-02C841B0AF2B}" srcOrd="0" destOrd="0" presId="urn:microsoft.com/office/officeart/2005/8/layout/orgChart1"/>
    <dgm:cxn modelId="{02EE0464-D803-419C-8A01-67B9C48D2F24}" type="presOf" srcId="{27C289C1-588F-4D22-836F-A14E457658F2}" destId="{B8682A66-BAB1-4B83-B5F6-97E67C3708F4}" srcOrd="0" destOrd="0" presId="urn:microsoft.com/office/officeart/2005/8/layout/orgChart1"/>
    <dgm:cxn modelId="{76E77E6B-9C31-4F45-B3D1-11BB55D7B1B4}" type="presOf" srcId="{CEF3392E-9AE6-4B92-B427-AD699343680D}" destId="{AB8CFD7D-FBD7-4942-AE93-0998EEBE75BF}" srcOrd="0" destOrd="0" presId="urn:microsoft.com/office/officeart/2005/8/layout/orgChart1"/>
    <dgm:cxn modelId="{A0B6E66B-9088-44C0-BB8C-BEC374CA031C}" type="presOf" srcId="{42CC2B13-AB21-4E87-8BD1-B5EE9FD5F66C}" destId="{619B92C9-5021-4A09-86C7-87F76804DB5B}" srcOrd="1" destOrd="0" presId="urn:microsoft.com/office/officeart/2005/8/layout/orgChart1"/>
    <dgm:cxn modelId="{FAE8B371-3F59-49A7-B7D2-6DD533101C0B}" srcId="{9EA87822-DA64-483C-B090-C09C2CBB11A5}" destId="{42CC2B13-AB21-4E87-8BD1-B5EE9FD5F66C}" srcOrd="0" destOrd="0" parTransId="{CEF3392E-9AE6-4B92-B427-AD699343680D}" sibTransId="{33FB76EC-23F1-4ABE-9D9A-B52E5524884C}"/>
    <dgm:cxn modelId="{948D9B74-200D-4DBF-BF4C-9AE7FB00AE2F}" type="presOf" srcId="{9EA87822-DA64-483C-B090-C09C2CBB11A5}" destId="{C8FDF877-312D-4211-870A-A7572564DFC0}" srcOrd="0" destOrd="0" presId="urn:microsoft.com/office/officeart/2005/8/layout/orgChart1"/>
    <dgm:cxn modelId="{CD838380-F3EA-42C7-BF30-27994914BB86}" type="presOf" srcId="{6160907A-D490-4390-A73C-23D1F6A665CA}" destId="{9087E47D-B1D2-471C-A87C-5B5BFFE65938}" srcOrd="0" destOrd="0" presId="urn:microsoft.com/office/officeart/2005/8/layout/orgChart1"/>
    <dgm:cxn modelId="{AB3DE987-2CE0-470F-9530-8D84B530A326}" srcId="{6160907A-D490-4390-A73C-23D1F6A665CA}" destId="{9EA87822-DA64-483C-B090-C09C2CBB11A5}" srcOrd="0" destOrd="0" parTransId="{27C289C1-588F-4D22-836F-A14E457658F2}" sibTransId="{FE443756-4A9E-4C86-A69B-62CAC6498B15}"/>
    <dgm:cxn modelId="{2858D98B-ADAB-4D72-AB9A-F57E15A24804}" type="presOf" srcId="{6160907A-D490-4390-A73C-23D1F6A665CA}" destId="{227F9A1E-D145-4D8B-9512-E1D84851FDB2}" srcOrd="1" destOrd="0" presId="urn:microsoft.com/office/officeart/2005/8/layout/orgChart1"/>
    <dgm:cxn modelId="{821F598C-C369-484B-AEE6-FDDB6EBD5D09}" type="presOf" srcId="{42CC2B13-AB21-4E87-8BD1-B5EE9FD5F66C}" destId="{86CFDE05-ECB2-4375-8AFC-D05B976F08FE}" srcOrd="0" destOrd="0" presId="urn:microsoft.com/office/officeart/2005/8/layout/orgChart1"/>
    <dgm:cxn modelId="{B3B87094-B2C6-41F3-A8A8-D4FDD0C60494}" srcId="{A985C606-ECDC-4588-AD3A-05C487A84487}" destId="{6160907A-D490-4390-A73C-23D1F6A665CA}" srcOrd="0" destOrd="0" parTransId="{4D79B7F7-EE80-4143-B98B-F7C2DBA0E4C1}" sibTransId="{1BF233B4-F9F3-4403-9FE4-2794AC2F0B55}"/>
    <dgm:cxn modelId="{67B0F5AF-9E6D-4ABA-8E40-9E4695FC87C3}" type="presOf" srcId="{A985C606-ECDC-4588-AD3A-05C487A84487}" destId="{2AB98C7D-6099-4014-A475-98AF487A5CC7}" srcOrd="0" destOrd="0" presId="urn:microsoft.com/office/officeart/2005/8/layout/orgChart1"/>
    <dgm:cxn modelId="{E937A2C9-289D-4648-BC91-80BA0C10E85C}" type="presOf" srcId="{FA1C5522-81F5-4A00-BB92-214EE2041309}" destId="{33313640-6813-4BDF-8FD4-D6A4880A6942}" srcOrd="0" destOrd="0" presId="urn:microsoft.com/office/officeart/2005/8/layout/orgChart1"/>
    <dgm:cxn modelId="{006029E7-ECFA-4FEE-A49D-57D59C672B7C}" type="presOf" srcId="{9EA87822-DA64-483C-B090-C09C2CBB11A5}" destId="{0F19C911-2F14-4DFE-B13B-2749D06BD250}" srcOrd="1" destOrd="0" presId="urn:microsoft.com/office/officeart/2005/8/layout/orgChart1"/>
    <dgm:cxn modelId="{5F908E47-5231-4809-A0ED-3F826419ACF4}" type="presParOf" srcId="{2AB98C7D-6099-4014-A475-98AF487A5CC7}" destId="{D06D198B-0BDA-4F9D-856F-1C81CA96B44F}" srcOrd="0" destOrd="0" presId="urn:microsoft.com/office/officeart/2005/8/layout/orgChart1"/>
    <dgm:cxn modelId="{BE83135B-FD47-4982-8636-F9EFDBE73D28}" type="presParOf" srcId="{D06D198B-0BDA-4F9D-856F-1C81CA96B44F}" destId="{8C0D6367-5554-435F-B266-6D39A4060D38}" srcOrd="0" destOrd="0" presId="urn:microsoft.com/office/officeart/2005/8/layout/orgChart1"/>
    <dgm:cxn modelId="{90B7D362-FB62-4E9E-82D1-5E2E54A0A0A5}" type="presParOf" srcId="{8C0D6367-5554-435F-B266-6D39A4060D38}" destId="{9087E47D-B1D2-471C-A87C-5B5BFFE65938}" srcOrd="0" destOrd="0" presId="urn:microsoft.com/office/officeart/2005/8/layout/orgChart1"/>
    <dgm:cxn modelId="{13373D32-D954-4B69-8C63-F0F6821CBAB0}" type="presParOf" srcId="{8C0D6367-5554-435F-B266-6D39A4060D38}" destId="{227F9A1E-D145-4D8B-9512-E1D84851FDB2}" srcOrd="1" destOrd="0" presId="urn:microsoft.com/office/officeart/2005/8/layout/orgChart1"/>
    <dgm:cxn modelId="{9B7D3EFD-1492-4B51-B9ED-C39867EA5690}" type="presParOf" srcId="{D06D198B-0BDA-4F9D-856F-1C81CA96B44F}" destId="{480C44CE-6BCD-48FC-8577-81271821AA28}" srcOrd="1" destOrd="0" presId="urn:microsoft.com/office/officeart/2005/8/layout/orgChart1"/>
    <dgm:cxn modelId="{90232332-5D34-43AE-A82B-E31C8318A602}" type="presParOf" srcId="{480C44CE-6BCD-48FC-8577-81271821AA28}" destId="{B8682A66-BAB1-4B83-B5F6-97E67C3708F4}" srcOrd="0" destOrd="0" presId="urn:microsoft.com/office/officeart/2005/8/layout/orgChart1"/>
    <dgm:cxn modelId="{7F1DCA10-C886-42CB-A5F5-19172594FEAB}" type="presParOf" srcId="{480C44CE-6BCD-48FC-8577-81271821AA28}" destId="{4B3C788C-78C7-4455-978A-6AEF0F872A02}" srcOrd="1" destOrd="0" presId="urn:microsoft.com/office/officeart/2005/8/layout/orgChart1"/>
    <dgm:cxn modelId="{A480098C-018A-414F-A1B6-69C1A2FEF954}" type="presParOf" srcId="{4B3C788C-78C7-4455-978A-6AEF0F872A02}" destId="{B743CC58-0C9C-4443-B55F-63E9E9C44400}" srcOrd="0" destOrd="0" presId="urn:microsoft.com/office/officeart/2005/8/layout/orgChart1"/>
    <dgm:cxn modelId="{C9A65C79-717E-491C-9D26-36B8F0F0C917}" type="presParOf" srcId="{B743CC58-0C9C-4443-B55F-63E9E9C44400}" destId="{C8FDF877-312D-4211-870A-A7572564DFC0}" srcOrd="0" destOrd="0" presId="urn:microsoft.com/office/officeart/2005/8/layout/orgChart1"/>
    <dgm:cxn modelId="{4A8753C7-47DB-4C9D-8896-26490BFDAA8C}" type="presParOf" srcId="{B743CC58-0C9C-4443-B55F-63E9E9C44400}" destId="{0F19C911-2F14-4DFE-B13B-2749D06BD250}" srcOrd="1" destOrd="0" presId="urn:microsoft.com/office/officeart/2005/8/layout/orgChart1"/>
    <dgm:cxn modelId="{1F7B4318-953E-4EB1-9199-AB5A675B276E}" type="presParOf" srcId="{4B3C788C-78C7-4455-978A-6AEF0F872A02}" destId="{954F3F45-E177-4E85-B8F4-78D0D8F7F941}" srcOrd="1" destOrd="0" presId="urn:microsoft.com/office/officeart/2005/8/layout/orgChart1"/>
    <dgm:cxn modelId="{FA6A9F89-0ED7-49EA-A29F-74B8B4254AAF}" type="presParOf" srcId="{954F3F45-E177-4E85-B8F4-78D0D8F7F941}" destId="{AB8CFD7D-FBD7-4942-AE93-0998EEBE75BF}" srcOrd="0" destOrd="0" presId="urn:microsoft.com/office/officeart/2005/8/layout/orgChart1"/>
    <dgm:cxn modelId="{59FF0240-A7BA-4FD7-88FC-156CFC3B4DF8}" type="presParOf" srcId="{954F3F45-E177-4E85-B8F4-78D0D8F7F941}" destId="{F45DF435-FAB5-4FC1-B9C9-44A9C198E198}" srcOrd="1" destOrd="0" presId="urn:microsoft.com/office/officeart/2005/8/layout/orgChart1"/>
    <dgm:cxn modelId="{BC905A48-347E-40A0-98BA-1DACE4E0EBCC}" type="presParOf" srcId="{F45DF435-FAB5-4FC1-B9C9-44A9C198E198}" destId="{0105C204-A038-4DB1-B6FE-19B54B507A18}" srcOrd="0" destOrd="0" presId="urn:microsoft.com/office/officeart/2005/8/layout/orgChart1"/>
    <dgm:cxn modelId="{88E25D0E-F127-44E2-8FEE-46169D1475E5}" type="presParOf" srcId="{0105C204-A038-4DB1-B6FE-19B54B507A18}" destId="{86CFDE05-ECB2-4375-8AFC-D05B976F08FE}" srcOrd="0" destOrd="0" presId="urn:microsoft.com/office/officeart/2005/8/layout/orgChart1"/>
    <dgm:cxn modelId="{3C941C5A-D624-4E25-910C-128080AE1A7C}" type="presParOf" srcId="{0105C204-A038-4DB1-B6FE-19B54B507A18}" destId="{619B92C9-5021-4A09-86C7-87F76804DB5B}" srcOrd="1" destOrd="0" presId="urn:microsoft.com/office/officeart/2005/8/layout/orgChart1"/>
    <dgm:cxn modelId="{8BA5D6FA-29AD-4CDB-9797-2316AFE33E2A}" type="presParOf" srcId="{F45DF435-FAB5-4FC1-B9C9-44A9C198E198}" destId="{B3D33FEF-4F7B-4E2C-A1C0-88DF1753BF7C}" srcOrd="1" destOrd="0" presId="urn:microsoft.com/office/officeart/2005/8/layout/orgChart1"/>
    <dgm:cxn modelId="{C62523D0-39C7-407A-A9F3-33389E1BCECE}" type="presParOf" srcId="{F45DF435-FAB5-4FC1-B9C9-44A9C198E198}" destId="{988AF7E3-76B4-4114-9561-17F69FEEB723}" srcOrd="2" destOrd="0" presId="urn:microsoft.com/office/officeart/2005/8/layout/orgChart1"/>
    <dgm:cxn modelId="{7DF4432F-FF31-4970-BEE3-22E368B88CCB}" type="presParOf" srcId="{954F3F45-E177-4E85-B8F4-78D0D8F7F941}" destId="{13B00ED8-A0B0-4462-8B34-02C841B0AF2B}" srcOrd="2" destOrd="0" presId="urn:microsoft.com/office/officeart/2005/8/layout/orgChart1"/>
    <dgm:cxn modelId="{5E40C6CA-B187-4F3A-96B3-C2666A056915}" type="presParOf" srcId="{954F3F45-E177-4E85-B8F4-78D0D8F7F941}" destId="{70F073F6-D61B-454C-9163-384C73B99C07}" srcOrd="3" destOrd="0" presId="urn:microsoft.com/office/officeart/2005/8/layout/orgChart1"/>
    <dgm:cxn modelId="{97846BD7-5475-48D7-B150-384AC2FD0180}" type="presParOf" srcId="{70F073F6-D61B-454C-9163-384C73B99C07}" destId="{4A2CFDF1-82B4-4040-930A-A0C3386D37F2}" srcOrd="0" destOrd="0" presId="urn:microsoft.com/office/officeart/2005/8/layout/orgChart1"/>
    <dgm:cxn modelId="{D898F45A-73C3-4DC5-87C7-2A36ACF681CB}" type="presParOf" srcId="{4A2CFDF1-82B4-4040-930A-A0C3386D37F2}" destId="{33313640-6813-4BDF-8FD4-D6A4880A6942}" srcOrd="0" destOrd="0" presId="urn:microsoft.com/office/officeart/2005/8/layout/orgChart1"/>
    <dgm:cxn modelId="{F65AB57C-1019-4213-B5BE-19B3F54EF17A}" type="presParOf" srcId="{4A2CFDF1-82B4-4040-930A-A0C3386D37F2}" destId="{B3100A1C-116E-4D13-9133-1728731307B8}" srcOrd="1" destOrd="0" presId="urn:microsoft.com/office/officeart/2005/8/layout/orgChart1"/>
    <dgm:cxn modelId="{873E1ED2-C8F4-4AAA-A1A5-DB5EE080D5C0}" type="presParOf" srcId="{70F073F6-D61B-454C-9163-384C73B99C07}" destId="{8B543978-65E1-466E-A469-0EB83F904696}" srcOrd="1" destOrd="0" presId="urn:microsoft.com/office/officeart/2005/8/layout/orgChart1"/>
    <dgm:cxn modelId="{08A69BB9-9111-4CF8-8DB6-1BCC4D8059D7}" type="presParOf" srcId="{70F073F6-D61B-454C-9163-384C73B99C07}" destId="{A9475358-532C-409F-8703-96D8C53779F6}" srcOrd="2" destOrd="0" presId="urn:microsoft.com/office/officeart/2005/8/layout/orgChart1"/>
    <dgm:cxn modelId="{F1AB4178-E339-40ED-8548-3BD884ABC462}" type="presParOf" srcId="{4B3C788C-78C7-4455-978A-6AEF0F872A02}" destId="{03A32C40-8D83-4D87-9D9B-43B0EC957189}" srcOrd="2" destOrd="0" presId="urn:microsoft.com/office/officeart/2005/8/layout/orgChart1"/>
    <dgm:cxn modelId="{D9E65937-430D-4E82-A611-4BE92341FE91}" type="presParOf" srcId="{D06D198B-0BDA-4F9D-856F-1C81CA96B44F}" destId="{91FD717D-5C27-4D89-B750-0FA5F27D3D10}"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B00ED8-A0B0-4462-8B34-02C841B0AF2B}">
      <dsp:nvSpPr>
        <dsp:cNvPr id="0" name=""/>
        <dsp:cNvSpPr/>
      </dsp:nvSpPr>
      <dsp:spPr>
        <a:xfrm>
          <a:off x="2122487" y="3273969"/>
          <a:ext cx="1161525" cy="403174"/>
        </a:xfrm>
        <a:custGeom>
          <a:avLst/>
          <a:gdLst/>
          <a:ahLst/>
          <a:cxnLst/>
          <a:rect l="0" t="0" r="0" b="0"/>
          <a:pathLst>
            <a:path>
              <a:moveTo>
                <a:pt x="0" y="0"/>
              </a:moveTo>
              <a:lnTo>
                <a:pt x="0" y="201587"/>
              </a:lnTo>
              <a:lnTo>
                <a:pt x="1161525" y="201587"/>
              </a:lnTo>
              <a:lnTo>
                <a:pt x="1161525" y="40317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8CFD7D-FBD7-4942-AE93-0998EEBE75BF}">
      <dsp:nvSpPr>
        <dsp:cNvPr id="0" name=""/>
        <dsp:cNvSpPr/>
      </dsp:nvSpPr>
      <dsp:spPr>
        <a:xfrm>
          <a:off x="960961" y="3273969"/>
          <a:ext cx="1161525" cy="403174"/>
        </a:xfrm>
        <a:custGeom>
          <a:avLst/>
          <a:gdLst/>
          <a:ahLst/>
          <a:cxnLst/>
          <a:rect l="0" t="0" r="0" b="0"/>
          <a:pathLst>
            <a:path>
              <a:moveTo>
                <a:pt x="1161525" y="0"/>
              </a:moveTo>
              <a:lnTo>
                <a:pt x="1161525" y="201587"/>
              </a:lnTo>
              <a:lnTo>
                <a:pt x="0" y="201587"/>
              </a:lnTo>
              <a:lnTo>
                <a:pt x="0" y="40317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682A66-BAB1-4B83-B5F6-97E67C3708F4}">
      <dsp:nvSpPr>
        <dsp:cNvPr id="0" name=""/>
        <dsp:cNvSpPr/>
      </dsp:nvSpPr>
      <dsp:spPr>
        <a:xfrm>
          <a:off x="2076767" y="1910856"/>
          <a:ext cx="91440" cy="403174"/>
        </a:xfrm>
        <a:custGeom>
          <a:avLst/>
          <a:gdLst/>
          <a:ahLst/>
          <a:cxnLst/>
          <a:rect l="0" t="0" r="0" b="0"/>
          <a:pathLst>
            <a:path>
              <a:moveTo>
                <a:pt x="45720" y="0"/>
              </a:moveTo>
              <a:lnTo>
                <a:pt x="45720" y="4031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087E47D-B1D2-471C-A87C-5B5BFFE65938}">
      <dsp:nvSpPr>
        <dsp:cNvPr id="0" name=""/>
        <dsp:cNvSpPr/>
      </dsp:nvSpPr>
      <dsp:spPr>
        <a:xfrm>
          <a:off x="1162549" y="950918"/>
          <a:ext cx="1919876" cy="95993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900" b="1" i="0" u="none" strike="noStrike" kern="1200" cap="none" normalizeH="0" baseline="0">
              <a:ln>
                <a:noFill/>
              </a:ln>
              <a:solidFill>
                <a:schemeClr val="tx1"/>
              </a:solidFill>
              <a:effectLst/>
              <a:latin typeface="Times New Roman" panose="02020603050405020304" pitchFamily="18" charset="0"/>
              <a:ea typeface="宋体" panose="02010600030101010101" pitchFamily="2" charset="-122"/>
            </a:rPr>
            <a:t>直接型</a:t>
          </a:r>
        </a:p>
      </dsp:txBody>
      <dsp:txXfrm>
        <a:off x="1162549" y="950918"/>
        <a:ext cx="1919876" cy="959938"/>
      </dsp:txXfrm>
    </dsp:sp>
    <dsp:sp modelId="{C8FDF877-312D-4211-870A-A7572564DFC0}">
      <dsp:nvSpPr>
        <dsp:cNvPr id="0" name=""/>
        <dsp:cNvSpPr/>
      </dsp:nvSpPr>
      <dsp:spPr>
        <a:xfrm>
          <a:off x="1162549" y="2314030"/>
          <a:ext cx="1919876" cy="95993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900" b="1" i="0" u="none" strike="noStrike" kern="1200" cap="none" normalizeH="0" baseline="0">
              <a:ln>
                <a:noFill/>
              </a:ln>
              <a:solidFill>
                <a:schemeClr val="tx1"/>
              </a:solidFill>
              <a:effectLst/>
              <a:latin typeface="Times New Roman" panose="02020603050405020304" pitchFamily="18" charset="0"/>
              <a:ea typeface="宋体" panose="02010600030101010101" pitchFamily="2" charset="-122"/>
            </a:rPr>
            <a:t>间接型</a:t>
          </a:r>
        </a:p>
      </dsp:txBody>
      <dsp:txXfrm>
        <a:off x="1162549" y="2314030"/>
        <a:ext cx="1919876" cy="959938"/>
      </dsp:txXfrm>
    </dsp:sp>
    <dsp:sp modelId="{86CFDE05-ECB2-4375-8AFC-D05B976F08FE}">
      <dsp:nvSpPr>
        <dsp:cNvPr id="0" name=""/>
        <dsp:cNvSpPr/>
      </dsp:nvSpPr>
      <dsp:spPr>
        <a:xfrm>
          <a:off x="1023" y="3677143"/>
          <a:ext cx="1919876" cy="95993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900" b="1" i="0" u="none" strike="noStrike" kern="1200" cap="none" normalizeH="0" baseline="0">
              <a:ln>
                <a:noFill/>
              </a:ln>
              <a:solidFill>
                <a:schemeClr val="tx1"/>
              </a:solidFill>
              <a:effectLst/>
              <a:latin typeface="Times New Roman" panose="02020603050405020304" pitchFamily="18" charset="0"/>
              <a:ea typeface="宋体" panose="02010600030101010101" pitchFamily="2" charset="-122"/>
            </a:rPr>
            <a:t>中间语言型</a:t>
          </a:r>
        </a:p>
      </dsp:txBody>
      <dsp:txXfrm>
        <a:off x="1023" y="3677143"/>
        <a:ext cx="1919876" cy="959938"/>
      </dsp:txXfrm>
    </dsp:sp>
    <dsp:sp modelId="{33313640-6813-4BDF-8FD4-D6A4880A6942}">
      <dsp:nvSpPr>
        <dsp:cNvPr id="0" name=""/>
        <dsp:cNvSpPr/>
      </dsp:nvSpPr>
      <dsp:spPr>
        <a:xfrm>
          <a:off x="2324074" y="3677143"/>
          <a:ext cx="1919876" cy="95993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900" b="1" i="0" u="none" strike="noStrike" kern="1200" cap="none" normalizeH="0" baseline="0">
              <a:ln>
                <a:noFill/>
              </a:ln>
              <a:solidFill>
                <a:schemeClr val="tx1"/>
              </a:solidFill>
              <a:effectLst/>
              <a:latin typeface="Times New Roman" panose="02020603050405020304" pitchFamily="18" charset="0"/>
              <a:ea typeface="宋体" panose="02010600030101010101" pitchFamily="2" charset="-122"/>
            </a:rPr>
            <a:t>转换型</a:t>
          </a:r>
        </a:p>
      </dsp:txBody>
      <dsp:txXfrm>
        <a:off x="2324074" y="3677143"/>
        <a:ext cx="1919876" cy="95993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 Id="rId4" Type="http://schemas.openxmlformats.org/officeDocument/2006/relationships/image" Target="../media/image2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4D4246-5AA5-4E1D-896F-7E3B90051C36}" type="datetimeFigureOut">
              <a:rPr lang="zh-CN" altLang="en-US" smtClean="0"/>
              <a:t>2021/12/22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9A357E-BEBE-45FE-A87F-E9DBC76C0F6F}" type="slidenum">
              <a:rPr lang="zh-CN" altLang="en-US" smtClean="0"/>
              <a:t>‹#›</a:t>
            </a:fld>
            <a:endParaRPr lang="zh-CN" altLang="en-US"/>
          </a:p>
        </p:txBody>
      </p:sp>
    </p:spTree>
    <p:extLst>
      <p:ext uri="{BB962C8B-B14F-4D97-AF65-F5344CB8AC3E}">
        <p14:creationId xmlns:p14="http://schemas.microsoft.com/office/powerpoint/2010/main" val="56542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378" name="Rectangle 1031">
            <a:extLst>
              <a:ext uri="{FF2B5EF4-FFF2-40B4-BE49-F238E27FC236}">
                <a16:creationId xmlns:a16="http://schemas.microsoft.com/office/drawing/2014/main" id="{5652ACD2-5AE3-40C7-9A7A-C9103C2ACD18}"/>
              </a:ext>
            </a:extLst>
          </p:cNvPr>
          <p:cNvSpPr>
            <a:spLocks noGrp="1" noChangeArrowheads="1"/>
          </p:cNvSpPr>
          <p:nvPr>
            <p:ph type="sldNum" sz="quarter" idx="5"/>
          </p:nvPr>
        </p:nvSpPr>
        <p:spPr>
          <a:noFill/>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A260B94-7311-4F45-8D58-AF3E2AC255A2}" type="slidenum">
              <a:rPr kumimoji="0" lang="en-US" altLang="zh-CN" sz="1200" b="0" i="0" u="none" strike="noStrike" kern="1200" cap="none" spc="0" normalizeH="0" baseline="0" noProof="0" smtClean="0">
                <a:ln>
                  <a:noFill/>
                </a:ln>
                <a:solidFill>
                  <a:srgbClr val="000000"/>
                </a:solidFill>
                <a:effectLst/>
                <a:uLnTx/>
                <a:uFillTx/>
                <a:latin typeface="Verdana" panose="020B060403050404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zh-CN" sz="1200" b="0" i="0" u="none" strike="noStrike" kern="1200" cap="none" spc="0" normalizeH="0" baseline="0" noProof="0">
              <a:ln>
                <a:noFill/>
              </a:ln>
              <a:solidFill>
                <a:srgbClr val="000000"/>
              </a:solidFill>
              <a:effectLst/>
              <a:uLnTx/>
              <a:uFillTx/>
              <a:latin typeface="Verdana" panose="020B0604030504040204" pitchFamily="34" charset="0"/>
              <a:ea typeface="宋体" panose="02010600030101010101" pitchFamily="2" charset="-122"/>
              <a:cs typeface="+mn-cs"/>
            </a:endParaRPr>
          </a:p>
        </p:txBody>
      </p:sp>
      <p:sp>
        <p:nvSpPr>
          <p:cNvPr id="613379" name="Rectangle 2">
            <a:extLst>
              <a:ext uri="{FF2B5EF4-FFF2-40B4-BE49-F238E27FC236}">
                <a16:creationId xmlns:a16="http://schemas.microsoft.com/office/drawing/2014/main" id="{A7E25AD0-CF7E-43CF-99B7-B10B46C12320}"/>
              </a:ext>
            </a:extLst>
          </p:cNvPr>
          <p:cNvSpPr>
            <a:spLocks noGrp="1" noRot="1" noChangeAspect="1" noChangeArrowheads="1" noTextEdit="1"/>
          </p:cNvSpPr>
          <p:nvPr>
            <p:ph type="sldImg"/>
          </p:nvPr>
        </p:nvSpPr>
        <p:spPr>
          <a:ln/>
        </p:spPr>
      </p:sp>
      <p:sp>
        <p:nvSpPr>
          <p:cNvPr id="613380" name="Rectangle 3">
            <a:extLst>
              <a:ext uri="{FF2B5EF4-FFF2-40B4-BE49-F238E27FC236}">
                <a16:creationId xmlns:a16="http://schemas.microsoft.com/office/drawing/2014/main" id="{E2A9B31C-16BA-406D-B30D-61D4D1BAB083}"/>
              </a:ext>
            </a:extLst>
          </p:cNvPr>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1031">
            <a:extLst>
              <a:ext uri="{FF2B5EF4-FFF2-40B4-BE49-F238E27FC236}">
                <a16:creationId xmlns:a16="http://schemas.microsoft.com/office/drawing/2014/main" id="{B3CCE4DF-0A92-442A-B356-4A1642054001}"/>
              </a:ext>
            </a:extLst>
          </p:cNvPr>
          <p:cNvSpPr>
            <a:spLocks noGrp="1" noChangeArrowheads="1"/>
          </p:cNvSpPr>
          <p:nvPr>
            <p:ph type="sldNum" sz="quarter" idx="5"/>
          </p:nvPr>
        </p:nvSpPr>
        <p:spPr>
          <a:noFill/>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32F11FB-F9F9-49B6-A97E-B04BE6085A2B}" type="slidenum">
              <a:rPr kumimoji="0" lang="en-US" altLang="zh-CN" sz="1200" b="0" i="0" u="none" strike="noStrike" kern="1200" cap="none" spc="0" normalizeH="0" baseline="0" noProof="0" smtClean="0">
                <a:ln>
                  <a:noFill/>
                </a:ln>
                <a:solidFill>
                  <a:srgbClr val="000000"/>
                </a:solidFill>
                <a:effectLst/>
                <a:uLnTx/>
                <a:uFillTx/>
                <a:latin typeface="Verdana" panose="020B060403050404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zh-CN" sz="1200" b="0" i="0" u="none" strike="noStrike" kern="1200" cap="none" spc="0" normalizeH="0" baseline="0" noProof="0">
              <a:ln>
                <a:noFill/>
              </a:ln>
              <a:solidFill>
                <a:srgbClr val="000000"/>
              </a:solidFill>
              <a:effectLst/>
              <a:uLnTx/>
              <a:uFillTx/>
              <a:latin typeface="Verdana" panose="020B0604030504040204" pitchFamily="34" charset="0"/>
              <a:ea typeface="宋体" panose="02010600030101010101" pitchFamily="2" charset="-122"/>
              <a:cs typeface="+mn-cs"/>
            </a:endParaRPr>
          </a:p>
        </p:txBody>
      </p:sp>
      <p:sp>
        <p:nvSpPr>
          <p:cNvPr id="615427" name="Rectangle 2">
            <a:extLst>
              <a:ext uri="{FF2B5EF4-FFF2-40B4-BE49-F238E27FC236}">
                <a16:creationId xmlns:a16="http://schemas.microsoft.com/office/drawing/2014/main" id="{87B3027D-C2E6-4F5E-86B1-74CEB0F41ED5}"/>
              </a:ext>
            </a:extLst>
          </p:cNvPr>
          <p:cNvSpPr>
            <a:spLocks noGrp="1" noRot="1" noChangeAspect="1" noChangeArrowheads="1" noTextEdit="1"/>
          </p:cNvSpPr>
          <p:nvPr>
            <p:ph type="sldImg"/>
          </p:nvPr>
        </p:nvSpPr>
        <p:spPr>
          <a:ln/>
        </p:spPr>
      </p:sp>
      <p:sp>
        <p:nvSpPr>
          <p:cNvPr id="615428" name="Rectangle 3">
            <a:extLst>
              <a:ext uri="{FF2B5EF4-FFF2-40B4-BE49-F238E27FC236}">
                <a16:creationId xmlns:a16="http://schemas.microsoft.com/office/drawing/2014/main" id="{95B86791-4DC0-4BBD-8EA0-43668DAB3D50}"/>
              </a:ext>
            </a:extLst>
          </p:cNvPr>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1031">
            <a:extLst>
              <a:ext uri="{FF2B5EF4-FFF2-40B4-BE49-F238E27FC236}">
                <a16:creationId xmlns:a16="http://schemas.microsoft.com/office/drawing/2014/main" id="{AD7DD192-63F5-4A69-9A17-79BD3905F8FE}"/>
              </a:ext>
            </a:extLst>
          </p:cNvPr>
          <p:cNvSpPr>
            <a:spLocks noGrp="1" noChangeArrowheads="1"/>
          </p:cNvSpPr>
          <p:nvPr>
            <p:ph type="sldNum" sz="quarter" idx="5"/>
          </p:nvPr>
        </p:nvSpPr>
        <p:spPr>
          <a:noFill/>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E1EB9F7-E563-484F-8358-C9547545C4C5}" type="slidenum">
              <a:rPr kumimoji="0" lang="en-US" altLang="zh-CN" sz="1200" b="0" i="0" u="none" strike="noStrike" kern="1200" cap="none" spc="0" normalizeH="0" baseline="0" noProof="0" smtClean="0">
                <a:ln>
                  <a:noFill/>
                </a:ln>
                <a:solidFill>
                  <a:srgbClr val="000000"/>
                </a:solidFill>
                <a:effectLst/>
                <a:uLnTx/>
                <a:uFillTx/>
                <a:latin typeface="Verdana" panose="020B060403050404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zh-CN" sz="1200" b="0" i="0" u="none" strike="noStrike" kern="1200" cap="none" spc="0" normalizeH="0" baseline="0" noProof="0">
              <a:ln>
                <a:noFill/>
              </a:ln>
              <a:solidFill>
                <a:srgbClr val="000000"/>
              </a:solidFill>
              <a:effectLst/>
              <a:uLnTx/>
              <a:uFillTx/>
              <a:latin typeface="Verdana" panose="020B0604030504040204" pitchFamily="34" charset="0"/>
              <a:ea typeface="宋体" panose="02010600030101010101" pitchFamily="2" charset="-122"/>
              <a:cs typeface="+mn-cs"/>
            </a:endParaRPr>
          </a:p>
        </p:txBody>
      </p:sp>
      <p:sp>
        <p:nvSpPr>
          <p:cNvPr id="617475" name="Rectangle 2">
            <a:extLst>
              <a:ext uri="{FF2B5EF4-FFF2-40B4-BE49-F238E27FC236}">
                <a16:creationId xmlns:a16="http://schemas.microsoft.com/office/drawing/2014/main" id="{7031A104-D108-4E97-9DFB-8B05AD55983D}"/>
              </a:ext>
            </a:extLst>
          </p:cNvPr>
          <p:cNvSpPr>
            <a:spLocks noGrp="1" noRot="1" noChangeAspect="1" noChangeArrowheads="1" noTextEdit="1"/>
          </p:cNvSpPr>
          <p:nvPr>
            <p:ph type="sldImg"/>
          </p:nvPr>
        </p:nvSpPr>
        <p:spPr>
          <a:ln/>
        </p:spPr>
      </p:sp>
      <p:sp>
        <p:nvSpPr>
          <p:cNvPr id="617476" name="Rectangle 3">
            <a:extLst>
              <a:ext uri="{FF2B5EF4-FFF2-40B4-BE49-F238E27FC236}">
                <a16:creationId xmlns:a16="http://schemas.microsoft.com/office/drawing/2014/main" id="{EFF4AC75-9118-4CBA-B0AE-4FC561F4BFBF}"/>
              </a:ext>
            </a:extLst>
          </p:cNvPr>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Rectangle 1031">
            <a:extLst>
              <a:ext uri="{FF2B5EF4-FFF2-40B4-BE49-F238E27FC236}">
                <a16:creationId xmlns:a16="http://schemas.microsoft.com/office/drawing/2014/main" id="{CBC6AA4C-C9F8-49D9-9287-0E3C02CD75FE}"/>
              </a:ext>
            </a:extLst>
          </p:cNvPr>
          <p:cNvSpPr>
            <a:spLocks noGrp="1" noChangeArrowheads="1"/>
          </p:cNvSpPr>
          <p:nvPr>
            <p:ph type="sldNum" sz="quarter" idx="5"/>
          </p:nvPr>
        </p:nvSpPr>
        <p:spPr>
          <a:noFill/>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305A80A-9902-4101-B90C-72A6A82AB659}" type="slidenum">
              <a:rPr kumimoji="0" lang="en-US" altLang="zh-CN" sz="1200" b="0" i="0" u="none" strike="noStrike" kern="1200" cap="none" spc="0" normalizeH="0" baseline="0" noProof="0" smtClean="0">
                <a:ln>
                  <a:noFill/>
                </a:ln>
                <a:solidFill>
                  <a:srgbClr val="000000"/>
                </a:solidFill>
                <a:effectLst/>
                <a:uLnTx/>
                <a:uFillTx/>
                <a:latin typeface="Verdana" panose="020B060403050404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zh-CN" sz="1200" b="0" i="0" u="none" strike="noStrike" kern="1200" cap="none" spc="0" normalizeH="0" baseline="0" noProof="0">
              <a:ln>
                <a:noFill/>
              </a:ln>
              <a:solidFill>
                <a:srgbClr val="000000"/>
              </a:solidFill>
              <a:effectLst/>
              <a:uLnTx/>
              <a:uFillTx/>
              <a:latin typeface="Verdana" panose="020B0604030504040204" pitchFamily="34" charset="0"/>
              <a:ea typeface="宋体" panose="02010600030101010101" pitchFamily="2" charset="-122"/>
              <a:cs typeface="+mn-cs"/>
            </a:endParaRPr>
          </a:p>
        </p:txBody>
      </p:sp>
      <p:sp>
        <p:nvSpPr>
          <p:cNvPr id="619523" name="Rectangle 2">
            <a:extLst>
              <a:ext uri="{FF2B5EF4-FFF2-40B4-BE49-F238E27FC236}">
                <a16:creationId xmlns:a16="http://schemas.microsoft.com/office/drawing/2014/main" id="{2A723041-539F-4A2C-8709-DA9017EFDB79}"/>
              </a:ext>
            </a:extLst>
          </p:cNvPr>
          <p:cNvSpPr>
            <a:spLocks noGrp="1" noRot="1" noChangeAspect="1" noChangeArrowheads="1" noTextEdit="1"/>
          </p:cNvSpPr>
          <p:nvPr>
            <p:ph type="sldImg"/>
          </p:nvPr>
        </p:nvSpPr>
        <p:spPr>
          <a:ln/>
        </p:spPr>
      </p:sp>
      <p:sp>
        <p:nvSpPr>
          <p:cNvPr id="619524" name="Rectangle 3">
            <a:extLst>
              <a:ext uri="{FF2B5EF4-FFF2-40B4-BE49-F238E27FC236}">
                <a16:creationId xmlns:a16="http://schemas.microsoft.com/office/drawing/2014/main" id="{466DA64A-DB0F-4686-899E-6FE766519152}"/>
              </a:ext>
            </a:extLst>
          </p:cNvPr>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Rectangle 1031">
            <a:extLst>
              <a:ext uri="{FF2B5EF4-FFF2-40B4-BE49-F238E27FC236}">
                <a16:creationId xmlns:a16="http://schemas.microsoft.com/office/drawing/2014/main" id="{43A033AB-1876-4B51-96C3-FEB31B51B3D0}"/>
              </a:ext>
            </a:extLst>
          </p:cNvPr>
          <p:cNvSpPr>
            <a:spLocks noGrp="1" noChangeArrowheads="1"/>
          </p:cNvSpPr>
          <p:nvPr>
            <p:ph type="sldNum" sz="quarter" idx="5"/>
          </p:nvPr>
        </p:nvSpPr>
        <p:spPr>
          <a:noFill/>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7BF3761-017F-4144-8C01-DA5959D5E12C}" type="slidenum">
              <a:rPr kumimoji="0" lang="en-US" altLang="zh-CN" sz="1200" b="0" i="0" u="none" strike="noStrike" kern="1200" cap="none" spc="0" normalizeH="0" baseline="0" noProof="0" smtClean="0">
                <a:ln>
                  <a:noFill/>
                </a:ln>
                <a:solidFill>
                  <a:srgbClr val="000000"/>
                </a:solidFill>
                <a:effectLst/>
                <a:uLnTx/>
                <a:uFillTx/>
                <a:latin typeface="Verdana" panose="020B060403050404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zh-CN" sz="1200" b="0" i="0" u="none" strike="noStrike" kern="1200" cap="none" spc="0" normalizeH="0" baseline="0" noProof="0">
              <a:ln>
                <a:noFill/>
              </a:ln>
              <a:solidFill>
                <a:srgbClr val="000000"/>
              </a:solidFill>
              <a:effectLst/>
              <a:uLnTx/>
              <a:uFillTx/>
              <a:latin typeface="Verdana" panose="020B0604030504040204" pitchFamily="34" charset="0"/>
              <a:ea typeface="宋体" panose="02010600030101010101" pitchFamily="2" charset="-122"/>
              <a:cs typeface="+mn-cs"/>
            </a:endParaRPr>
          </a:p>
        </p:txBody>
      </p:sp>
      <p:sp>
        <p:nvSpPr>
          <p:cNvPr id="621571" name="Rectangle 2">
            <a:extLst>
              <a:ext uri="{FF2B5EF4-FFF2-40B4-BE49-F238E27FC236}">
                <a16:creationId xmlns:a16="http://schemas.microsoft.com/office/drawing/2014/main" id="{50DF7B1B-A586-49A8-A425-E2ACDB2CB277}"/>
              </a:ext>
            </a:extLst>
          </p:cNvPr>
          <p:cNvSpPr>
            <a:spLocks noGrp="1" noRot="1" noChangeAspect="1" noChangeArrowheads="1" noTextEdit="1"/>
          </p:cNvSpPr>
          <p:nvPr>
            <p:ph type="sldImg"/>
          </p:nvPr>
        </p:nvSpPr>
        <p:spPr>
          <a:ln/>
        </p:spPr>
      </p:sp>
      <p:sp>
        <p:nvSpPr>
          <p:cNvPr id="621572" name="Rectangle 3">
            <a:extLst>
              <a:ext uri="{FF2B5EF4-FFF2-40B4-BE49-F238E27FC236}">
                <a16:creationId xmlns:a16="http://schemas.microsoft.com/office/drawing/2014/main" id="{89831CA7-15C3-45E0-83F6-89DEDA453CE5}"/>
              </a:ext>
            </a:extLst>
          </p:cNvPr>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1026" descr="waseda_mark">
            <a:extLst>
              <a:ext uri="{FF2B5EF4-FFF2-40B4-BE49-F238E27FC236}">
                <a16:creationId xmlns:a16="http://schemas.microsoft.com/office/drawing/2014/main" id="{7D148895-FBE5-4388-A51B-D5C236B49AFB}"/>
              </a:ext>
            </a:extLst>
          </p:cNvPr>
          <p:cNvPicPr>
            <a:picLocks noChangeAspect="1" noChangeArrowheads="1"/>
          </p:cNvPicPr>
          <p:nvPr/>
        </p:nvPicPr>
        <p:blipFill>
          <a:blip r:embed="rId2">
            <a:lum bright="80000" contrast="-90000"/>
            <a:grayscl/>
            <a:extLst>
              <a:ext uri="{28A0092B-C50C-407E-A947-70E740481C1C}">
                <a14:useLocalDpi xmlns:a14="http://schemas.microsoft.com/office/drawing/2010/main" val="0"/>
              </a:ext>
            </a:extLst>
          </a:blip>
          <a:srcRect/>
          <a:stretch>
            <a:fillRect/>
          </a:stretch>
        </p:blipFill>
        <p:spPr bwMode="auto">
          <a:xfrm>
            <a:off x="1488018" y="930276"/>
            <a:ext cx="9120716" cy="530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27" descr="wsd1">
            <a:extLst>
              <a:ext uri="{FF2B5EF4-FFF2-40B4-BE49-F238E27FC236}">
                <a16:creationId xmlns:a16="http://schemas.microsoft.com/office/drawing/2014/main" id="{2DDBCBA5-51D0-4234-ACF7-4B260859C8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661026"/>
            <a:ext cx="12192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utoShape 1031">
            <a:extLst>
              <a:ext uri="{FF2B5EF4-FFF2-40B4-BE49-F238E27FC236}">
                <a16:creationId xmlns:a16="http://schemas.microsoft.com/office/drawing/2014/main" id="{F1F722BD-EDF9-4845-874A-E2F306BA7553}"/>
              </a:ext>
            </a:extLst>
          </p:cNvPr>
          <p:cNvSpPr>
            <a:spLocks noChangeArrowheads="1"/>
          </p:cNvSpPr>
          <p:nvPr/>
        </p:nvSpPr>
        <p:spPr bwMode="auto">
          <a:xfrm>
            <a:off x="914400" y="3395664"/>
            <a:ext cx="10363200" cy="109537"/>
          </a:xfrm>
          <a:custGeom>
            <a:avLst/>
            <a:gdLst>
              <a:gd name="T0" fmla="*/ 0 w 1000"/>
              <a:gd name="T1" fmla="*/ 0 h 1000"/>
              <a:gd name="T2" fmla="*/ 2147483646 w 1000"/>
              <a:gd name="T3" fmla="*/ 0 h 1000"/>
              <a:gd name="T4" fmla="*/ 2147483646 w 1000"/>
              <a:gd name="T5" fmla="*/ 11998354 h 1000"/>
              <a:gd name="T6" fmla="*/ 0 w 1000"/>
              <a:gd name="T7" fmla="*/ 11998354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A50021"/>
          </a:solidFill>
          <a:ln w="9525">
            <a:solidFill>
              <a:schemeClr val="accent2"/>
            </a:solidFill>
            <a:round/>
            <a:headEnd/>
            <a:tailEnd/>
          </a:ln>
        </p:spPr>
        <p:txBody>
          <a:bodyPr/>
          <a:lstStyle/>
          <a:p>
            <a:endParaRPr lang="zh-CN" altLang="en-US" sz="1800"/>
          </a:p>
        </p:txBody>
      </p:sp>
      <p:sp>
        <p:nvSpPr>
          <p:cNvPr id="7" name="Text Box 1034">
            <a:extLst>
              <a:ext uri="{FF2B5EF4-FFF2-40B4-BE49-F238E27FC236}">
                <a16:creationId xmlns:a16="http://schemas.microsoft.com/office/drawing/2014/main" id="{A1950531-5401-4353-86C9-3751164D40FE}"/>
              </a:ext>
            </a:extLst>
          </p:cNvPr>
          <p:cNvSpPr txBox="1">
            <a:spLocks noChangeArrowheads="1"/>
          </p:cNvSpPr>
          <p:nvPr userDrawn="1"/>
        </p:nvSpPr>
        <p:spPr bwMode="auto">
          <a:xfrm>
            <a:off x="0" y="76201"/>
            <a:ext cx="1219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mpd="dbl">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defRPr/>
            </a:pPr>
            <a:r>
              <a:rPr lang="en-US" altLang="zh-CN" sz="2000">
                <a:solidFill>
                  <a:schemeClr val="accent2"/>
                </a:solidFill>
                <a:latin typeface="Arial" panose="020B0604020202020204" pitchFamily="34" charset="0"/>
              </a:rPr>
              <a:t>Introduction of Artificial Intelligence</a:t>
            </a:r>
          </a:p>
        </p:txBody>
      </p:sp>
      <p:sp>
        <p:nvSpPr>
          <p:cNvPr id="8" name="Line 1035">
            <a:extLst>
              <a:ext uri="{FF2B5EF4-FFF2-40B4-BE49-F238E27FC236}">
                <a16:creationId xmlns:a16="http://schemas.microsoft.com/office/drawing/2014/main" id="{813140F9-D9CC-4C05-B32D-27A85D6C4158}"/>
              </a:ext>
            </a:extLst>
          </p:cNvPr>
          <p:cNvSpPr>
            <a:spLocks noChangeShapeType="1"/>
          </p:cNvSpPr>
          <p:nvPr userDrawn="1"/>
        </p:nvSpPr>
        <p:spPr bwMode="auto">
          <a:xfrm>
            <a:off x="0" y="457200"/>
            <a:ext cx="12192000" cy="0"/>
          </a:xfrm>
          <a:prstGeom prst="line">
            <a:avLst/>
          </a:prstGeom>
          <a:noFill/>
          <a:ln w="57150" cmpd="thinThick">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11620" name="Rectangle 1028">
            <a:extLst>
              <a:ext uri="{FF2B5EF4-FFF2-40B4-BE49-F238E27FC236}">
                <a16:creationId xmlns:a16="http://schemas.microsoft.com/office/drawing/2014/main" id="{C916B4E7-6894-4262-AD75-8EE1066B9567}"/>
              </a:ext>
            </a:extLst>
          </p:cNvPr>
          <p:cNvSpPr>
            <a:spLocks noGrp="1" noChangeArrowheads="1"/>
          </p:cNvSpPr>
          <p:nvPr>
            <p:ph type="ctrTitle"/>
          </p:nvPr>
        </p:nvSpPr>
        <p:spPr>
          <a:xfrm>
            <a:off x="914400" y="836613"/>
            <a:ext cx="10363200" cy="2019300"/>
          </a:xfrm>
          <a:noFill/>
          <a:extLst>
            <a:ext uri="{909E8E84-426E-40DD-AFC4-6F175D3DCCD1}">
              <a14:hiddenFill xmlns:a14="http://schemas.microsoft.com/office/drawing/2010/main">
                <a:solidFill>
                  <a:schemeClr val="accent1"/>
                </a:solidFill>
              </a14:hiddenFill>
            </a:ext>
          </a:extLst>
        </p:spPr>
        <p:txBody>
          <a:bodyPr/>
          <a:lstStyle>
            <a:lvl1pPr>
              <a:defRPr/>
            </a:lvl1pPr>
          </a:lstStyle>
          <a:p>
            <a:pPr lvl="0"/>
            <a:r>
              <a:rPr lang="ja-JP" altLang="en-US" noProof="0"/>
              <a:t>マスタ タイトルの書式設定</a:t>
            </a:r>
          </a:p>
        </p:txBody>
      </p:sp>
      <p:sp>
        <p:nvSpPr>
          <p:cNvPr id="111621" name="Rectangle 1029">
            <a:extLst>
              <a:ext uri="{FF2B5EF4-FFF2-40B4-BE49-F238E27FC236}">
                <a16:creationId xmlns:a16="http://schemas.microsoft.com/office/drawing/2014/main" id="{D31E2079-2A4C-4BFD-A5FF-B35745CC1D13}"/>
              </a:ext>
            </a:extLst>
          </p:cNvPr>
          <p:cNvSpPr>
            <a:spLocks noGrp="1" noChangeArrowheads="1"/>
          </p:cNvSpPr>
          <p:nvPr>
            <p:ph type="subTitle" idx="1"/>
          </p:nvPr>
        </p:nvSpPr>
        <p:spPr>
          <a:xfrm>
            <a:off x="1930400" y="3213100"/>
            <a:ext cx="9347200" cy="1816100"/>
          </a:xfrm>
        </p:spPr>
        <p:txBody>
          <a:bodyPr/>
          <a:lstStyle>
            <a:lvl1pPr marL="0" indent="0" algn="ctr">
              <a:buFont typeface="Wingdings" panose="05000000000000000000" pitchFamily="2" charset="2"/>
              <a:buNone/>
              <a:defRPr/>
            </a:lvl1pPr>
          </a:lstStyle>
          <a:p>
            <a:pPr lvl="0"/>
            <a:r>
              <a:rPr lang="ja-JP" altLang="en-US" noProof="0"/>
              <a:t>マスタ サブタイトルの書式設定</a:t>
            </a:r>
          </a:p>
        </p:txBody>
      </p:sp>
    </p:spTree>
    <p:extLst>
      <p:ext uri="{BB962C8B-B14F-4D97-AF65-F5344CB8AC3E}">
        <p14:creationId xmlns:p14="http://schemas.microsoft.com/office/powerpoint/2010/main" val="3887687388"/>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A3AA1B-D0BA-4915-9B44-E7267FFF839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6D51E5E-0A4C-4BCD-BEFF-684F7296472A}"/>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A664FC8F-2D5C-4A74-BDB7-7E8721CF918B}"/>
              </a:ext>
            </a:extLst>
          </p:cNvPr>
          <p:cNvSpPr>
            <a:spLocks noGrp="1" noChangeArrowheads="1"/>
          </p:cNvSpPr>
          <p:nvPr>
            <p:ph type="sldNum" sz="quarter" idx="10"/>
          </p:nvPr>
        </p:nvSpPr>
        <p:spPr>
          <a:ln/>
        </p:spPr>
        <p:txBody>
          <a:bodyPr/>
          <a:lstStyle>
            <a:lvl1pPr>
              <a:defRPr/>
            </a:lvl1pPr>
          </a:lstStyle>
          <a:p>
            <a:pPr>
              <a:defRPr/>
            </a:pPr>
            <a:fld id="{B9666F72-2E04-4B50-8C94-6FD8959510AB}" type="slidenum">
              <a:rPr lang="ja-JP" altLang="en-US"/>
              <a:pPr>
                <a:defRPr/>
              </a:pPr>
              <a:t>‹#›</a:t>
            </a:fld>
            <a:endParaRPr lang="en-US" altLang="ja-JP"/>
          </a:p>
        </p:txBody>
      </p:sp>
    </p:spTree>
    <p:extLst>
      <p:ext uri="{BB962C8B-B14F-4D97-AF65-F5344CB8AC3E}">
        <p14:creationId xmlns:p14="http://schemas.microsoft.com/office/powerpoint/2010/main" val="1253602291"/>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4BD3F7-D7AF-43AA-A501-7FF2ABCD64A3}"/>
              </a:ext>
            </a:extLst>
          </p:cNvPr>
          <p:cNvSpPr>
            <a:spLocks noGrp="1"/>
          </p:cNvSpPr>
          <p:nvPr>
            <p:ph type="title"/>
          </p:nvPr>
        </p:nvSpPr>
        <p:spPr>
          <a:xfrm>
            <a:off x="831851" y="1709739"/>
            <a:ext cx="10515600" cy="2852737"/>
          </a:xfrm>
        </p:spPr>
        <p:txBody>
          <a:bodyPr/>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5CCFBBC-9742-42E8-B41C-0EE9DF061636}"/>
              </a:ext>
            </a:extLst>
          </p:cNvPr>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6">
            <a:extLst>
              <a:ext uri="{FF2B5EF4-FFF2-40B4-BE49-F238E27FC236}">
                <a16:creationId xmlns:a16="http://schemas.microsoft.com/office/drawing/2014/main" id="{F02F5302-236A-48D3-ADBA-BEF11AAFAF3C}"/>
              </a:ext>
            </a:extLst>
          </p:cNvPr>
          <p:cNvSpPr>
            <a:spLocks noGrp="1" noChangeArrowheads="1"/>
          </p:cNvSpPr>
          <p:nvPr>
            <p:ph type="sldNum" sz="quarter" idx="10"/>
          </p:nvPr>
        </p:nvSpPr>
        <p:spPr>
          <a:ln/>
        </p:spPr>
        <p:txBody>
          <a:bodyPr/>
          <a:lstStyle>
            <a:lvl1pPr>
              <a:defRPr/>
            </a:lvl1pPr>
          </a:lstStyle>
          <a:p>
            <a:pPr>
              <a:defRPr/>
            </a:pPr>
            <a:fld id="{2233E8E6-8F8E-4ABB-BB2E-79D957D0C3EB}" type="slidenum">
              <a:rPr lang="ja-JP" altLang="en-US"/>
              <a:pPr>
                <a:defRPr/>
              </a:pPr>
              <a:t>‹#›</a:t>
            </a:fld>
            <a:endParaRPr lang="en-US" altLang="ja-JP"/>
          </a:p>
        </p:txBody>
      </p:sp>
    </p:spTree>
    <p:extLst>
      <p:ext uri="{BB962C8B-B14F-4D97-AF65-F5344CB8AC3E}">
        <p14:creationId xmlns:p14="http://schemas.microsoft.com/office/powerpoint/2010/main" val="198138401"/>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CC3F34-24D3-4E0E-914E-BEE6BFB59E2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7E1ABF6-D962-4703-848B-CE791B9B7FF1}"/>
              </a:ext>
            </a:extLst>
          </p:cNvPr>
          <p:cNvSpPr>
            <a:spLocks noGrp="1"/>
          </p:cNvSpPr>
          <p:nvPr>
            <p:ph sz="half" idx="1"/>
          </p:nvPr>
        </p:nvSpPr>
        <p:spPr>
          <a:xfrm>
            <a:off x="334434" y="908051"/>
            <a:ext cx="5659967" cy="5400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4B0D3DA6-71ED-4DA7-B0CB-474501B12574}"/>
              </a:ext>
            </a:extLst>
          </p:cNvPr>
          <p:cNvSpPr>
            <a:spLocks noGrp="1"/>
          </p:cNvSpPr>
          <p:nvPr>
            <p:ph sz="half" idx="2"/>
          </p:nvPr>
        </p:nvSpPr>
        <p:spPr>
          <a:xfrm>
            <a:off x="6197601" y="908051"/>
            <a:ext cx="5659967" cy="5400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A17340A3-0C51-4E42-99B7-CE6CD738600A}"/>
              </a:ext>
            </a:extLst>
          </p:cNvPr>
          <p:cNvSpPr>
            <a:spLocks noGrp="1" noChangeArrowheads="1"/>
          </p:cNvSpPr>
          <p:nvPr>
            <p:ph type="sldNum" sz="quarter" idx="10"/>
          </p:nvPr>
        </p:nvSpPr>
        <p:spPr>
          <a:ln/>
        </p:spPr>
        <p:txBody>
          <a:bodyPr/>
          <a:lstStyle>
            <a:lvl1pPr>
              <a:defRPr/>
            </a:lvl1pPr>
          </a:lstStyle>
          <a:p>
            <a:pPr>
              <a:defRPr/>
            </a:pPr>
            <a:fld id="{16D9F65A-CACA-4B8F-889F-96DEAB5BBA58}" type="slidenum">
              <a:rPr lang="ja-JP" altLang="en-US"/>
              <a:pPr>
                <a:defRPr/>
              </a:pPr>
              <a:t>‹#›</a:t>
            </a:fld>
            <a:endParaRPr lang="en-US" altLang="ja-JP"/>
          </a:p>
        </p:txBody>
      </p:sp>
    </p:spTree>
    <p:extLst>
      <p:ext uri="{BB962C8B-B14F-4D97-AF65-F5344CB8AC3E}">
        <p14:creationId xmlns:p14="http://schemas.microsoft.com/office/powerpoint/2010/main" val="1337350936"/>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B48703-C7B5-4F2E-8638-BCDCCF3D4399}"/>
              </a:ext>
            </a:extLst>
          </p:cNvPr>
          <p:cNvSpPr>
            <a:spLocks noGrp="1"/>
          </p:cNvSpPr>
          <p:nvPr>
            <p:ph type="title"/>
          </p:nvPr>
        </p:nvSpPr>
        <p:spPr>
          <a:xfrm>
            <a:off x="840317" y="365126"/>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F8CF8D0-8C87-4313-9A0C-03022AA9048F}"/>
              </a:ext>
            </a:extLst>
          </p:cNvPr>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61A1031-1D0B-4DB6-8ECA-DF8D4F7B4A7F}"/>
              </a:ext>
            </a:extLst>
          </p:cNvPr>
          <p:cNvSpPr>
            <a:spLocks noGrp="1"/>
          </p:cNvSpPr>
          <p:nvPr>
            <p:ph sz="half" idx="2"/>
          </p:nvPr>
        </p:nvSpPr>
        <p:spPr>
          <a:xfrm>
            <a:off x="840318" y="2505075"/>
            <a:ext cx="5158316"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04E69FDA-00E6-46A9-87FE-DA823FA348F2}"/>
              </a:ext>
            </a:extLst>
          </p:cNvPr>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75D0D2B0-0638-4A2B-B036-17DC2F601C9F}"/>
              </a:ext>
            </a:extLst>
          </p:cNvPr>
          <p:cNvSpPr>
            <a:spLocks noGrp="1"/>
          </p:cNvSpPr>
          <p:nvPr>
            <p:ph sz="quarter" idx="4"/>
          </p:nvPr>
        </p:nvSpPr>
        <p:spPr>
          <a:xfrm>
            <a:off x="6172200" y="2505075"/>
            <a:ext cx="518371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a:extLst>
              <a:ext uri="{FF2B5EF4-FFF2-40B4-BE49-F238E27FC236}">
                <a16:creationId xmlns:a16="http://schemas.microsoft.com/office/drawing/2014/main" id="{4DB3F2C2-49CE-470A-AD50-E385D7B54E9C}"/>
              </a:ext>
            </a:extLst>
          </p:cNvPr>
          <p:cNvSpPr>
            <a:spLocks noGrp="1" noChangeArrowheads="1"/>
          </p:cNvSpPr>
          <p:nvPr>
            <p:ph type="sldNum" sz="quarter" idx="10"/>
          </p:nvPr>
        </p:nvSpPr>
        <p:spPr>
          <a:ln/>
        </p:spPr>
        <p:txBody>
          <a:bodyPr/>
          <a:lstStyle>
            <a:lvl1pPr>
              <a:defRPr/>
            </a:lvl1pPr>
          </a:lstStyle>
          <a:p>
            <a:pPr>
              <a:defRPr/>
            </a:pPr>
            <a:fld id="{1A18822B-C531-4409-A311-A82FC7D3A7DD}" type="slidenum">
              <a:rPr lang="ja-JP" altLang="en-US"/>
              <a:pPr>
                <a:defRPr/>
              </a:pPr>
              <a:t>‹#›</a:t>
            </a:fld>
            <a:endParaRPr lang="en-US" altLang="ja-JP"/>
          </a:p>
        </p:txBody>
      </p:sp>
    </p:spTree>
    <p:extLst>
      <p:ext uri="{BB962C8B-B14F-4D97-AF65-F5344CB8AC3E}">
        <p14:creationId xmlns:p14="http://schemas.microsoft.com/office/powerpoint/2010/main" val="2358027848"/>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F7A189-876A-4094-B36B-C6D57DBA0421}"/>
              </a:ext>
            </a:extLst>
          </p:cNvPr>
          <p:cNvSpPr>
            <a:spLocks noGrp="1"/>
          </p:cNvSpPr>
          <p:nvPr>
            <p:ph type="title"/>
          </p:nvPr>
        </p:nvSpPr>
        <p:spPr/>
        <p:txBody>
          <a:bodyPr/>
          <a:lstStyle/>
          <a:p>
            <a:r>
              <a:rPr lang="zh-CN" altLang="en-US"/>
              <a:t>单击此处编辑母版标题样式</a:t>
            </a:r>
          </a:p>
        </p:txBody>
      </p:sp>
      <p:sp>
        <p:nvSpPr>
          <p:cNvPr id="3" name="Rectangle 6">
            <a:extLst>
              <a:ext uri="{FF2B5EF4-FFF2-40B4-BE49-F238E27FC236}">
                <a16:creationId xmlns:a16="http://schemas.microsoft.com/office/drawing/2014/main" id="{6756828C-9ACD-4160-9067-4724FB287EB3}"/>
              </a:ext>
            </a:extLst>
          </p:cNvPr>
          <p:cNvSpPr>
            <a:spLocks noGrp="1" noChangeArrowheads="1"/>
          </p:cNvSpPr>
          <p:nvPr>
            <p:ph type="sldNum" sz="quarter" idx="10"/>
          </p:nvPr>
        </p:nvSpPr>
        <p:spPr>
          <a:ln/>
        </p:spPr>
        <p:txBody>
          <a:bodyPr/>
          <a:lstStyle>
            <a:lvl1pPr>
              <a:defRPr/>
            </a:lvl1pPr>
          </a:lstStyle>
          <a:p>
            <a:pPr>
              <a:defRPr/>
            </a:pPr>
            <a:fld id="{19B5516C-7DCB-4302-A49C-4636C44053C9}" type="slidenum">
              <a:rPr lang="ja-JP" altLang="en-US"/>
              <a:pPr>
                <a:defRPr/>
              </a:pPr>
              <a:t>‹#›</a:t>
            </a:fld>
            <a:endParaRPr lang="en-US" altLang="ja-JP"/>
          </a:p>
        </p:txBody>
      </p:sp>
    </p:spTree>
    <p:extLst>
      <p:ext uri="{BB962C8B-B14F-4D97-AF65-F5344CB8AC3E}">
        <p14:creationId xmlns:p14="http://schemas.microsoft.com/office/powerpoint/2010/main" val="562709660"/>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75F2FA81-EB82-4A21-B040-BE9CA22FF158}"/>
              </a:ext>
            </a:extLst>
          </p:cNvPr>
          <p:cNvSpPr>
            <a:spLocks noGrp="1" noChangeArrowheads="1"/>
          </p:cNvSpPr>
          <p:nvPr>
            <p:ph type="sldNum" sz="quarter" idx="10"/>
          </p:nvPr>
        </p:nvSpPr>
        <p:spPr>
          <a:ln/>
        </p:spPr>
        <p:txBody>
          <a:bodyPr/>
          <a:lstStyle>
            <a:lvl1pPr>
              <a:defRPr/>
            </a:lvl1pPr>
          </a:lstStyle>
          <a:p>
            <a:pPr>
              <a:defRPr/>
            </a:pPr>
            <a:fld id="{03E1B7ED-299C-42C8-8F3C-2CC885FFB9C1}" type="slidenum">
              <a:rPr lang="ja-JP" altLang="en-US"/>
              <a:pPr>
                <a:defRPr/>
              </a:pPr>
              <a:t>‹#›</a:t>
            </a:fld>
            <a:endParaRPr lang="en-US" altLang="ja-JP"/>
          </a:p>
        </p:txBody>
      </p:sp>
    </p:spTree>
    <p:extLst>
      <p:ext uri="{BB962C8B-B14F-4D97-AF65-F5344CB8AC3E}">
        <p14:creationId xmlns:p14="http://schemas.microsoft.com/office/powerpoint/2010/main" val="2147803725"/>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74DDA1-CA5B-4479-841B-B056303C7ABE}"/>
              </a:ext>
            </a:extLst>
          </p:cNvPr>
          <p:cNvSpPr>
            <a:spLocks noGrp="1"/>
          </p:cNvSpPr>
          <p:nvPr>
            <p:ph type="title"/>
          </p:nvPr>
        </p:nvSpPr>
        <p:spPr>
          <a:xfrm>
            <a:off x="840318" y="457200"/>
            <a:ext cx="3932767" cy="1600200"/>
          </a:xfrm>
        </p:spPr>
        <p:txBody>
          <a:bodyPr/>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51F501D-D903-45C8-8596-D2A0D0B5684D}"/>
              </a:ext>
            </a:extLst>
          </p:cNvPr>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95C0ECE7-D059-431F-8C35-351899F43F83}"/>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6">
            <a:extLst>
              <a:ext uri="{FF2B5EF4-FFF2-40B4-BE49-F238E27FC236}">
                <a16:creationId xmlns:a16="http://schemas.microsoft.com/office/drawing/2014/main" id="{2AE67827-B992-4712-A749-85921840A526}"/>
              </a:ext>
            </a:extLst>
          </p:cNvPr>
          <p:cNvSpPr>
            <a:spLocks noGrp="1" noChangeArrowheads="1"/>
          </p:cNvSpPr>
          <p:nvPr>
            <p:ph type="sldNum" sz="quarter" idx="10"/>
          </p:nvPr>
        </p:nvSpPr>
        <p:spPr>
          <a:ln/>
        </p:spPr>
        <p:txBody>
          <a:bodyPr/>
          <a:lstStyle>
            <a:lvl1pPr>
              <a:defRPr/>
            </a:lvl1pPr>
          </a:lstStyle>
          <a:p>
            <a:pPr>
              <a:defRPr/>
            </a:pPr>
            <a:fld id="{E868950D-D28D-4A6E-A83B-4D0F39E00A3B}" type="slidenum">
              <a:rPr lang="ja-JP" altLang="en-US"/>
              <a:pPr>
                <a:defRPr/>
              </a:pPr>
              <a:t>‹#›</a:t>
            </a:fld>
            <a:endParaRPr lang="en-US" altLang="ja-JP"/>
          </a:p>
        </p:txBody>
      </p:sp>
    </p:spTree>
    <p:extLst>
      <p:ext uri="{BB962C8B-B14F-4D97-AF65-F5344CB8AC3E}">
        <p14:creationId xmlns:p14="http://schemas.microsoft.com/office/powerpoint/2010/main" val="1809493847"/>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7CCC2C-BB94-45E0-B930-C1E567FC8609}"/>
              </a:ext>
            </a:extLst>
          </p:cNvPr>
          <p:cNvSpPr>
            <a:spLocks noGrp="1"/>
          </p:cNvSpPr>
          <p:nvPr>
            <p:ph type="title"/>
          </p:nvPr>
        </p:nvSpPr>
        <p:spPr>
          <a:xfrm>
            <a:off x="840318" y="457200"/>
            <a:ext cx="3932767" cy="1600200"/>
          </a:xfrm>
        </p:spPr>
        <p:txBody>
          <a:bodyPr/>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047DEBC-7E71-48C6-84E5-4E6BD6ACD2EA}"/>
              </a:ext>
            </a:extLst>
          </p:cNvPr>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a:extLst>
              <a:ext uri="{FF2B5EF4-FFF2-40B4-BE49-F238E27FC236}">
                <a16:creationId xmlns:a16="http://schemas.microsoft.com/office/drawing/2014/main" id="{23336339-0F9C-482B-A0E9-79F619239C06}"/>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6">
            <a:extLst>
              <a:ext uri="{FF2B5EF4-FFF2-40B4-BE49-F238E27FC236}">
                <a16:creationId xmlns:a16="http://schemas.microsoft.com/office/drawing/2014/main" id="{B15FCEE5-399D-47BF-954A-F0573F6EC392}"/>
              </a:ext>
            </a:extLst>
          </p:cNvPr>
          <p:cNvSpPr>
            <a:spLocks noGrp="1" noChangeArrowheads="1"/>
          </p:cNvSpPr>
          <p:nvPr>
            <p:ph type="sldNum" sz="quarter" idx="10"/>
          </p:nvPr>
        </p:nvSpPr>
        <p:spPr>
          <a:ln/>
        </p:spPr>
        <p:txBody>
          <a:bodyPr/>
          <a:lstStyle>
            <a:lvl1pPr>
              <a:defRPr/>
            </a:lvl1pPr>
          </a:lstStyle>
          <a:p>
            <a:pPr>
              <a:defRPr/>
            </a:pPr>
            <a:fld id="{FC6B5AAC-A320-4369-9098-8E11EBBD0270}" type="slidenum">
              <a:rPr lang="ja-JP" altLang="en-US"/>
              <a:pPr>
                <a:defRPr/>
              </a:pPr>
              <a:t>‹#›</a:t>
            </a:fld>
            <a:endParaRPr lang="en-US" altLang="ja-JP"/>
          </a:p>
        </p:txBody>
      </p:sp>
    </p:spTree>
    <p:extLst>
      <p:ext uri="{BB962C8B-B14F-4D97-AF65-F5344CB8AC3E}">
        <p14:creationId xmlns:p14="http://schemas.microsoft.com/office/powerpoint/2010/main" val="2241653367"/>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B87C0B-C441-4647-90BF-B02B3E76E51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A9CD07C-D70D-480F-8094-E0D8B39F04D2}"/>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E7FE390C-B632-46D4-930D-00DAEDAADAA3}"/>
              </a:ext>
            </a:extLst>
          </p:cNvPr>
          <p:cNvSpPr>
            <a:spLocks noGrp="1" noChangeArrowheads="1"/>
          </p:cNvSpPr>
          <p:nvPr>
            <p:ph type="sldNum" sz="quarter" idx="10"/>
          </p:nvPr>
        </p:nvSpPr>
        <p:spPr>
          <a:ln/>
        </p:spPr>
        <p:txBody>
          <a:bodyPr/>
          <a:lstStyle>
            <a:lvl1pPr>
              <a:defRPr/>
            </a:lvl1pPr>
          </a:lstStyle>
          <a:p>
            <a:pPr>
              <a:defRPr/>
            </a:pPr>
            <a:fld id="{A47FABEB-34FF-4514-ACFF-4511F34C6850}" type="slidenum">
              <a:rPr lang="ja-JP" altLang="en-US"/>
              <a:pPr>
                <a:defRPr/>
              </a:pPr>
              <a:t>‹#›</a:t>
            </a:fld>
            <a:endParaRPr lang="en-US" altLang="ja-JP"/>
          </a:p>
        </p:txBody>
      </p:sp>
    </p:spTree>
    <p:extLst>
      <p:ext uri="{BB962C8B-B14F-4D97-AF65-F5344CB8AC3E}">
        <p14:creationId xmlns:p14="http://schemas.microsoft.com/office/powerpoint/2010/main" val="2787514405"/>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63CD750-5093-4AFD-AC19-7634DEFB0D1B}"/>
              </a:ext>
            </a:extLst>
          </p:cNvPr>
          <p:cNvSpPr>
            <a:spLocks noGrp="1"/>
          </p:cNvSpPr>
          <p:nvPr>
            <p:ph type="title" orient="vert"/>
          </p:nvPr>
        </p:nvSpPr>
        <p:spPr>
          <a:xfrm>
            <a:off x="9144000" y="1"/>
            <a:ext cx="3048000" cy="6308725"/>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3D93CDA-A85F-43FF-8DD1-3A51721EB748}"/>
              </a:ext>
            </a:extLst>
          </p:cNvPr>
          <p:cNvSpPr>
            <a:spLocks noGrp="1"/>
          </p:cNvSpPr>
          <p:nvPr>
            <p:ph type="body" orient="vert" idx="1"/>
          </p:nvPr>
        </p:nvSpPr>
        <p:spPr>
          <a:xfrm>
            <a:off x="0" y="1"/>
            <a:ext cx="8940800" cy="6308725"/>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4E01172D-5C87-4BF8-AFC2-0D32003A21D7}"/>
              </a:ext>
            </a:extLst>
          </p:cNvPr>
          <p:cNvSpPr>
            <a:spLocks noGrp="1" noChangeArrowheads="1"/>
          </p:cNvSpPr>
          <p:nvPr>
            <p:ph type="sldNum" sz="quarter" idx="10"/>
          </p:nvPr>
        </p:nvSpPr>
        <p:spPr>
          <a:ln/>
        </p:spPr>
        <p:txBody>
          <a:bodyPr/>
          <a:lstStyle>
            <a:lvl1pPr>
              <a:defRPr/>
            </a:lvl1pPr>
          </a:lstStyle>
          <a:p>
            <a:pPr>
              <a:defRPr/>
            </a:pPr>
            <a:fld id="{D8C3D918-FC5F-4EAE-A2FF-83E9D2293105}" type="slidenum">
              <a:rPr lang="ja-JP" altLang="en-US"/>
              <a:pPr>
                <a:defRPr/>
              </a:pPr>
              <a:t>‹#›</a:t>
            </a:fld>
            <a:endParaRPr lang="en-US" altLang="ja-JP"/>
          </a:p>
        </p:txBody>
      </p:sp>
    </p:spTree>
    <p:extLst>
      <p:ext uri="{BB962C8B-B14F-4D97-AF65-F5344CB8AC3E}">
        <p14:creationId xmlns:p14="http://schemas.microsoft.com/office/powerpoint/2010/main" val="2233686561"/>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360DCD-D783-4EE4-BB3A-DE5487700C47}"/>
              </a:ext>
            </a:extLst>
          </p:cNvPr>
          <p:cNvSpPr>
            <a:spLocks noGrp="1"/>
          </p:cNvSpPr>
          <p:nvPr>
            <p:ph type="title" sz="quarter"/>
          </p:nvPr>
        </p:nvSpPr>
        <p:spPr>
          <a:xfrm>
            <a:off x="0" y="1"/>
            <a:ext cx="12192000" cy="765175"/>
          </a:xfr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E8D329C-F66D-439A-851B-60266F3D8E42}"/>
              </a:ext>
            </a:extLst>
          </p:cNvPr>
          <p:cNvSpPr>
            <a:spLocks noGrp="1"/>
          </p:cNvSpPr>
          <p:nvPr>
            <p:ph sz="quarter" idx="1"/>
          </p:nvPr>
        </p:nvSpPr>
        <p:spPr>
          <a:xfrm>
            <a:off x="334434" y="908050"/>
            <a:ext cx="5659967" cy="26241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FB45DD5E-B93C-46BD-926F-020A165513A5}"/>
              </a:ext>
            </a:extLst>
          </p:cNvPr>
          <p:cNvSpPr>
            <a:spLocks noGrp="1"/>
          </p:cNvSpPr>
          <p:nvPr>
            <p:ph sz="quarter" idx="2"/>
          </p:nvPr>
        </p:nvSpPr>
        <p:spPr>
          <a:xfrm>
            <a:off x="6197601" y="908050"/>
            <a:ext cx="5659967" cy="26241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a:extLst>
              <a:ext uri="{FF2B5EF4-FFF2-40B4-BE49-F238E27FC236}">
                <a16:creationId xmlns:a16="http://schemas.microsoft.com/office/drawing/2014/main" id="{5323E00C-26D8-4681-A9E0-50813088032A}"/>
              </a:ext>
            </a:extLst>
          </p:cNvPr>
          <p:cNvSpPr>
            <a:spLocks noGrp="1"/>
          </p:cNvSpPr>
          <p:nvPr>
            <p:ph sz="quarter" idx="3"/>
          </p:nvPr>
        </p:nvSpPr>
        <p:spPr>
          <a:xfrm>
            <a:off x="334434" y="3684589"/>
            <a:ext cx="5659967" cy="262413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a:extLst>
              <a:ext uri="{FF2B5EF4-FFF2-40B4-BE49-F238E27FC236}">
                <a16:creationId xmlns:a16="http://schemas.microsoft.com/office/drawing/2014/main" id="{2CFA9E85-1751-49F8-8427-D5218FFC1CFC}"/>
              </a:ext>
            </a:extLst>
          </p:cNvPr>
          <p:cNvSpPr>
            <a:spLocks noGrp="1"/>
          </p:cNvSpPr>
          <p:nvPr>
            <p:ph sz="quarter" idx="4"/>
          </p:nvPr>
        </p:nvSpPr>
        <p:spPr>
          <a:xfrm>
            <a:off x="6197601" y="3684589"/>
            <a:ext cx="5659967" cy="262413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a:extLst>
              <a:ext uri="{FF2B5EF4-FFF2-40B4-BE49-F238E27FC236}">
                <a16:creationId xmlns:a16="http://schemas.microsoft.com/office/drawing/2014/main" id="{0C1A300B-8C63-4BE8-A68E-3D16FC0A15BD}"/>
              </a:ext>
            </a:extLst>
          </p:cNvPr>
          <p:cNvSpPr>
            <a:spLocks noGrp="1" noChangeArrowheads="1"/>
          </p:cNvSpPr>
          <p:nvPr>
            <p:ph type="sldNum" sz="quarter" idx="10"/>
          </p:nvPr>
        </p:nvSpPr>
        <p:spPr>
          <a:ln/>
        </p:spPr>
        <p:txBody>
          <a:bodyPr/>
          <a:lstStyle>
            <a:lvl1pPr>
              <a:defRPr/>
            </a:lvl1pPr>
          </a:lstStyle>
          <a:p>
            <a:pPr>
              <a:defRPr/>
            </a:pPr>
            <a:fld id="{46FF5BBD-0813-4452-A614-FD8E87844B21}" type="slidenum">
              <a:rPr lang="ja-JP" altLang="en-US"/>
              <a:pPr>
                <a:defRPr/>
              </a:pPr>
              <a:t>‹#›</a:t>
            </a:fld>
            <a:endParaRPr lang="en-US" altLang="ja-JP"/>
          </a:p>
        </p:txBody>
      </p:sp>
    </p:spTree>
    <p:extLst>
      <p:ext uri="{BB962C8B-B14F-4D97-AF65-F5344CB8AC3E}">
        <p14:creationId xmlns:p14="http://schemas.microsoft.com/office/powerpoint/2010/main" val="2792015953"/>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4769BF-DB8E-49BF-98C6-7914756E8067}"/>
              </a:ext>
            </a:extLst>
          </p:cNvPr>
          <p:cNvSpPr>
            <a:spLocks noGrp="1"/>
          </p:cNvSpPr>
          <p:nvPr>
            <p:ph type="title"/>
          </p:nvPr>
        </p:nvSpPr>
        <p:spPr>
          <a:xfrm>
            <a:off x="0" y="1"/>
            <a:ext cx="12192000" cy="765175"/>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5D857A0-C83F-467B-8DC8-43C083D56A3C}"/>
              </a:ext>
            </a:extLst>
          </p:cNvPr>
          <p:cNvSpPr>
            <a:spLocks noGrp="1"/>
          </p:cNvSpPr>
          <p:nvPr>
            <p:ph type="body" sz="half" idx="1"/>
          </p:nvPr>
        </p:nvSpPr>
        <p:spPr>
          <a:xfrm>
            <a:off x="334434" y="908051"/>
            <a:ext cx="5659967" cy="5400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167E804F-3418-411A-9B42-02368019530D}"/>
              </a:ext>
            </a:extLst>
          </p:cNvPr>
          <p:cNvSpPr>
            <a:spLocks noGrp="1"/>
          </p:cNvSpPr>
          <p:nvPr>
            <p:ph sz="quarter" idx="2"/>
          </p:nvPr>
        </p:nvSpPr>
        <p:spPr>
          <a:xfrm>
            <a:off x="6197601" y="908050"/>
            <a:ext cx="5659967" cy="26241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a:extLst>
              <a:ext uri="{FF2B5EF4-FFF2-40B4-BE49-F238E27FC236}">
                <a16:creationId xmlns:a16="http://schemas.microsoft.com/office/drawing/2014/main" id="{269FA6F1-3B2B-448F-99A0-23024E144EA3}"/>
              </a:ext>
            </a:extLst>
          </p:cNvPr>
          <p:cNvSpPr>
            <a:spLocks noGrp="1"/>
          </p:cNvSpPr>
          <p:nvPr>
            <p:ph sz="quarter" idx="3"/>
          </p:nvPr>
        </p:nvSpPr>
        <p:spPr>
          <a:xfrm>
            <a:off x="6197601" y="3684589"/>
            <a:ext cx="5659967" cy="262413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6">
            <a:extLst>
              <a:ext uri="{FF2B5EF4-FFF2-40B4-BE49-F238E27FC236}">
                <a16:creationId xmlns:a16="http://schemas.microsoft.com/office/drawing/2014/main" id="{C9606059-D04A-4339-A6B0-10D6376CE0C9}"/>
              </a:ext>
            </a:extLst>
          </p:cNvPr>
          <p:cNvSpPr>
            <a:spLocks noGrp="1" noChangeArrowheads="1"/>
          </p:cNvSpPr>
          <p:nvPr>
            <p:ph type="sldNum" sz="quarter" idx="10"/>
          </p:nvPr>
        </p:nvSpPr>
        <p:spPr>
          <a:ln/>
        </p:spPr>
        <p:txBody>
          <a:bodyPr/>
          <a:lstStyle>
            <a:lvl1pPr>
              <a:defRPr/>
            </a:lvl1pPr>
          </a:lstStyle>
          <a:p>
            <a:pPr>
              <a:defRPr/>
            </a:pPr>
            <a:fld id="{D61DC056-F30E-49EE-9FF0-1DFAB1B0575C}" type="slidenum">
              <a:rPr lang="ja-JP" altLang="en-US"/>
              <a:pPr>
                <a:defRPr/>
              </a:pPr>
              <a:t>‹#›</a:t>
            </a:fld>
            <a:endParaRPr lang="en-US" altLang="ja-JP"/>
          </a:p>
        </p:txBody>
      </p:sp>
    </p:spTree>
    <p:extLst>
      <p:ext uri="{BB962C8B-B14F-4D97-AF65-F5344CB8AC3E}">
        <p14:creationId xmlns:p14="http://schemas.microsoft.com/office/powerpoint/2010/main" val="944009528"/>
      </p:ext>
    </p:extLst>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AC136E-B5ED-487C-82F9-7EA8628B8E98}"/>
              </a:ext>
            </a:extLst>
          </p:cNvPr>
          <p:cNvSpPr>
            <a:spLocks noGrp="1"/>
          </p:cNvSpPr>
          <p:nvPr>
            <p:ph type="title"/>
          </p:nvPr>
        </p:nvSpPr>
        <p:spPr>
          <a:xfrm>
            <a:off x="0" y="1"/>
            <a:ext cx="12192000" cy="765175"/>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71287A0-AF5B-42F1-9AF2-458B12AD20A5}"/>
              </a:ext>
            </a:extLst>
          </p:cNvPr>
          <p:cNvSpPr>
            <a:spLocks noGrp="1"/>
          </p:cNvSpPr>
          <p:nvPr>
            <p:ph type="body" sz="half" idx="1"/>
          </p:nvPr>
        </p:nvSpPr>
        <p:spPr>
          <a:xfrm>
            <a:off x="334434" y="908051"/>
            <a:ext cx="5659967" cy="5400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86A61023-2AB0-43CC-AF1E-A2B399DFA2BA}"/>
              </a:ext>
            </a:extLst>
          </p:cNvPr>
          <p:cNvSpPr>
            <a:spLocks noGrp="1"/>
          </p:cNvSpPr>
          <p:nvPr>
            <p:ph sz="half" idx="2"/>
          </p:nvPr>
        </p:nvSpPr>
        <p:spPr>
          <a:xfrm>
            <a:off x="6197601" y="908051"/>
            <a:ext cx="5659967" cy="5400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79236926-548E-4327-B33B-1EA3F2B8BD00}"/>
              </a:ext>
            </a:extLst>
          </p:cNvPr>
          <p:cNvSpPr>
            <a:spLocks noGrp="1" noChangeArrowheads="1"/>
          </p:cNvSpPr>
          <p:nvPr>
            <p:ph type="sldNum" sz="quarter" idx="10"/>
          </p:nvPr>
        </p:nvSpPr>
        <p:spPr>
          <a:ln/>
        </p:spPr>
        <p:txBody>
          <a:bodyPr/>
          <a:lstStyle>
            <a:lvl1pPr>
              <a:defRPr/>
            </a:lvl1pPr>
          </a:lstStyle>
          <a:p>
            <a:pPr>
              <a:defRPr/>
            </a:pPr>
            <a:fld id="{68C38576-68A0-4AC6-B959-F86E609540B7}" type="slidenum">
              <a:rPr lang="ja-JP" altLang="en-US"/>
              <a:pPr>
                <a:defRPr/>
              </a:pPr>
              <a:t>‹#›</a:t>
            </a:fld>
            <a:endParaRPr lang="en-US" altLang="ja-JP"/>
          </a:p>
        </p:txBody>
      </p:sp>
    </p:spTree>
    <p:extLst>
      <p:ext uri="{BB962C8B-B14F-4D97-AF65-F5344CB8AC3E}">
        <p14:creationId xmlns:p14="http://schemas.microsoft.com/office/powerpoint/2010/main" val="3692823084"/>
      </p:ext>
    </p:extLst>
  </p:cSld>
  <p:clrMapOvr>
    <a:masterClrMapping/>
  </p:clrMapOvr>
  <p:transition>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56794E0-DB91-4E46-AFF7-D63213A09851}"/>
              </a:ext>
            </a:extLst>
          </p:cNvPr>
          <p:cNvSpPr>
            <a:spLocks noGrp="1"/>
          </p:cNvSpPr>
          <p:nvPr>
            <p:ph/>
          </p:nvPr>
        </p:nvSpPr>
        <p:spPr>
          <a:xfrm>
            <a:off x="0" y="1"/>
            <a:ext cx="12192000" cy="6308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6">
            <a:extLst>
              <a:ext uri="{FF2B5EF4-FFF2-40B4-BE49-F238E27FC236}">
                <a16:creationId xmlns:a16="http://schemas.microsoft.com/office/drawing/2014/main" id="{B0B01CF2-DC05-4313-91AB-0D91F120B271}"/>
              </a:ext>
            </a:extLst>
          </p:cNvPr>
          <p:cNvSpPr>
            <a:spLocks noGrp="1" noChangeArrowheads="1"/>
          </p:cNvSpPr>
          <p:nvPr>
            <p:ph type="sldNum" sz="quarter" idx="10"/>
          </p:nvPr>
        </p:nvSpPr>
        <p:spPr>
          <a:ln/>
        </p:spPr>
        <p:txBody>
          <a:bodyPr/>
          <a:lstStyle>
            <a:lvl1pPr>
              <a:defRPr/>
            </a:lvl1pPr>
          </a:lstStyle>
          <a:p>
            <a:pPr>
              <a:defRPr/>
            </a:pPr>
            <a:fld id="{5AFB0AF8-EA04-4CB6-93F1-7C42C949A1A4}" type="slidenum">
              <a:rPr lang="ja-JP" altLang="en-US"/>
              <a:pPr>
                <a:defRPr/>
              </a:pPr>
              <a:t>‹#›</a:t>
            </a:fld>
            <a:endParaRPr lang="en-US" altLang="ja-JP"/>
          </a:p>
        </p:txBody>
      </p:sp>
    </p:spTree>
    <p:extLst>
      <p:ext uri="{BB962C8B-B14F-4D97-AF65-F5344CB8AC3E}">
        <p14:creationId xmlns:p14="http://schemas.microsoft.com/office/powerpoint/2010/main" val="3652579221"/>
      </p:ext>
    </p:extLst>
  </p:cSld>
  <p:clrMapOvr>
    <a:masterClrMapping/>
  </p:clrMapOvr>
  <p:transition>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758408-2E13-47AE-9BF7-678E2A2D70E3}"/>
              </a:ext>
            </a:extLst>
          </p:cNvPr>
          <p:cNvSpPr>
            <a:spLocks noGrp="1"/>
          </p:cNvSpPr>
          <p:nvPr>
            <p:ph type="title"/>
          </p:nvPr>
        </p:nvSpPr>
        <p:spPr>
          <a:xfrm>
            <a:off x="0" y="1"/>
            <a:ext cx="12192000" cy="765175"/>
          </a:xfr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F54E6AD-C81E-42E5-8970-91F04234BE2B}"/>
              </a:ext>
            </a:extLst>
          </p:cNvPr>
          <p:cNvSpPr>
            <a:spLocks noGrp="1"/>
          </p:cNvSpPr>
          <p:nvPr>
            <p:ph sz="half" idx="1"/>
          </p:nvPr>
        </p:nvSpPr>
        <p:spPr>
          <a:xfrm>
            <a:off x="334434" y="908051"/>
            <a:ext cx="5659967" cy="5400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98B4F194-33D5-4624-B155-EA8330469CBD}"/>
              </a:ext>
            </a:extLst>
          </p:cNvPr>
          <p:cNvSpPr>
            <a:spLocks noGrp="1"/>
          </p:cNvSpPr>
          <p:nvPr>
            <p:ph sz="quarter" idx="2"/>
          </p:nvPr>
        </p:nvSpPr>
        <p:spPr>
          <a:xfrm>
            <a:off x="6197601" y="908050"/>
            <a:ext cx="5659967" cy="26241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a:extLst>
              <a:ext uri="{FF2B5EF4-FFF2-40B4-BE49-F238E27FC236}">
                <a16:creationId xmlns:a16="http://schemas.microsoft.com/office/drawing/2014/main" id="{18C85FFF-8637-4DF3-A048-C9AC878ACD34}"/>
              </a:ext>
            </a:extLst>
          </p:cNvPr>
          <p:cNvSpPr>
            <a:spLocks noGrp="1"/>
          </p:cNvSpPr>
          <p:nvPr>
            <p:ph sz="quarter" idx="3"/>
          </p:nvPr>
        </p:nvSpPr>
        <p:spPr>
          <a:xfrm>
            <a:off x="6197601" y="3684589"/>
            <a:ext cx="5659967" cy="262413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6">
            <a:extLst>
              <a:ext uri="{FF2B5EF4-FFF2-40B4-BE49-F238E27FC236}">
                <a16:creationId xmlns:a16="http://schemas.microsoft.com/office/drawing/2014/main" id="{F6800D5D-1C3C-4376-9E13-7060BC2E93A9}"/>
              </a:ext>
            </a:extLst>
          </p:cNvPr>
          <p:cNvSpPr>
            <a:spLocks noGrp="1" noChangeArrowheads="1"/>
          </p:cNvSpPr>
          <p:nvPr>
            <p:ph type="sldNum" sz="quarter" idx="10"/>
          </p:nvPr>
        </p:nvSpPr>
        <p:spPr>
          <a:ln/>
        </p:spPr>
        <p:txBody>
          <a:bodyPr/>
          <a:lstStyle>
            <a:lvl1pPr>
              <a:defRPr/>
            </a:lvl1pPr>
          </a:lstStyle>
          <a:p>
            <a:pPr>
              <a:defRPr/>
            </a:pPr>
            <a:fld id="{72AF149B-60AD-4384-871C-A45ED68DA1DC}" type="slidenum">
              <a:rPr lang="ja-JP" altLang="en-US"/>
              <a:pPr>
                <a:defRPr/>
              </a:pPr>
              <a:t>‹#›</a:t>
            </a:fld>
            <a:endParaRPr lang="en-US" altLang="ja-JP"/>
          </a:p>
        </p:txBody>
      </p:sp>
    </p:spTree>
    <p:extLst>
      <p:ext uri="{BB962C8B-B14F-4D97-AF65-F5344CB8AC3E}">
        <p14:creationId xmlns:p14="http://schemas.microsoft.com/office/powerpoint/2010/main" val="3622492519"/>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8"/>
          <a:srcRect/>
          <a:tile tx="0" ty="0" sx="100000" sy="100000" flip="none" algn="tl"/>
        </a:blip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C470CE-03CD-43DC-B61E-7D61E02730D9}"/>
              </a:ext>
            </a:extLst>
          </p:cNvPr>
          <p:cNvSpPr>
            <a:spLocks noGrp="1" noChangeArrowheads="1"/>
          </p:cNvSpPr>
          <p:nvPr>
            <p:ph type="title"/>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ja-JP" altLang="en-US"/>
              <a:t>マスタ タイトルの書式設定</a:t>
            </a:r>
          </a:p>
        </p:txBody>
      </p:sp>
      <p:sp>
        <p:nvSpPr>
          <p:cNvPr id="2051" name="Rectangle 3">
            <a:extLst>
              <a:ext uri="{FF2B5EF4-FFF2-40B4-BE49-F238E27FC236}">
                <a16:creationId xmlns:a16="http://schemas.microsoft.com/office/drawing/2014/main" id="{A179FC35-D7A0-43A5-8CE8-ABCEAEBEAD81}"/>
              </a:ext>
            </a:extLst>
          </p:cNvPr>
          <p:cNvSpPr>
            <a:spLocks noGrp="1" noChangeArrowheads="1"/>
          </p:cNvSpPr>
          <p:nvPr>
            <p:ph type="body" idx="1"/>
          </p:nvPr>
        </p:nvSpPr>
        <p:spPr bwMode="auto">
          <a:xfrm>
            <a:off x="334434" y="908051"/>
            <a:ext cx="11523133"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r>
              <a:rPr lang="ja-JP" altLang="zh-CN"/>
              <a:t>：</a:t>
            </a:r>
            <a:endParaRPr lang="ja-JP" altLang="en-US"/>
          </a:p>
        </p:txBody>
      </p:sp>
      <p:sp>
        <p:nvSpPr>
          <p:cNvPr id="110598" name="Rectangle 6">
            <a:extLst>
              <a:ext uri="{FF2B5EF4-FFF2-40B4-BE49-F238E27FC236}">
                <a16:creationId xmlns:a16="http://schemas.microsoft.com/office/drawing/2014/main" id="{70981E01-E77B-4D84-9969-DBD0140FD13A}"/>
              </a:ext>
            </a:extLst>
          </p:cNvPr>
          <p:cNvSpPr>
            <a:spLocks noGrp="1" noChangeArrowheads="1"/>
          </p:cNvSpPr>
          <p:nvPr>
            <p:ph type="sldNum" sz="quarter" idx="4"/>
          </p:nvPr>
        </p:nvSpPr>
        <p:spPr bwMode="auto">
          <a:xfrm>
            <a:off x="9245600" y="6477001"/>
            <a:ext cx="2641600"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a:solidFill>
                  <a:srgbClr val="A50021"/>
                </a:solidFill>
                <a:latin typeface="+mn-lt"/>
                <a:ea typeface="ＭＳ Ｐゴシック" panose="020B0600070205080204" pitchFamily="34" charset="-128"/>
              </a:defRPr>
            </a:lvl1pPr>
          </a:lstStyle>
          <a:p>
            <a:pPr>
              <a:defRPr/>
            </a:pPr>
            <a:fld id="{8E08C930-4A8B-473C-A7DD-6A8FDB4D81E6}" type="slidenum">
              <a:rPr lang="ja-JP" altLang="en-US"/>
              <a:pPr>
                <a:defRPr/>
              </a:pPr>
              <a:t>‹#›</a:t>
            </a:fld>
            <a:endParaRPr lang="en-US" altLang="ja-JP"/>
          </a:p>
        </p:txBody>
      </p:sp>
    </p:spTree>
    <p:extLst>
      <p:ext uri="{BB962C8B-B14F-4D97-AF65-F5344CB8AC3E}">
        <p14:creationId xmlns:p14="http://schemas.microsoft.com/office/powerpoint/2010/main" val="164625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ransition>
    <p:random/>
  </p:transition>
  <p:hf hdr="0" ftr="0" dt="0"/>
  <p:txStyles>
    <p:titleStyle>
      <a:lvl1pPr indent="176213" algn="l" rtl="0" eaLnBrk="0" fontAlgn="base" hangingPunct="0">
        <a:spcBef>
          <a:spcPct val="0"/>
        </a:spcBef>
        <a:spcAft>
          <a:spcPct val="0"/>
        </a:spcAft>
        <a:defRPr sz="3800" b="1" kern="1200">
          <a:solidFill>
            <a:schemeClr val="bg1"/>
          </a:solidFill>
          <a:latin typeface="+mj-lt"/>
          <a:ea typeface="+mj-ea"/>
          <a:cs typeface="+mj-cs"/>
        </a:defRPr>
      </a:lvl1pPr>
      <a:lvl2pPr indent="176213" algn="l" rtl="0" eaLnBrk="0" fontAlgn="base" hangingPunct="0">
        <a:spcBef>
          <a:spcPct val="0"/>
        </a:spcBef>
        <a:spcAft>
          <a:spcPct val="0"/>
        </a:spcAft>
        <a:defRPr sz="3800" b="1">
          <a:solidFill>
            <a:schemeClr val="bg1"/>
          </a:solidFill>
          <a:latin typeface="Arial" panose="020B0604020202020204" pitchFamily="34" charset="0"/>
          <a:ea typeface="宋体" panose="02010600030101010101" pitchFamily="2" charset="-122"/>
        </a:defRPr>
      </a:lvl2pPr>
      <a:lvl3pPr indent="176213" algn="l" rtl="0" eaLnBrk="0" fontAlgn="base" hangingPunct="0">
        <a:spcBef>
          <a:spcPct val="0"/>
        </a:spcBef>
        <a:spcAft>
          <a:spcPct val="0"/>
        </a:spcAft>
        <a:defRPr sz="3800" b="1">
          <a:solidFill>
            <a:schemeClr val="bg1"/>
          </a:solidFill>
          <a:latin typeface="Arial" panose="020B0604020202020204" pitchFamily="34" charset="0"/>
          <a:ea typeface="宋体" panose="02010600030101010101" pitchFamily="2" charset="-122"/>
        </a:defRPr>
      </a:lvl3pPr>
      <a:lvl4pPr indent="176213" algn="l" rtl="0" eaLnBrk="0" fontAlgn="base" hangingPunct="0">
        <a:spcBef>
          <a:spcPct val="0"/>
        </a:spcBef>
        <a:spcAft>
          <a:spcPct val="0"/>
        </a:spcAft>
        <a:defRPr sz="3800" b="1">
          <a:solidFill>
            <a:schemeClr val="bg1"/>
          </a:solidFill>
          <a:latin typeface="Arial" panose="020B0604020202020204" pitchFamily="34" charset="0"/>
          <a:ea typeface="宋体" panose="02010600030101010101" pitchFamily="2" charset="-122"/>
        </a:defRPr>
      </a:lvl4pPr>
      <a:lvl5pPr indent="176213" algn="l" rtl="0" eaLnBrk="0" fontAlgn="base" hangingPunct="0">
        <a:spcBef>
          <a:spcPct val="0"/>
        </a:spcBef>
        <a:spcAft>
          <a:spcPct val="0"/>
        </a:spcAft>
        <a:defRPr sz="3800" b="1">
          <a:solidFill>
            <a:schemeClr val="bg1"/>
          </a:solidFill>
          <a:latin typeface="Arial" panose="020B0604020202020204" pitchFamily="34" charset="0"/>
          <a:ea typeface="宋体" panose="02010600030101010101" pitchFamily="2" charset="-122"/>
        </a:defRPr>
      </a:lvl5pPr>
      <a:lvl6pPr marL="457200" indent="176213" algn="l" rtl="0" fontAlgn="base">
        <a:spcBef>
          <a:spcPct val="0"/>
        </a:spcBef>
        <a:spcAft>
          <a:spcPct val="0"/>
        </a:spcAft>
        <a:defRPr sz="3800" b="1">
          <a:solidFill>
            <a:schemeClr val="bg1"/>
          </a:solidFill>
          <a:latin typeface="Arial" panose="020B0604020202020204" pitchFamily="34" charset="0"/>
          <a:ea typeface="宋体" panose="02010600030101010101" pitchFamily="2" charset="-122"/>
        </a:defRPr>
      </a:lvl6pPr>
      <a:lvl7pPr marL="914400" indent="176213" algn="l" rtl="0" fontAlgn="base">
        <a:spcBef>
          <a:spcPct val="0"/>
        </a:spcBef>
        <a:spcAft>
          <a:spcPct val="0"/>
        </a:spcAft>
        <a:defRPr sz="3800" b="1">
          <a:solidFill>
            <a:schemeClr val="bg1"/>
          </a:solidFill>
          <a:latin typeface="Arial" panose="020B0604020202020204" pitchFamily="34" charset="0"/>
          <a:ea typeface="宋体" panose="02010600030101010101" pitchFamily="2" charset="-122"/>
        </a:defRPr>
      </a:lvl7pPr>
      <a:lvl8pPr marL="1371600" indent="176213" algn="l" rtl="0" fontAlgn="base">
        <a:spcBef>
          <a:spcPct val="0"/>
        </a:spcBef>
        <a:spcAft>
          <a:spcPct val="0"/>
        </a:spcAft>
        <a:defRPr sz="3800" b="1">
          <a:solidFill>
            <a:schemeClr val="bg1"/>
          </a:solidFill>
          <a:latin typeface="Arial" panose="020B0604020202020204" pitchFamily="34" charset="0"/>
          <a:ea typeface="宋体" panose="02010600030101010101" pitchFamily="2" charset="-122"/>
        </a:defRPr>
      </a:lvl8pPr>
      <a:lvl9pPr marL="1828800" indent="176213" algn="l" rtl="0" fontAlgn="base">
        <a:spcBef>
          <a:spcPct val="0"/>
        </a:spcBef>
        <a:spcAft>
          <a:spcPct val="0"/>
        </a:spcAft>
        <a:defRPr sz="3800" b="1">
          <a:solidFill>
            <a:schemeClr val="bg1"/>
          </a:solidFill>
          <a:latin typeface="Arial" panose="020B0604020202020204" pitchFamily="34" charset="0"/>
          <a:ea typeface="宋体" panose="02010600030101010101" pitchFamily="2" charset="-122"/>
        </a:defRPr>
      </a:lvl9pPr>
    </p:titleStyle>
    <p:bodyStyle>
      <a:lvl1pPr marL="469900" indent="-469900" algn="l" rtl="0" eaLnBrk="0" fontAlgn="base" hangingPunct="0">
        <a:lnSpc>
          <a:spcPct val="120000"/>
        </a:lnSpc>
        <a:spcBef>
          <a:spcPct val="40000"/>
        </a:spcBef>
        <a:spcAft>
          <a:spcPct val="0"/>
        </a:spcAft>
        <a:buClr>
          <a:schemeClr val="accent2"/>
        </a:buClr>
        <a:buFont typeface="Wingdings" panose="05000000000000000000" pitchFamily="2" charset="2"/>
        <a:buChar char="o"/>
        <a:defRPr sz="28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folHlink"/>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kern="1200">
          <a:solidFill>
            <a:srgbClr val="009900"/>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rgbClr val="0099CC"/>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kern="1200">
          <a:solidFill>
            <a:srgbClr val="99CC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oleObject" Target="../embeddings/oleObject1.bin"/><Relationship Id="rId7" Type="http://schemas.openxmlformats.org/officeDocument/2006/relationships/image" Target="../media/image18.wmf"/><Relationship Id="rId12" Type="http://schemas.openxmlformats.org/officeDocument/2006/relationships/oleObject" Target="../embeddings/oleObject6.bin"/><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oleObject" Target="../embeddings/oleObject3.bin"/><Relationship Id="rId11" Type="http://schemas.openxmlformats.org/officeDocument/2006/relationships/image" Target="../media/image20.wmf"/><Relationship Id="rId5" Type="http://schemas.openxmlformats.org/officeDocument/2006/relationships/oleObject" Target="../embeddings/oleObject2.bin"/><Relationship Id="rId10" Type="http://schemas.openxmlformats.org/officeDocument/2006/relationships/oleObject" Target="../embeddings/oleObject5.bin"/><Relationship Id="rId4" Type="http://schemas.openxmlformats.org/officeDocument/2006/relationships/image" Target="../media/image17.wmf"/><Relationship Id="rId9" Type="http://schemas.openxmlformats.org/officeDocument/2006/relationships/image" Target="../media/image19.w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a:extLst>
              <a:ext uri="{FF2B5EF4-FFF2-40B4-BE49-F238E27FC236}">
                <a16:creationId xmlns:a16="http://schemas.microsoft.com/office/drawing/2014/main" id="{6C041098-1F89-4EE8-9307-C82A5DD650B8}"/>
              </a:ext>
            </a:extLst>
          </p:cNvPr>
          <p:cNvSpPr>
            <a:spLocks noGrp="1" noChangeArrowheads="1"/>
          </p:cNvSpPr>
          <p:nvPr>
            <p:ph type="ctrTitle"/>
          </p:nvPr>
        </p:nvSpPr>
        <p:spPr>
          <a:xfrm>
            <a:off x="1156996" y="1558211"/>
            <a:ext cx="10021078" cy="895739"/>
          </a:xfrm>
          <a:noFill/>
        </p:spPr>
        <p:txBody>
          <a:bodyPr/>
          <a:lstStyle/>
          <a:p>
            <a:pPr algn="ctr" eaLnBrk="1" hangingPunct="1"/>
            <a:r>
              <a:rPr lang="zh-CN" altLang="en-US" sz="5300" dirty="0">
                <a:solidFill>
                  <a:schemeClr val="tx1"/>
                </a:solidFill>
                <a:latin typeface="Times New Roman" panose="02020603050405020304" pitchFamily="18" charset="0"/>
                <a:ea typeface="黑体" panose="02010609060101010101" pitchFamily="49" charset="-122"/>
              </a:rPr>
              <a:t>第 </a:t>
            </a:r>
            <a:r>
              <a:rPr lang="en-US" altLang="zh-CN" sz="5300" dirty="0">
                <a:solidFill>
                  <a:schemeClr val="tx1"/>
                </a:solidFill>
                <a:latin typeface="Times New Roman" panose="02020603050405020304" pitchFamily="18" charset="0"/>
                <a:ea typeface="黑体" panose="02010609060101010101" pitchFamily="49" charset="-122"/>
              </a:rPr>
              <a:t>11 </a:t>
            </a:r>
            <a:r>
              <a:rPr lang="zh-CN" altLang="en-US" sz="5300" dirty="0">
                <a:solidFill>
                  <a:schemeClr val="tx1"/>
                </a:solidFill>
                <a:latin typeface="Times New Roman" panose="02020603050405020304" pitchFamily="18" charset="0"/>
                <a:ea typeface="黑体" panose="02010609060101010101" pitchFamily="49" charset="-122"/>
              </a:rPr>
              <a:t>章   智能体与多智能体系统</a:t>
            </a:r>
          </a:p>
        </p:txBody>
      </p:sp>
      <p:sp>
        <p:nvSpPr>
          <p:cNvPr id="608259" name="Rectangle 3">
            <a:extLst>
              <a:ext uri="{FF2B5EF4-FFF2-40B4-BE49-F238E27FC236}">
                <a16:creationId xmlns:a16="http://schemas.microsoft.com/office/drawing/2014/main" id="{3137C8F6-A20E-4673-BB09-323CCC3D9672}"/>
              </a:ext>
            </a:extLst>
          </p:cNvPr>
          <p:cNvSpPr>
            <a:spLocks noGrp="1" noChangeArrowheads="1"/>
          </p:cNvSpPr>
          <p:nvPr>
            <p:ph type="subTitle" idx="1"/>
          </p:nvPr>
        </p:nvSpPr>
        <p:spPr>
          <a:xfrm>
            <a:off x="2124269" y="3900391"/>
            <a:ext cx="8624596" cy="2379112"/>
          </a:xfrm>
          <a:noFill/>
        </p:spPr>
        <p:txBody>
          <a:bodyPr/>
          <a:lstStyle/>
          <a:p>
            <a:pPr eaLnBrk="1" hangingPunct="1">
              <a:lnSpc>
                <a:spcPct val="110000"/>
              </a:lnSpc>
            </a:pPr>
            <a:r>
              <a:rPr lang="zh-CN" altLang="en-US" sz="3200" b="1" dirty="0">
                <a:solidFill>
                  <a:srgbClr val="0000FF"/>
                </a:solidFill>
                <a:latin typeface="Times New Roman" panose="02020603050405020304" pitchFamily="18" charset="0"/>
                <a:ea typeface="楷体_GB2312" pitchFamily="49" charset="-122"/>
              </a:rPr>
              <a:t>任课老师：董一琳</a:t>
            </a:r>
            <a:endParaRPr lang="en-US" altLang="zh-CN" sz="3200" b="1" dirty="0">
              <a:solidFill>
                <a:srgbClr val="0000FF"/>
              </a:solidFill>
              <a:latin typeface="Times New Roman" panose="02020603050405020304" pitchFamily="18" charset="0"/>
              <a:ea typeface="楷体_GB2312" pitchFamily="49" charset="-122"/>
            </a:endParaRPr>
          </a:p>
          <a:p>
            <a:pPr eaLnBrk="1" hangingPunct="1">
              <a:lnSpc>
                <a:spcPct val="110000"/>
              </a:lnSpc>
            </a:pPr>
            <a:r>
              <a:rPr lang="zh-CN" altLang="en-US" sz="3200" b="1" dirty="0">
                <a:solidFill>
                  <a:srgbClr val="0000FF"/>
                </a:solidFill>
                <a:latin typeface="Times New Roman" panose="02020603050405020304" pitchFamily="18" charset="0"/>
                <a:ea typeface="楷体_GB2312" pitchFamily="49" charset="-122"/>
              </a:rPr>
              <a:t>答疑地点：信工</a:t>
            </a:r>
            <a:r>
              <a:rPr lang="en-US" altLang="zh-CN" sz="3200" b="1" dirty="0">
                <a:solidFill>
                  <a:srgbClr val="0000FF"/>
                </a:solidFill>
                <a:latin typeface="Times New Roman" panose="02020603050405020304" pitchFamily="18" charset="0"/>
                <a:ea typeface="楷体_GB2312" pitchFamily="49" charset="-122"/>
              </a:rPr>
              <a:t>405</a:t>
            </a:r>
          </a:p>
          <a:p>
            <a:pPr eaLnBrk="1" hangingPunct="1">
              <a:lnSpc>
                <a:spcPct val="110000"/>
              </a:lnSpc>
            </a:pPr>
            <a:r>
              <a:rPr lang="zh-CN" altLang="en-US" sz="3200" b="1" dirty="0">
                <a:solidFill>
                  <a:srgbClr val="0000FF"/>
                </a:solidFill>
                <a:latin typeface="Times New Roman" panose="02020603050405020304" pitchFamily="18" charset="0"/>
                <a:ea typeface="楷体_GB2312" pitchFamily="49" charset="-122"/>
              </a:rPr>
              <a:t>教材：王万良</a:t>
            </a:r>
            <a:r>
              <a:rPr lang="en-US" altLang="zh-CN" sz="3200" b="1" dirty="0">
                <a:solidFill>
                  <a:srgbClr val="0000FF"/>
                </a:solidFill>
                <a:latin typeface="Times New Roman" panose="02020603050405020304" pitchFamily="18" charset="0"/>
                <a:ea typeface="楷体_GB2312" pitchFamily="49" charset="-122"/>
              </a:rPr>
              <a:t>《</a:t>
            </a:r>
            <a:r>
              <a:rPr lang="zh-CN" altLang="en-US" sz="3200" b="1" dirty="0">
                <a:solidFill>
                  <a:srgbClr val="0000FF"/>
                </a:solidFill>
                <a:latin typeface="Times New Roman" panose="02020603050405020304" pitchFamily="18" charset="0"/>
                <a:ea typeface="楷体_GB2312" pitchFamily="49" charset="-122"/>
              </a:rPr>
              <a:t>人工智能导论</a:t>
            </a:r>
            <a:r>
              <a:rPr lang="en-US" altLang="zh-CN" sz="3200" b="1" dirty="0">
                <a:solidFill>
                  <a:srgbClr val="0000FF"/>
                </a:solidFill>
                <a:latin typeface="Times New Roman" panose="02020603050405020304" pitchFamily="18" charset="0"/>
                <a:ea typeface="楷体_GB2312" pitchFamily="49" charset="-122"/>
              </a:rPr>
              <a:t>》</a:t>
            </a:r>
            <a:r>
              <a:rPr lang="zh-CN" altLang="en-US" sz="3200" b="1" dirty="0">
                <a:solidFill>
                  <a:srgbClr val="0000FF"/>
                </a:solidFill>
                <a:latin typeface="Times New Roman" panose="02020603050405020304" pitchFamily="18" charset="0"/>
                <a:ea typeface="楷体_GB2312" pitchFamily="49" charset="-122"/>
              </a:rPr>
              <a:t>（第</a:t>
            </a:r>
            <a:r>
              <a:rPr lang="en-US" altLang="zh-CN" sz="3200" b="1" dirty="0">
                <a:solidFill>
                  <a:srgbClr val="0000FF"/>
                </a:solidFill>
                <a:latin typeface="Times New Roman" panose="02020603050405020304" pitchFamily="18" charset="0"/>
                <a:ea typeface="楷体_GB2312" pitchFamily="49" charset="-122"/>
              </a:rPr>
              <a:t>3</a:t>
            </a:r>
            <a:r>
              <a:rPr lang="zh-CN" altLang="en-US" sz="3200" b="1" dirty="0">
                <a:solidFill>
                  <a:srgbClr val="0000FF"/>
                </a:solidFill>
                <a:latin typeface="Times New Roman" panose="02020603050405020304" pitchFamily="18" charset="0"/>
                <a:ea typeface="楷体_GB2312" pitchFamily="49" charset="-122"/>
              </a:rPr>
              <a:t>版）</a:t>
            </a:r>
          </a:p>
          <a:p>
            <a:pPr eaLnBrk="1" hangingPunct="1">
              <a:lnSpc>
                <a:spcPct val="110000"/>
              </a:lnSpc>
            </a:pPr>
            <a:r>
              <a:rPr lang="zh-CN" altLang="en-US" sz="3200" b="1" dirty="0">
                <a:solidFill>
                  <a:srgbClr val="0000FF"/>
                </a:solidFill>
                <a:latin typeface="Times New Roman" panose="02020603050405020304" pitchFamily="18" charset="0"/>
                <a:ea typeface="楷体_GB2312" pitchFamily="49" charset="-122"/>
              </a:rPr>
              <a:t>          </a:t>
            </a:r>
            <a:endParaRPr lang="en-US" altLang="zh-CN" sz="3200" b="1" dirty="0">
              <a:solidFill>
                <a:srgbClr val="0000FF"/>
              </a:solidFill>
              <a:latin typeface="Times New Roman" panose="02020603050405020304" pitchFamily="18" charset="0"/>
              <a:ea typeface="楷体_GB2312" pitchFamily="49" charset="-122"/>
            </a:endParaRP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a:extLst>
              <a:ext uri="{FF2B5EF4-FFF2-40B4-BE49-F238E27FC236}">
                <a16:creationId xmlns:a16="http://schemas.microsoft.com/office/drawing/2014/main" id="{26A53F7D-220D-49FC-9D1C-6FA4C60625AC}"/>
              </a:ext>
            </a:extLst>
          </p:cNvPr>
          <p:cNvSpPr>
            <a:spLocks noGrp="1"/>
          </p:cNvSpPr>
          <p:nvPr>
            <p:ph type="sldNum" sz="quarter" idx="10"/>
          </p:nvPr>
        </p:nvSpPr>
        <p:spPr/>
        <p:txBody>
          <a:bodyPr/>
          <a:lstStyle/>
          <a:p>
            <a:pPr fontAlgn="base">
              <a:spcBef>
                <a:spcPct val="0"/>
              </a:spcBef>
              <a:spcAft>
                <a:spcPct val="0"/>
              </a:spcAft>
              <a:defRPr/>
            </a:pPr>
            <a:fld id="{29EDC8CB-1E6E-4E95-B8A1-3E09EF4F2C3B}" type="slidenum">
              <a:rPr lang="ja-JP" altLang="en-US">
                <a:latin typeface="Arial"/>
              </a:rPr>
              <a:pPr fontAlgn="base">
                <a:spcBef>
                  <a:spcPct val="0"/>
                </a:spcBef>
                <a:spcAft>
                  <a:spcPct val="0"/>
                </a:spcAft>
                <a:defRPr/>
              </a:pPr>
              <a:t>2</a:t>
            </a:fld>
            <a:endParaRPr lang="en-US" altLang="ja-JP">
              <a:latin typeface="Arial"/>
            </a:endParaRPr>
          </a:p>
        </p:txBody>
      </p:sp>
      <p:sp>
        <p:nvSpPr>
          <p:cNvPr id="609283" name="Rectangle 2">
            <a:extLst>
              <a:ext uri="{FF2B5EF4-FFF2-40B4-BE49-F238E27FC236}">
                <a16:creationId xmlns:a16="http://schemas.microsoft.com/office/drawing/2014/main" id="{E2CC5540-BD20-4EE8-8CDA-44504D97C42C}"/>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4200" dirty="0">
                <a:solidFill>
                  <a:srgbClr val="FFFFFF"/>
                </a:solidFill>
                <a:latin typeface="Times New Roman" panose="02020603050405020304" pitchFamily="18" charset="0"/>
                <a:ea typeface="黑体" panose="02010609060101010101" pitchFamily="49" charset="-122"/>
              </a:rPr>
              <a:t>第</a:t>
            </a:r>
            <a:r>
              <a:rPr lang="en-US" altLang="zh-CN" sz="4200" dirty="0">
                <a:solidFill>
                  <a:srgbClr val="FFFFFF"/>
                </a:solidFill>
                <a:latin typeface="Times New Roman" panose="02020603050405020304" pitchFamily="18" charset="0"/>
                <a:ea typeface="黑体" panose="02010609060101010101" pitchFamily="49" charset="-122"/>
              </a:rPr>
              <a:t>11</a:t>
            </a:r>
            <a:r>
              <a:rPr lang="zh-CN" altLang="en-US" sz="4200" dirty="0">
                <a:solidFill>
                  <a:srgbClr val="FFFFFF"/>
                </a:solidFill>
                <a:latin typeface="Times New Roman" panose="02020603050405020304" pitchFamily="18" charset="0"/>
                <a:ea typeface="黑体" panose="02010609060101010101" pitchFamily="49" charset="-122"/>
              </a:rPr>
              <a:t>章  智能体与多智能体系统</a:t>
            </a:r>
          </a:p>
        </p:txBody>
      </p:sp>
      <p:sp>
        <p:nvSpPr>
          <p:cNvPr id="766979" name="Rectangle 3">
            <a:extLst>
              <a:ext uri="{FF2B5EF4-FFF2-40B4-BE49-F238E27FC236}">
                <a16:creationId xmlns:a16="http://schemas.microsoft.com/office/drawing/2014/main" id="{A7F10B90-E68C-463F-87E8-1C1BB8205641}"/>
              </a:ext>
            </a:extLst>
          </p:cNvPr>
          <p:cNvSpPr>
            <a:spLocks noChangeArrowheads="1"/>
          </p:cNvSpPr>
          <p:nvPr/>
        </p:nvSpPr>
        <p:spPr bwMode="auto">
          <a:xfrm>
            <a:off x="506963" y="1360489"/>
            <a:ext cx="11178073" cy="4047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lnSpc>
                <a:spcPct val="130000"/>
              </a:lnSpc>
              <a:spcAft>
                <a:spcPct val="0"/>
              </a:spcAft>
              <a:buClr>
                <a:srgbClr val="CC0000"/>
              </a:buClr>
            </a:pPr>
            <a:r>
              <a:rPr lang="zh-CN" altLang="en-US" b="1" dirty="0">
                <a:solidFill>
                  <a:srgbClr val="000000"/>
                </a:solidFill>
              </a:rPr>
              <a:t>随着计算机网络和信息技术的发展，智能体技术得到广泛应用。多智能不仅具备自身的问题求解能力和行为目标，而且能够相互协作，来达到共同的整体目标。因此，能够解决现实中广泛存在的复杂的大规模问题。</a:t>
            </a:r>
          </a:p>
          <a:p>
            <a:pPr fontAlgn="base">
              <a:lnSpc>
                <a:spcPct val="130000"/>
              </a:lnSpc>
              <a:spcAft>
                <a:spcPct val="0"/>
              </a:spcAft>
              <a:buClr>
                <a:srgbClr val="CC0000"/>
              </a:buClr>
            </a:pPr>
            <a:r>
              <a:rPr lang="zh-CN" altLang="en-US" b="1" dirty="0">
                <a:solidFill>
                  <a:srgbClr val="000000"/>
                </a:solidFill>
              </a:rPr>
              <a:t>本章在介绍智能体与多智能体系统概念的基础上，简要介绍多智能体系统中的通信、协作、协调等基本技术。</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66979">
                                            <p:txEl>
                                              <p:pRg st="0" end="0"/>
                                            </p:txEl>
                                          </p:spTgt>
                                        </p:tgtEl>
                                        <p:attrNameLst>
                                          <p:attrName>style.visibility</p:attrName>
                                        </p:attrNameLst>
                                      </p:cBhvr>
                                      <p:to>
                                        <p:strVal val="visible"/>
                                      </p:to>
                                    </p:set>
                                    <p:anim calcmode="lin" valueType="num">
                                      <p:cBhvr additive="base">
                                        <p:cTn id="7" dur="500" fill="hold"/>
                                        <p:tgtEl>
                                          <p:spTgt spid="7669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66979">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766979">
                                            <p:txEl>
                                              <p:pRg st="1" end="1"/>
                                            </p:txEl>
                                          </p:spTgt>
                                        </p:tgtEl>
                                        <p:attrNameLst>
                                          <p:attrName>style.visibility</p:attrName>
                                        </p:attrNameLst>
                                      </p:cBhvr>
                                      <p:to>
                                        <p:strVal val="visible"/>
                                      </p:to>
                                    </p:set>
                                    <p:anim calcmode="lin" valueType="num">
                                      <p:cBhvr additive="base">
                                        <p:cTn id="12" dur="500" fill="hold"/>
                                        <p:tgtEl>
                                          <p:spTgt spid="766979">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76697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6979" grpId="0" build="p" autoUpdateAnimBg="0" advAuto="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29C7BD6-CDAC-4147-BEC7-63658622F20D}"/>
              </a:ext>
            </a:extLst>
          </p:cNvPr>
          <p:cNvSpPr>
            <a:spLocks noGrp="1"/>
          </p:cNvSpPr>
          <p:nvPr>
            <p:ph type="sldNum" sz="quarter" idx="10"/>
          </p:nvPr>
        </p:nvSpPr>
        <p:spPr/>
        <p:txBody>
          <a:bodyPr/>
          <a:lstStyle/>
          <a:p>
            <a:pPr fontAlgn="base">
              <a:spcBef>
                <a:spcPct val="0"/>
              </a:spcBef>
              <a:spcAft>
                <a:spcPct val="0"/>
              </a:spcAft>
              <a:defRPr/>
            </a:pPr>
            <a:fld id="{B2FFC0C6-1762-4097-BA1A-A011A160CAED}" type="slidenum">
              <a:rPr lang="ja-JP" altLang="en-US">
                <a:latin typeface="Arial"/>
              </a:rPr>
              <a:pPr fontAlgn="base">
                <a:spcBef>
                  <a:spcPct val="0"/>
                </a:spcBef>
                <a:spcAft>
                  <a:spcPct val="0"/>
                </a:spcAft>
                <a:defRPr/>
              </a:pPr>
              <a:t>3</a:t>
            </a:fld>
            <a:endParaRPr lang="en-US" altLang="ja-JP">
              <a:latin typeface="Arial"/>
            </a:endParaRPr>
          </a:p>
        </p:txBody>
      </p:sp>
      <p:sp>
        <p:nvSpPr>
          <p:cNvPr id="610307" name="Rectangle 2">
            <a:extLst>
              <a:ext uri="{FF2B5EF4-FFF2-40B4-BE49-F238E27FC236}">
                <a16:creationId xmlns:a16="http://schemas.microsoft.com/office/drawing/2014/main" id="{E1AD0558-46E5-4F82-8FB1-6CD4272E31AE}"/>
              </a:ext>
            </a:extLst>
          </p:cNvPr>
          <p:cNvSpPr>
            <a:spLocks noGrp="1" noChangeArrowheads="1"/>
          </p:cNvSpPr>
          <p:nvPr>
            <p:ph type="title"/>
          </p:nvPr>
        </p:nvSpPr>
        <p:spPr/>
        <p:txBody>
          <a:bodyPr/>
          <a:lstStyle/>
          <a:p>
            <a:pPr eaLnBrk="1" hangingPunct="1"/>
            <a:r>
              <a:rPr lang="zh-CN" altLang="en-US" sz="4200" b="0" dirty="0">
                <a:latin typeface="Times New Roman" panose="02020603050405020304" pitchFamily="18" charset="0"/>
                <a:ea typeface="黑体" panose="02010609060101010101" pitchFamily="49" charset="-122"/>
              </a:rPr>
              <a:t>第</a:t>
            </a:r>
            <a:r>
              <a:rPr lang="en-US" altLang="zh-CN" sz="4200" b="0" dirty="0">
                <a:latin typeface="Times New Roman" panose="02020603050405020304" pitchFamily="18" charset="0"/>
                <a:ea typeface="黑体" panose="02010609060101010101" pitchFamily="49" charset="-122"/>
              </a:rPr>
              <a:t>11</a:t>
            </a:r>
            <a:r>
              <a:rPr lang="zh-CN" altLang="en-US" sz="4200" b="0" dirty="0">
                <a:latin typeface="Times New Roman" panose="02020603050405020304" pitchFamily="18" charset="0"/>
                <a:ea typeface="黑体" panose="02010609060101010101" pitchFamily="49" charset="-122"/>
              </a:rPr>
              <a:t>章  智能体与多智能体系统</a:t>
            </a:r>
          </a:p>
        </p:txBody>
      </p:sp>
      <p:sp>
        <p:nvSpPr>
          <p:cNvPr id="768003" name="Rectangle 3">
            <a:extLst>
              <a:ext uri="{FF2B5EF4-FFF2-40B4-BE49-F238E27FC236}">
                <a16:creationId xmlns:a16="http://schemas.microsoft.com/office/drawing/2014/main" id="{2D92A3B1-FC06-4AE4-9489-5E9CF0FD31BE}"/>
              </a:ext>
            </a:extLst>
          </p:cNvPr>
          <p:cNvSpPr>
            <a:spLocks noGrp="1" noChangeArrowheads="1"/>
          </p:cNvSpPr>
          <p:nvPr>
            <p:ph type="body" idx="1"/>
          </p:nvPr>
        </p:nvSpPr>
        <p:spPr>
          <a:xfrm>
            <a:off x="581609" y="1615882"/>
            <a:ext cx="8283575" cy="4010413"/>
          </a:xfrm>
        </p:spPr>
        <p:txBody>
          <a:bodyPr/>
          <a:lstStyle/>
          <a:p>
            <a:pPr eaLnBrk="1" hangingPunct="1">
              <a:spcBef>
                <a:spcPct val="30000"/>
              </a:spcBef>
            </a:pPr>
            <a:r>
              <a:rPr lang="en-US" altLang="zh-CN" b="1" dirty="0"/>
              <a:t>11.1 </a:t>
            </a:r>
            <a:r>
              <a:rPr lang="zh-CN" altLang="en-US" b="1" dirty="0"/>
              <a:t>智能体的概念与结构</a:t>
            </a:r>
            <a:r>
              <a:rPr lang="zh-CN" altLang="en-US" b="1" dirty="0">
                <a:latin typeface="Times New Roman" panose="02020603050405020304" pitchFamily="18" charset="0"/>
              </a:rPr>
              <a:t> </a:t>
            </a:r>
          </a:p>
          <a:p>
            <a:pPr eaLnBrk="1" hangingPunct="1">
              <a:spcBef>
                <a:spcPct val="30000"/>
              </a:spcBef>
            </a:pPr>
            <a:r>
              <a:rPr lang="en-US" altLang="zh-CN" b="1" dirty="0"/>
              <a:t>11.2 </a:t>
            </a:r>
            <a:r>
              <a:rPr lang="zh-CN" altLang="en-US" b="1" dirty="0"/>
              <a:t>多智能体系统的概念与结构</a:t>
            </a:r>
            <a:r>
              <a:rPr lang="zh-CN" altLang="en-US" b="1" dirty="0">
                <a:latin typeface="Times New Roman" panose="02020603050405020304" pitchFamily="18" charset="0"/>
              </a:rPr>
              <a:t> </a:t>
            </a:r>
          </a:p>
          <a:p>
            <a:pPr eaLnBrk="1" hangingPunct="1">
              <a:spcBef>
                <a:spcPct val="30000"/>
              </a:spcBef>
            </a:pPr>
            <a:r>
              <a:rPr lang="en-US" altLang="zh-CN" b="1" dirty="0"/>
              <a:t>11.3 </a:t>
            </a:r>
            <a:r>
              <a:rPr lang="zh-CN" altLang="en-US" b="1" dirty="0"/>
              <a:t>多智能体系统的通信</a:t>
            </a:r>
            <a:endParaRPr lang="zh-CN" altLang="en-US" b="1" dirty="0">
              <a:latin typeface="Times New Roman" panose="02020603050405020304" pitchFamily="18" charset="0"/>
            </a:endParaRPr>
          </a:p>
          <a:p>
            <a:pPr eaLnBrk="1" hangingPunct="1">
              <a:spcBef>
                <a:spcPct val="30000"/>
              </a:spcBef>
            </a:pPr>
            <a:r>
              <a:rPr lang="en-US" altLang="zh-CN" b="1" dirty="0"/>
              <a:t>11.4 </a:t>
            </a:r>
            <a:r>
              <a:rPr lang="zh-CN" altLang="en-US" b="1" dirty="0"/>
              <a:t>多智能体系统的协调</a:t>
            </a:r>
            <a:endParaRPr lang="zh-CN" altLang="en-US" b="1" dirty="0">
              <a:latin typeface="Times New Roman" panose="02020603050405020304" pitchFamily="18" charset="0"/>
            </a:endParaRPr>
          </a:p>
          <a:p>
            <a:pPr eaLnBrk="1" hangingPunct="1">
              <a:spcBef>
                <a:spcPct val="30000"/>
              </a:spcBef>
            </a:pPr>
            <a:r>
              <a:rPr lang="en-US" altLang="zh-CN" b="1" dirty="0"/>
              <a:t>11.5 </a:t>
            </a:r>
            <a:r>
              <a:rPr lang="zh-CN" altLang="en-US" b="1" dirty="0"/>
              <a:t>多智能体系统的协作</a:t>
            </a:r>
            <a:endParaRPr lang="zh-CN" altLang="en-US" b="1" dirty="0">
              <a:latin typeface="Times New Roman" panose="02020603050405020304" pitchFamily="18" charset="0"/>
            </a:endParaRPr>
          </a:p>
          <a:p>
            <a:pPr eaLnBrk="1" hangingPunct="1">
              <a:spcBef>
                <a:spcPct val="30000"/>
              </a:spcBef>
            </a:pPr>
            <a:r>
              <a:rPr lang="en-US" altLang="zh-CN" b="1" dirty="0"/>
              <a:t>11.6 </a:t>
            </a:r>
            <a:r>
              <a:rPr lang="zh-CN" altLang="en-US" b="1" dirty="0"/>
              <a:t>多智能体系统的协商</a:t>
            </a:r>
            <a:endParaRPr lang="zh-CN" altLang="en-US"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68003">
                                            <p:txEl>
                                              <p:pRg st="0" end="0"/>
                                            </p:txEl>
                                          </p:spTgt>
                                        </p:tgtEl>
                                        <p:attrNameLst>
                                          <p:attrName>style.visibility</p:attrName>
                                        </p:attrNameLst>
                                      </p:cBhvr>
                                      <p:to>
                                        <p:strVal val="visible"/>
                                      </p:to>
                                    </p:set>
                                    <p:anim calcmode="lin" valueType="num">
                                      <p:cBhvr additive="base">
                                        <p:cTn id="7" dur="500" fill="hold"/>
                                        <p:tgtEl>
                                          <p:spTgt spid="7680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68003">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768003">
                                            <p:txEl>
                                              <p:pRg st="1" end="1"/>
                                            </p:txEl>
                                          </p:spTgt>
                                        </p:tgtEl>
                                        <p:attrNameLst>
                                          <p:attrName>style.visibility</p:attrName>
                                        </p:attrNameLst>
                                      </p:cBhvr>
                                      <p:to>
                                        <p:strVal val="visible"/>
                                      </p:to>
                                    </p:set>
                                    <p:anim calcmode="lin" valueType="num">
                                      <p:cBhvr additive="base">
                                        <p:cTn id="12" dur="500" fill="hold"/>
                                        <p:tgtEl>
                                          <p:spTgt spid="768003">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768003">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768003">
                                            <p:txEl>
                                              <p:pRg st="2" end="2"/>
                                            </p:txEl>
                                          </p:spTgt>
                                        </p:tgtEl>
                                        <p:attrNameLst>
                                          <p:attrName>style.visibility</p:attrName>
                                        </p:attrNameLst>
                                      </p:cBhvr>
                                      <p:to>
                                        <p:strVal val="visible"/>
                                      </p:to>
                                    </p:set>
                                    <p:anim calcmode="lin" valueType="num">
                                      <p:cBhvr additive="base">
                                        <p:cTn id="17" dur="500" fill="hold"/>
                                        <p:tgtEl>
                                          <p:spTgt spid="76800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768003">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768003">
                                            <p:txEl>
                                              <p:pRg st="3" end="3"/>
                                            </p:txEl>
                                          </p:spTgt>
                                        </p:tgtEl>
                                        <p:attrNameLst>
                                          <p:attrName>style.visibility</p:attrName>
                                        </p:attrNameLst>
                                      </p:cBhvr>
                                      <p:to>
                                        <p:strVal val="visible"/>
                                      </p:to>
                                    </p:set>
                                    <p:anim calcmode="lin" valueType="num">
                                      <p:cBhvr additive="base">
                                        <p:cTn id="22" dur="500" fill="hold"/>
                                        <p:tgtEl>
                                          <p:spTgt spid="768003">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768003">
                                            <p:txEl>
                                              <p:pRg st="3" end="3"/>
                                            </p:txEl>
                                          </p:spTgt>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768003">
                                            <p:txEl>
                                              <p:pRg st="4" end="4"/>
                                            </p:txEl>
                                          </p:spTgt>
                                        </p:tgtEl>
                                        <p:attrNameLst>
                                          <p:attrName>style.visibility</p:attrName>
                                        </p:attrNameLst>
                                      </p:cBhvr>
                                      <p:to>
                                        <p:strVal val="visible"/>
                                      </p:to>
                                    </p:set>
                                    <p:anim calcmode="lin" valueType="num">
                                      <p:cBhvr additive="base">
                                        <p:cTn id="27" dur="500" fill="hold"/>
                                        <p:tgtEl>
                                          <p:spTgt spid="768003">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768003">
                                            <p:txEl>
                                              <p:pRg st="4" end="4"/>
                                            </p:txEl>
                                          </p:spTgt>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768003">
                                            <p:txEl>
                                              <p:pRg st="5" end="5"/>
                                            </p:txEl>
                                          </p:spTgt>
                                        </p:tgtEl>
                                        <p:attrNameLst>
                                          <p:attrName>style.visibility</p:attrName>
                                        </p:attrNameLst>
                                      </p:cBhvr>
                                      <p:to>
                                        <p:strVal val="visible"/>
                                      </p:to>
                                    </p:set>
                                    <p:anim calcmode="lin" valueType="num">
                                      <p:cBhvr additive="base">
                                        <p:cTn id="32" dur="500" fill="hold"/>
                                        <p:tgtEl>
                                          <p:spTgt spid="768003">
                                            <p:txEl>
                                              <p:pRg st="5" end="5"/>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76800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03" grpId="0" build="p" autoUpdateAnimBg="0"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A15EB37-CB1B-47FD-9099-B9857AA89360}"/>
              </a:ext>
            </a:extLst>
          </p:cNvPr>
          <p:cNvSpPr>
            <a:spLocks noGrp="1"/>
          </p:cNvSpPr>
          <p:nvPr>
            <p:ph type="sldNum" sz="quarter" idx="10"/>
          </p:nvPr>
        </p:nvSpPr>
        <p:spPr/>
        <p:txBody>
          <a:bodyPr/>
          <a:lstStyle/>
          <a:p>
            <a:pPr fontAlgn="base">
              <a:spcBef>
                <a:spcPct val="0"/>
              </a:spcBef>
              <a:spcAft>
                <a:spcPct val="0"/>
              </a:spcAft>
              <a:defRPr/>
            </a:pPr>
            <a:fld id="{30E87F16-E720-4ED9-BBD9-2A3E0E902456}" type="slidenum">
              <a:rPr lang="ja-JP" altLang="en-US">
                <a:latin typeface="Arial"/>
              </a:rPr>
              <a:pPr fontAlgn="base">
                <a:spcBef>
                  <a:spcPct val="0"/>
                </a:spcBef>
                <a:spcAft>
                  <a:spcPct val="0"/>
                </a:spcAft>
                <a:defRPr/>
              </a:pPr>
              <a:t>4</a:t>
            </a:fld>
            <a:endParaRPr lang="en-US" altLang="ja-JP">
              <a:latin typeface="Arial"/>
            </a:endParaRPr>
          </a:p>
        </p:txBody>
      </p:sp>
      <p:sp>
        <p:nvSpPr>
          <p:cNvPr id="769026" name="Rectangle 2">
            <a:extLst>
              <a:ext uri="{FF2B5EF4-FFF2-40B4-BE49-F238E27FC236}">
                <a16:creationId xmlns:a16="http://schemas.microsoft.com/office/drawing/2014/main" id="{D3E2F8FB-7FEC-4CF7-B7C4-1F1803B9DC20}"/>
              </a:ext>
            </a:extLst>
          </p:cNvPr>
          <p:cNvSpPr>
            <a:spLocks noChangeArrowheads="1"/>
          </p:cNvSpPr>
          <p:nvPr/>
        </p:nvSpPr>
        <p:spPr bwMode="auto">
          <a:xfrm>
            <a:off x="469642" y="1559898"/>
            <a:ext cx="8283575" cy="4122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Bef>
                <a:spcPct val="30000"/>
              </a:spcBef>
              <a:spcAft>
                <a:spcPct val="0"/>
              </a:spcAft>
              <a:buClr>
                <a:srgbClr val="0000FF"/>
              </a:buClr>
              <a:buSzPct val="150000"/>
              <a:buFont typeface="Wingdings" panose="05000000000000000000" pitchFamily="2" charset="2"/>
              <a:buChar char="ü"/>
            </a:pPr>
            <a:r>
              <a:rPr lang="en-US" altLang="zh-CN" b="1" dirty="0">
                <a:solidFill>
                  <a:srgbClr val="0000FF"/>
                </a:solidFill>
                <a:latin typeface="Times New Roman" panose="02020603050405020304" pitchFamily="18" charset="0"/>
              </a:rPr>
              <a:t>11.1  </a:t>
            </a:r>
            <a:r>
              <a:rPr lang="zh-CN" altLang="en-US" b="1" dirty="0">
                <a:solidFill>
                  <a:srgbClr val="0000FF"/>
                </a:solidFill>
                <a:latin typeface="Times New Roman" panose="02020603050405020304" pitchFamily="18" charset="0"/>
              </a:rPr>
              <a:t>智能体的概念与结构  </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11.2 </a:t>
            </a:r>
            <a:r>
              <a:rPr lang="zh-CN" altLang="en-US" b="1" dirty="0">
                <a:solidFill>
                  <a:srgbClr val="000000"/>
                </a:solidFill>
                <a:latin typeface="Times New Roman" panose="02020603050405020304" pitchFamily="18" charset="0"/>
              </a:rPr>
              <a:t>多智能体系统的概念与结构</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11.3 </a:t>
            </a:r>
            <a:r>
              <a:rPr lang="zh-CN" altLang="en-US" b="1" dirty="0">
                <a:solidFill>
                  <a:srgbClr val="000000"/>
                </a:solidFill>
                <a:latin typeface="Times New Roman" panose="02020603050405020304" pitchFamily="18" charset="0"/>
              </a:rPr>
              <a:t>多智能体系统的通信</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11.4 </a:t>
            </a:r>
            <a:r>
              <a:rPr lang="zh-CN" altLang="en-US" b="1" dirty="0">
                <a:solidFill>
                  <a:srgbClr val="000000"/>
                </a:solidFill>
                <a:latin typeface="Times New Roman" panose="02020603050405020304" pitchFamily="18" charset="0"/>
              </a:rPr>
              <a:t>多智能体系统的协调</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11.5 </a:t>
            </a:r>
            <a:r>
              <a:rPr lang="zh-CN" altLang="en-US" b="1" dirty="0">
                <a:solidFill>
                  <a:srgbClr val="000000"/>
                </a:solidFill>
                <a:latin typeface="Times New Roman" panose="02020603050405020304" pitchFamily="18" charset="0"/>
              </a:rPr>
              <a:t>多智能体系统的协作</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11.6 </a:t>
            </a:r>
            <a:r>
              <a:rPr lang="zh-CN" altLang="en-US" b="1" dirty="0">
                <a:solidFill>
                  <a:srgbClr val="000000"/>
                </a:solidFill>
                <a:latin typeface="Times New Roman" panose="02020603050405020304" pitchFamily="18" charset="0"/>
              </a:rPr>
              <a:t>多智能体系统的协商</a:t>
            </a:r>
          </a:p>
          <a:p>
            <a:pPr fontAlgn="base">
              <a:spcBef>
                <a:spcPct val="30000"/>
              </a:spcBef>
              <a:spcAft>
                <a:spcPct val="0"/>
              </a:spcAft>
              <a:buClrTx/>
              <a:buNone/>
            </a:pPr>
            <a:endParaRPr lang="en-US" altLang="zh-CN" b="1" dirty="0">
              <a:solidFill>
                <a:srgbClr val="000000"/>
              </a:solidFill>
              <a:latin typeface="Times New Roman" panose="02020603050405020304" pitchFamily="18" charset="0"/>
            </a:endParaRPr>
          </a:p>
        </p:txBody>
      </p:sp>
      <p:sp>
        <p:nvSpPr>
          <p:cNvPr id="611332" name="Rectangle 3">
            <a:extLst>
              <a:ext uri="{FF2B5EF4-FFF2-40B4-BE49-F238E27FC236}">
                <a16:creationId xmlns:a16="http://schemas.microsoft.com/office/drawing/2014/main" id="{8542EEE4-95A8-42F4-A5FE-3D0BE88D9455}"/>
              </a:ext>
            </a:extLst>
          </p:cNvPr>
          <p:cNvSpPr>
            <a:spLocks noGrp="1" noChangeArrowheads="1"/>
          </p:cNvSpPr>
          <p:nvPr>
            <p:ph type="title"/>
          </p:nvPr>
        </p:nvSpPr>
        <p:spPr/>
        <p:txBody>
          <a:bodyPr/>
          <a:lstStyle/>
          <a:p>
            <a:pPr eaLnBrk="1" hangingPunct="1"/>
            <a:r>
              <a:rPr lang="zh-CN" altLang="en-US" sz="4200" b="0" dirty="0">
                <a:latin typeface="Times New Roman" panose="02020603050405020304" pitchFamily="18" charset="0"/>
                <a:ea typeface="黑体" panose="02010609060101010101" pitchFamily="49" charset="-122"/>
              </a:rPr>
              <a:t>第</a:t>
            </a:r>
            <a:r>
              <a:rPr lang="en-US" altLang="zh-CN" sz="4200" b="0" dirty="0">
                <a:latin typeface="Times New Roman" panose="02020603050405020304" pitchFamily="18" charset="0"/>
                <a:ea typeface="黑体" panose="02010609060101010101" pitchFamily="49" charset="-122"/>
              </a:rPr>
              <a:t>11</a:t>
            </a:r>
            <a:r>
              <a:rPr lang="zh-CN" altLang="en-US" sz="4200" b="0" dirty="0">
                <a:latin typeface="Times New Roman" panose="02020603050405020304" pitchFamily="18" charset="0"/>
                <a:ea typeface="黑体" panose="02010609060101010101" pitchFamily="49" charset="-122"/>
              </a:rPr>
              <a:t>章  智能体与多智能体系统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69026">
                                            <p:txEl>
                                              <p:pRg st="0" end="0"/>
                                            </p:txEl>
                                          </p:spTgt>
                                        </p:tgtEl>
                                        <p:attrNameLst>
                                          <p:attrName>style.visibility</p:attrName>
                                        </p:attrNameLst>
                                      </p:cBhvr>
                                      <p:to>
                                        <p:strVal val="visible"/>
                                      </p:to>
                                    </p:set>
                                    <p:anim calcmode="lin" valueType="num">
                                      <p:cBhvr additive="base">
                                        <p:cTn id="7" dur="500" fill="hold"/>
                                        <p:tgtEl>
                                          <p:spTgt spid="76902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6902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9026" grpId="0" build="p" autoUpdateAnimBg="0"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3">
            <a:extLst>
              <a:ext uri="{FF2B5EF4-FFF2-40B4-BE49-F238E27FC236}">
                <a16:creationId xmlns:a16="http://schemas.microsoft.com/office/drawing/2014/main" id="{B7294815-DA5A-4732-8B53-A26C1212383C}"/>
              </a:ext>
            </a:extLst>
          </p:cNvPr>
          <p:cNvSpPr>
            <a:spLocks noGrp="1"/>
          </p:cNvSpPr>
          <p:nvPr>
            <p:ph type="sldNum" sz="quarter" idx="10"/>
          </p:nvPr>
        </p:nvSpPr>
        <p:spPr/>
        <p:txBody>
          <a:bodyPr/>
          <a:lstStyle/>
          <a:p>
            <a:pPr fontAlgn="base">
              <a:spcBef>
                <a:spcPct val="0"/>
              </a:spcBef>
              <a:spcAft>
                <a:spcPct val="0"/>
              </a:spcAft>
              <a:defRPr/>
            </a:pPr>
            <a:fld id="{6C2731F5-5341-4B4C-B902-805F2946C8CF}" type="slidenum">
              <a:rPr lang="ja-JP" altLang="en-US">
                <a:latin typeface="Arial"/>
              </a:rPr>
              <a:pPr fontAlgn="base">
                <a:spcBef>
                  <a:spcPct val="0"/>
                </a:spcBef>
                <a:spcAft>
                  <a:spcPct val="0"/>
                </a:spcAft>
                <a:defRPr/>
              </a:pPr>
              <a:t>5</a:t>
            </a:fld>
            <a:endParaRPr lang="en-US" altLang="ja-JP">
              <a:latin typeface="Arial"/>
            </a:endParaRPr>
          </a:p>
        </p:txBody>
      </p:sp>
      <p:sp>
        <p:nvSpPr>
          <p:cNvPr id="612355" name="Rectangle 2">
            <a:extLst>
              <a:ext uri="{FF2B5EF4-FFF2-40B4-BE49-F238E27FC236}">
                <a16:creationId xmlns:a16="http://schemas.microsoft.com/office/drawing/2014/main" id="{B080B497-46D7-4957-A95E-E3A1FB423AAA}"/>
              </a:ext>
            </a:extLst>
          </p:cNvPr>
          <p:cNvSpPr>
            <a:spLocks noGrp="1" noChangeArrowheads="1"/>
          </p:cNvSpPr>
          <p:nvPr>
            <p:ph type="title"/>
          </p:nvPr>
        </p:nvSpPr>
        <p:spPr/>
        <p:txBody>
          <a:bodyPr/>
          <a:lstStyle/>
          <a:p>
            <a:pPr eaLnBrk="1" hangingPunct="1"/>
            <a:r>
              <a:rPr lang="en-US" altLang="zh-CN" sz="4200" b="0" dirty="0">
                <a:latin typeface="Times New Roman" panose="02020603050405020304" pitchFamily="18" charset="0"/>
                <a:ea typeface="黑体" panose="02010609060101010101" pitchFamily="49" charset="-122"/>
              </a:rPr>
              <a:t>11.1 </a:t>
            </a:r>
            <a:r>
              <a:rPr lang="zh-CN" altLang="en-US" sz="4200" b="0" dirty="0">
                <a:latin typeface="Times New Roman" panose="02020603050405020304" pitchFamily="18" charset="0"/>
                <a:ea typeface="黑体" panose="02010609060101010101" pitchFamily="49" charset="-122"/>
              </a:rPr>
              <a:t>智能体的概念与结构</a:t>
            </a:r>
            <a:r>
              <a:rPr lang="zh-CN" altLang="en-US" dirty="0"/>
              <a:t> </a:t>
            </a:r>
          </a:p>
        </p:txBody>
      </p:sp>
      <p:sp>
        <p:nvSpPr>
          <p:cNvPr id="612356" name="Rectangle 3">
            <a:extLst>
              <a:ext uri="{FF2B5EF4-FFF2-40B4-BE49-F238E27FC236}">
                <a16:creationId xmlns:a16="http://schemas.microsoft.com/office/drawing/2014/main" id="{8A2E076E-1CDE-44B0-A1AE-44176BDAF05B}"/>
              </a:ext>
            </a:extLst>
          </p:cNvPr>
          <p:cNvSpPr>
            <a:spLocks noGrp="1" noChangeArrowheads="1"/>
          </p:cNvSpPr>
          <p:nvPr>
            <p:ph type="body" idx="1"/>
          </p:nvPr>
        </p:nvSpPr>
        <p:spPr>
          <a:xfrm>
            <a:off x="244605" y="931121"/>
            <a:ext cx="8642350" cy="5400675"/>
          </a:xfrm>
        </p:spPr>
        <p:txBody>
          <a:bodyPr/>
          <a:lstStyle/>
          <a:p>
            <a:pPr eaLnBrk="1" hangingPunct="1">
              <a:lnSpc>
                <a:spcPct val="140000"/>
              </a:lnSpc>
              <a:buSzPct val="60000"/>
              <a:buFontTx/>
              <a:buBlip>
                <a:blip r:embed="rId3"/>
              </a:buBlip>
            </a:pPr>
            <a:r>
              <a:rPr lang="en-US" altLang="zh-CN" b="1" dirty="0">
                <a:solidFill>
                  <a:srgbClr val="000000"/>
                </a:solidFill>
                <a:latin typeface="Times New Roman" panose="02020603050405020304" pitchFamily="18" charset="0"/>
              </a:rPr>
              <a:t>11.1.1 </a:t>
            </a:r>
            <a:r>
              <a:rPr lang="zh-CN" altLang="en-US" b="1" dirty="0">
                <a:solidFill>
                  <a:srgbClr val="000000"/>
                </a:solidFill>
                <a:latin typeface="Times New Roman" panose="02020603050405020304" pitchFamily="18" charset="0"/>
              </a:rPr>
              <a:t>智能体的概念</a:t>
            </a:r>
            <a:r>
              <a:rPr lang="zh-CN" altLang="en-US" dirty="0">
                <a:latin typeface="Times New Roman" panose="02020603050405020304" pitchFamily="18" charset="0"/>
              </a:rPr>
              <a:t> </a:t>
            </a:r>
          </a:p>
        </p:txBody>
      </p:sp>
      <p:sp>
        <p:nvSpPr>
          <p:cNvPr id="770052" name="Text Box 4">
            <a:extLst>
              <a:ext uri="{FF2B5EF4-FFF2-40B4-BE49-F238E27FC236}">
                <a16:creationId xmlns:a16="http://schemas.microsoft.com/office/drawing/2014/main" id="{A2A0DA41-38BD-4F06-A761-DC7A4B5DAF4C}"/>
              </a:ext>
            </a:extLst>
          </p:cNvPr>
          <p:cNvSpPr txBox="1">
            <a:spLocks noChangeArrowheads="1"/>
          </p:cNvSpPr>
          <p:nvPr/>
        </p:nvSpPr>
        <p:spPr bwMode="auto">
          <a:xfrm>
            <a:off x="1774825" y="1721696"/>
            <a:ext cx="8686800" cy="1416050"/>
          </a:xfrm>
          <a:prstGeom prst="rect">
            <a:avLst/>
          </a:prstGeom>
          <a:gradFill rotWithShape="1">
            <a:gsLst>
              <a:gs pos="0">
                <a:srgbClr val="00FFFF"/>
              </a:gs>
              <a:gs pos="100000">
                <a:srgbClr val="FFFFFF"/>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40000"/>
              </a:spcBef>
              <a:spcAft>
                <a:spcPct val="0"/>
              </a:spcAft>
              <a:buClr>
                <a:srgbClr val="CC0000"/>
              </a:buClr>
              <a:buFont typeface="Wingdings" panose="05000000000000000000" pitchFamily="2" charset="2"/>
              <a:buChar char="§"/>
            </a:pPr>
            <a:r>
              <a:rPr lang="en-US" altLang="zh-CN" sz="2400" b="1">
                <a:solidFill>
                  <a:srgbClr val="000000"/>
                </a:solidFill>
                <a:latin typeface="Times New Roman" panose="02020603050405020304" pitchFamily="18" charset="0"/>
              </a:rPr>
              <a:t> Agent</a:t>
            </a:r>
            <a:r>
              <a:rPr lang="zh-CN" altLang="en-US" sz="2400" b="1">
                <a:solidFill>
                  <a:srgbClr val="000000"/>
                </a:solidFill>
                <a:latin typeface="Times New Roman" panose="02020603050405020304" pitchFamily="18" charset="0"/>
              </a:rPr>
              <a:t>可以看做是一个程序或者一个实体，它嵌入在环境中，通过传感器</a:t>
            </a:r>
            <a:r>
              <a:rPr lang="en-US" altLang="zh-CN" sz="2400" b="1">
                <a:solidFill>
                  <a:srgbClr val="000000"/>
                </a:solidFill>
                <a:latin typeface="Times New Roman" panose="02020603050405020304" pitchFamily="18" charset="0"/>
              </a:rPr>
              <a:t>(sensors)</a:t>
            </a:r>
            <a:r>
              <a:rPr lang="zh-CN" altLang="en-US" sz="2400" b="1">
                <a:solidFill>
                  <a:srgbClr val="000000"/>
                </a:solidFill>
                <a:latin typeface="Times New Roman" panose="02020603050405020304" pitchFamily="18" charset="0"/>
              </a:rPr>
              <a:t>感知环境，通过效应器（</a:t>
            </a:r>
            <a:r>
              <a:rPr lang="en-US" altLang="zh-CN" sz="2400" b="1">
                <a:solidFill>
                  <a:srgbClr val="000000"/>
                </a:solidFill>
                <a:latin typeface="Times New Roman" panose="02020603050405020304" pitchFamily="18" charset="0"/>
              </a:rPr>
              <a:t>effectors</a:t>
            </a:r>
            <a:r>
              <a:rPr lang="zh-CN" altLang="en-US" sz="2400" b="1">
                <a:solidFill>
                  <a:srgbClr val="000000"/>
                </a:solidFill>
                <a:latin typeface="Times New Roman" panose="02020603050405020304" pitchFamily="18" charset="0"/>
              </a:rPr>
              <a:t>）自治地作用于环境并满足设计要求。</a:t>
            </a:r>
          </a:p>
        </p:txBody>
      </p:sp>
      <p:sp>
        <p:nvSpPr>
          <p:cNvPr id="770053" name="Text Box 5">
            <a:extLst>
              <a:ext uri="{FF2B5EF4-FFF2-40B4-BE49-F238E27FC236}">
                <a16:creationId xmlns:a16="http://schemas.microsoft.com/office/drawing/2014/main" id="{AD13706A-964F-4989-B2E0-E8F25B5F7D08}"/>
              </a:ext>
            </a:extLst>
          </p:cNvPr>
          <p:cNvSpPr txBox="1">
            <a:spLocks noChangeArrowheads="1"/>
          </p:cNvSpPr>
          <p:nvPr/>
        </p:nvSpPr>
        <p:spPr bwMode="auto">
          <a:xfrm>
            <a:off x="1774825" y="3398097"/>
            <a:ext cx="8686800" cy="466725"/>
          </a:xfrm>
          <a:prstGeom prst="rect">
            <a:avLst/>
          </a:prstGeom>
          <a:gradFill rotWithShape="1">
            <a:gsLst>
              <a:gs pos="0">
                <a:srgbClr val="FFFF00"/>
              </a:gs>
              <a:gs pos="100000">
                <a:srgbClr val="FFFFFF"/>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50000"/>
              </a:spcBef>
              <a:spcAft>
                <a:spcPct val="0"/>
              </a:spcAft>
              <a:buClr>
                <a:srgbClr val="CC0000"/>
              </a:buClr>
              <a:buFont typeface="Wingdings" panose="05000000000000000000" pitchFamily="2" charset="2"/>
              <a:buChar char="§"/>
            </a:pPr>
            <a:r>
              <a:rPr lang="en-US" altLang="zh-CN" sz="2400" b="1">
                <a:solidFill>
                  <a:srgbClr val="000000"/>
                </a:solidFill>
                <a:latin typeface="宋体" panose="02010600030101010101" pitchFamily="2" charset="-122"/>
              </a:rPr>
              <a:t> Agent</a:t>
            </a:r>
            <a:r>
              <a:rPr lang="zh-CN" altLang="en-US" sz="2400" b="1">
                <a:solidFill>
                  <a:srgbClr val="000000"/>
                </a:solidFill>
                <a:latin typeface="宋体" panose="02010600030101010101" pitchFamily="2" charset="-122"/>
              </a:rPr>
              <a:t>与环境的交互作用        </a:t>
            </a:r>
          </a:p>
        </p:txBody>
      </p:sp>
      <p:grpSp>
        <p:nvGrpSpPr>
          <p:cNvPr id="612359" name="Group 6">
            <a:extLst>
              <a:ext uri="{FF2B5EF4-FFF2-40B4-BE49-F238E27FC236}">
                <a16:creationId xmlns:a16="http://schemas.microsoft.com/office/drawing/2014/main" id="{36D233BA-1B1F-42A9-B11F-B01A99A6039D}"/>
              </a:ext>
            </a:extLst>
          </p:cNvPr>
          <p:cNvGrpSpPr>
            <a:grpSpLocks noChangeAspect="1"/>
          </p:cNvGrpSpPr>
          <p:nvPr/>
        </p:nvGrpSpPr>
        <p:grpSpPr bwMode="auto">
          <a:xfrm>
            <a:off x="3200400" y="3886201"/>
            <a:ext cx="6096000" cy="2551113"/>
            <a:chOff x="1800" y="4484"/>
            <a:chExt cx="5220" cy="2184"/>
          </a:xfrm>
        </p:grpSpPr>
        <p:sp>
          <p:nvSpPr>
            <p:cNvPr id="612360" name="AutoShape 7">
              <a:extLst>
                <a:ext uri="{FF2B5EF4-FFF2-40B4-BE49-F238E27FC236}">
                  <a16:creationId xmlns:a16="http://schemas.microsoft.com/office/drawing/2014/main" id="{F9360D05-A06C-4C49-9E0F-AB2425ED8E70}"/>
                </a:ext>
              </a:extLst>
            </p:cNvPr>
            <p:cNvSpPr>
              <a:spLocks noChangeAspect="1" noChangeArrowheads="1"/>
            </p:cNvSpPr>
            <p:nvPr/>
          </p:nvSpPr>
          <p:spPr bwMode="auto">
            <a:xfrm>
              <a:off x="1800" y="4484"/>
              <a:ext cx="5220" cy="2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12361" name="Oval 8">
              <a:extLst>
                <a:ext uri="{FF2B5EF4-FFF2-40B4-BE49-F238E27FC236}">
                  <a16:creationId xmlns:a16="http://schemas.microsoft.com/office/drawing/2014/main" id="{5DF850BA-EA0B-4B6E-A368-9E0D652F907D}"/>
                </a:ext>
              </a:extLst>
            </p:cNvPr>
            <p:cNvSpPr>
              <a:spLocks noChangeAspect="1" noChangeArrowheads="1"/>
            </p:cNvSpPr>
            <p:nvPr/>
          </p:nvSpPr>
          <p:spPr bwMode="auto">
            <a:xfrm>
              <a:off x="2340" y="5264"/>
              <a:ext cx="850" cy="851"/>
            </a:xfrm>
            <a:prstGeom prst="ellipse">
              <a:avLst/>
            </a:prstGeom>
            <a:solidFill>
              <a:srgbClr val="C0C0C0"/>
            </a:solidFill>
            <a:ln w="9525">
              <a:solidFill>
                <a:srgbClr val="000000"/>
              </a:solidFill>
              <a:round/>
              <a:headEnd/>
              <a:tailEnd/>
            </a:ln>
          </p:spPr>
          <p:txBody>
            <a:bodyPr tIns="10080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sz="2000">
                  <a:solidFill>
                    <a:srgbClr val="000000"/>
                  </a:solidFill>
                  <a:latin typeface="Times New Roman" panose="02020603050405020304" pitchFamily="18" charset="0"/>
                </a:rPr>
                <a:t>环境</a:t>
              </a:r>
              <a:endParaRPr lang="zh-CN" altLang="en-US" sz="2000">
                <a:solidFill>
                  <a:srgbClr val="000000"/>
                </a:solidFill>
              </a:endParaRPr>
            </a:p>
          </p:txBody>
        </p:sp>
        <p:sp>
          <p:nvSpPr>
            <p:cNvPr id="612362" name="Oval 9">
              <a:extLst>
                <a:ext uri="{FF2B5EF4-FFF2-40B4-BE49-F238E27FC236}">
                  <a16:creationId xmlns:a16="http://schemas.microsoft.com/office/drawing/2014/main" id="{05BE697E-37FD-4473-9149-23EDE3D03D83}"/>
                </a:ext>
              </a:extLst>
            </p:cNvPr>
            <p:cNvSpPr>
              <a:spLocks noChangeArrowheads="1"/>
            </p:cNvSpPr>
            <p:nvPr/>
          </p:nvSpPr>
          <p:spPr bwMode="auto">
            <a:xfrm>
              <a:off x="5219" y="5264"/>
              <a:ext cx="1261" cy="780"/>
            </a:xfrm>
            <a:prstGeom prst="ellipse">
              <a:avLst/>
            </a:prstGeom>
            <a:solidFill>
              <a:srgbClr val="C0C0C0"/>
            </a:solidFill>
            <a:ln w="9525">
              <a:solidFill>
                <a:srgbClr val="000000"/>
              </a:solidFill>
              <a:round/>
              <a:headEnd/>
              <a:tailEnd/>
            </a:ln>
          </p:spPr>
          <p:txBody>
            <a:bodyPr tIns="6840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en-US" altLang="zh-CN">
                  <a:solidFill>
                    <a:srgbClr val="000000"/>
                  </a:solidFill>
                  <a:latin typeface="Times New Roman" panose="02020603050405020304" pitchFamily="18" charset="0"/>
                </a:rPr>
                <a:t>Agent</a:t>
              </a:r>
              <a:endParaRPr lang="en-US" altLang="zh-CN">
                <a:solidFill>
                  <a:srgbClr val="000000"/>
                </a:solidFill>
              </a:endParaRPr>
            </a:p>
          </p:txBody>
        </p:sp>
        <p:sp>
          <p:nvSpPr>
            <p:cNvPr id="612363" name="Line 10">
              <a:extLst>
                <a:ext uri="{FF2B5EF4-FFF2-40B4-BE49-F238E27FC236}">
                  <a16:creationId xmlns:a16="http://schemas.microsoft.com/office/drawing/2014/main" id="{C5A46E01-723D-44B7-A980-A273A57B7620}"/>
                </a:ext>
              </a:extLst>
            </p:cNvPr>
            <p:cNvSpPr>
              <a:spLocks noChangeShapeType="1"/>
            </p:cNvSpPr>
            <p:nvPr/>
          </p:nvSpPr>
          <p:spPr bwMode="auto">
            <a:xfrm>
              <a:off x="3090" y="5435"/>
              <a:ext cx="2211"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12364" name="Line 11">
              <a:extLst>
                <a:ext uri="{FF2B5EF4-FFF2-40B4-BE49-F238E27FC236}">
                  <a16:creationId xmlns:a16="http://schemas.microsoft.com/office/drawing/2014/main" id="{451D95A1-4627-480B-9A5C-59F721DDE625}"/>
                </a:ext>
              </a:extLst>
            </p:cNvPr>
            <p:cNvSpPr>
              <a:spLocks noChangeShapeType="1"/>
            </p:cNvSpPr>
            <p:nvPr/>
          </p:nvSpPr>
          <p:spPr bwMode="auto">
            <a:xfrm flipH="1">
              <a:off x="3135" y="5888"/>
              <a:ext cx="2166"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12365" name="Text Box 12">
              <a:extLst>
                <a:ext uri="{FF2B5EF4-FFF2-40B4-BE49-F238E27FC236}">
                  <a16:creationId xmlns:a16="http://schemas.microsoft.com/office/drawing/2014/main" id="{E7306170-E6E6-4694-BDF9-3FA9B1F60E6D}"/>
                </a:ext>
              </a:extLst>
            </p:cNvPr>
            <p:cNvSpPr txBox="1">
              <a:spLocks noChangeArrowheads="1"/>
            </p:cNvSpPr>
            <p:nvPr/>
          </p:nvSpPr>
          <p:spPr bwMode="auto">
            <a:xfrm>
              <a:off x="3600" y="5108"/>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感知</a:t>
              </a:r>
              <a:endParaRPr lang="zh-CN" altLang="en-US">
                <a:solidFill>
                  <a:srgbClr val="000000"/>
                </a:solidFill>
              </a:endParaRPr>
            </a:p>
          </p:txBody>
        </p:sp>
        <p:sp>
          <p:nvSpPr>
            <p:cNvPr id="612366" name="Text Box 13">
              <a:extLst>
                <a:ext uri="{FF2B5EF4-FFF2-40B4-BE49-F238E27FC236}">
                  <a16:creationId xmlns:a16="http://schemas.microsoft.com/office/drawing/2014/main" id="{4FC0BF91-0537-4594-A8F5-455C7A70B618}"/>
                </a:ext>
              </a:extLst>
            </p:cNvPr>
            <p:cNvSpPr txBox="1">
              <a:spLocks noChangeArrowheads="1"/>
            </p:cNvSpPr>
            <p:nvPr/>
          </p:nvSpPr>
          <p:spPr bwMode="auto">
            <a:xfrm>
              <a:off x="3600" y="5792"/>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作用</a:t>
              </a:r>
              <a:endParaRPr lang="zh-CN" altLang="en-US">
                <a:solidFill>
                  <a:srgbClr val="000000"/>
                </a:solidFill>
              </a:endParaRPr>
            </a:p>
          </p:txBody>
        </p:sp>
        <p:sp>
          <p:nvSpPr>
            <p:cNvPr id="612367" name="Text Box 14">
              <a:extLst>
                <a:ext uri="{FF2B5EF4-FFF2-40B4-BE49-F238E27FC236}">
                  <a16:creationId xmlns:a16="http://schemas.microsoft.com/office/drawing/2014/main" id="{99B36FBE-1D1B-4389-BE24-76A7331462FF}"/>
                </a:ext>
              </a:extLst>
            </p:cNvPr>
            <p:cNvSpPr txBox="1">
              <a:spLocks noChangeArrowheads="1"/>
            </p:cNvSpPr>
            <p:nvPr/>
          </p:nvSpPr>
          <p:spPr bwMode="auto">
            <a:xfrm>
              <a:off x="4680" y="6044"/>
              <a:ext cx="108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执行器</a:t>
              </a:r>
              <a:endParaRPr lang="zh-CN" altLang="en-US">
                <a:solidFill>
                  <a:srgbClr val="000000"/>
                </a:solidFill>
              </a:endParaRPr>
            </a:p>
          </p:txBody>
        </p:sp>
        <p:sp>
          <p:nvSpPr>
            <p:cNvPr id="612368" name="Text Box 15">
              <a:extLst>
                <a:ext uri="{FF2B5EF4-FFF2-40B4-BE49-F238E27FC236}">
                  <a16:creationId xmlns:a16="http://schemas.microsoft.com/office/drawing/2014/main" id="{2F928A33-2E72-4C2B-8954-B755C1431F10}"/>
                </a:ext>
              </a:extLst>
            </p:cNvPr>
            <p:cNvSpPr txBox="1">
              <a:spLocks noChangeArrowheads="1"/>
            </p:cNvSpPr>
            <p:nvPr/>
          </p:nvSpPr>
          <p:spPr bwMode="auto">
            <a:xfrm>
              <a:off x="4860" y="4796"/>
              <a:ext cx="108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传感器</a:t>
              </a:r>
              <a:endParaRPr lang="zh-CN" altLang="en-US">
                <a:solidFill>
                  <a:srgbClr val="000000"/>
                </a:solidFill>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70052"/>
                                        </p:tgtEl>
                                        <p:attrNameLst>
                                          <p:attrName>style.visibility</p:attrName>
                                        </p:attrNameLst>
                                      </p:cBhvr>
                                      <p:to>
                                        <p:strVal val="visible"/>
                                      </p:to>
                                    </p:set>
                                    <p:animEffect transition="in" filter="checkerboard(across)">
                                      <p:cBhvr>
                                        <p:cTn id="7" dur="500"/>
                                        <p:tgtEl>
                                          <p:spTgt spid="7700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70053"/>
                                        </p:tgtEl>
                                        <p:attrNameLst>
                                          <p:attrName>style.visibility</p:attrName>
                                        </p:attrNameLst>
                                      </p:cBhvr>
                                      <p:to>
                                        <p:strVal val="visible"/>
                                      </p:to>
                                    </p:set>
                                    <p:animEffect transition="in" filter="box(in)">
                                      <p:cBhvr>
                                        <p:cTn id="12" dur="500"/>
                                        <p:tgtEl>
                                          <p:spTgt spid="770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0052" grpId="0" animBg="1" autoUpdateAnimBg="0"/>
      <p:bldP spid="770053"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6AA96E7C-32C5-41C3-9562-E4CFA107776A}"/>
              </a:ext>
            </a:extLst>
          </p:cNvPr>
          <p:cNvSpPr>
            <a:spLocks noGrp="1"/>
          </p:cNvSpPr>
          <p:nvPr>
            <p:ph type="sldNum" sz="quarter" idx="10"/>
          </p:nvPr>
        </p:nvSpPr>
        <p:spPr/>
        <p:txBody>
          <a:bodyPr/>
          <a:lstStyle/>
          <a:p>
            <a:pPr fontAlgn="base">
              <a:spcBef>
                <a:spcPct val="0"/>
              </a:spcBef>
              <a:spcAft>
                <a:spcPct val="0"/>
              </a:spcAft>
              <a:defRPr/>
            </a:pPr>
            <a:fld id="{D4C9C517-7399-49AA-B1E4-3430164D76F4}" type="slidenum">
              <a:rPr lang="ja-JP" altLang="en-US">
                <a:latin typeface="Arial"/>
              </a:rPr>
              <a:pPr fontAlgn="base">
                <a:spcBef>
                  <a:spcPct val="0"/>
                </a:spcBef>
                <a:spcAft>
                  <a:spcPct val="0"/>
                </a:spcAft>
                <a:defRPr/>
              </a:pPr>
              <a:t>6</a:t>
            </a:fld>
            <a:endParaRPr lang="en-US" altLang="ja-JP">
              <a:latin typeface="Arial"/>
            </a:endParaRPr>
          </a:p>
        </p:txBody>
      </p:sp>
      <p:sp>
        <p:nvSpPr>
          <p:cNvPr id="614403" name="Rectangle 2">
            <a:extLst>
              <a:ext uri="{FF2B5EF4-FFF2-40B4-BE49-F238E27FC236}">
                <a16:creationId xmlns:a16="http://schemas.microsoft.com/office/drawing/2014/main" id="{337452FC-E897-46AC-B3D2-EA02D1D922A3}"/>
              </a:ext>
            </a:extLst>
          </p:cNvPr>
          <p:cNvSpPr>
            <a:spLocks noGrp="1" noChangeArrowheads="1"/>
          </p:cNvSpPr>
          <p:nvPr>
            <p:ph type="body" idx="1"/>
          </p:nvPr>
        </p:nvSpPr>
        <p:spPr/>
        <p:txBody>
          <a:bodyPr/>
          <a:lstStyle/>
          <a:p>
            <a:pPr eaLnBrk="1" hangingPunct="1">
              <a:lnSpc>
                <a:spcPct val="140000"/>
              </a:lnSpc>
              <a:buSzPct val="60000"/>
              <a:buFontTx/>
              <a:buBlip>
                <a:blip r:embed="rId3"/>
              </a:buBlip>
            </a:pPr>
            <a:r>
              <a:rPr lang="en-US" altLang="zh-CN" b="1" dirty="0">
                <a:solidFill>
                  <a:srgbClr val="000000"/>
                </a:solidFill>
                <a:latin typeface="Times New Roman" panose="02020603050405020304" pitchFamily="18" charset="0"/>
              </a:rPr>
              <a:t>11.1.2 </a:t>
            </a:r>
            <a:r>
              <a:rPr lang="zh-CN" altLang="en-US" b="1" dirty="0">
                <a:solidFill>
                  <a:srgbClr val="000000"/>
                </a:solidFill>
                <a:latin typeface="Times New Roman" panose="02020603050405020304" pitchFamily="18" charset="0"/>
              </a:rPr>
              <a:t>智能体的特性</a:t>
            </a:r>
          </a:p>
        </p:txBody>
      </p:sp>
      <p:sp>
        <p:nvSpPr>
          <p:cNvPr id="772099" name="Text Box 3">
            <a:extLst>
              <a:ext uri="{FF2B5EF4-FFF2-40B4-BE49-F238E27FC236}">
                <a16:creationId xmlns:a16="http://schemas.microsoft.com/office/drawing/2014/main" id="{AD1DC80A-E56F-4E30-AD77-F04C6742B8C1}"/>
              </a:ext>
            </a:extLst>
          </p:cNvPr>
          <p:cNvSpPr txBox="1">
            <a:spLocks noChangeArrowheads="1"/>
          </p:cNvSpPr>
          <p:nvPr/>
        </p:nvSpPr>
        <p:spPr bwMode="auto">
          <a:xfrm>
            <a:off x="1752600" y="1600201"/>
            <a:ext cx="8763000" cy="4848225"/>
          </a:xfrm>
          <a:prstGeom prst="rect">
            <a:avLst/>
          </a:prstGeom>
          <a:gradFill rotWithShape="1">
            <a:gsLst>
              <a:gs pos="0">
                <a:srgbClr val="00FFFF"/>
              </a:gs>
              <a:gs pos="100000">
                <a:srgbClr val="FFFFFF"/>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10000"/>
              </a:lnSpc>
              <a:spcBef>
                <a:spcPct val="30000"/>
              </a:spcBef>
              <a:spcAft>
                <a:spcPct val="0"/>
              </a:spcAft>
              <a:buClr>
                <a:srgbClr val="CC0000"/>
              </a:buClr>
            </a:pPr>
            <a:r>
              <a:rPr lang="zh-CN" altLang="en-US" sz="2400" b="1">
                <a:solidFill>
                  <a:srgbClr val="0000FF"/>
                </a:solidFill>
                <a:latin typeface="Times New Roman" panose="02020603050405020304" pitchFamily="18" charset="0"/>
              </a:rPr>
              <a:t>（</a:t>
            </a:r>
            <a:r>
              <a:rPr lang="en-US" altLang="zh-CN" sz="2400" b="1">
                <a:solidFill>
                  <a:srgbClr val="0000FF"/>
                </a:solidFill>
                <a:latin typeface="Times New Roman" panose="02020603050405020304" pitchFamily="18" charset="0"/>
              </a:rPr>
              <a:t>1</a:t>
            </a:r>
            <a:r>
              <a:rPr lang="zh-CN" altLang="en-US" sz="2400" b="1">
                <a:solidFill>
                  <a:srgbClr val="0000FF"/>
                </a:solidFill>
                <a:latin typeface="Times New Roman" panose="02020603050405020304" pitchFamily="18" charset="0"/>
              </a:rPr>
              <a:t>）自主性：</a:t>
            </a:r>
            <a:r>
              <a:rPr lang="en-US" altLang="zh-CN" sz="2400" b="1">
                <a:solidFill>
                  <a:srgbClr val="000000"/>
                </a:solidFill>
                <a:latin typeface="Times New Roman" panose="02020603050405020304" pitchFamily="18" charset="0"/>
              </a:rPr>
              <a:t>Agent</a:t>
            </a:r>
            <a:r>
              <a:rPr lang="zh-CN" altLang="en-US" sz="2400" b="1">
                <a:solidFill>
                  <a:srgbClr val="000000"/>
                </a:solidFill>
                <a:latin typeface="Times New Roman" panose="02020603050405020304" pitchFamily="18" charset="0"/>
              </a:rPr>
              <a:t>具有独立的局部于自身的知识和知识处理方法，能够根据其内部状态和感知到的环境信息自主决定和控制自身的状态和行为。</a:t>
            </a:r>
          </a:p>
          <a:p>
            <a:pPr fontAlgn="base">
              <a:lnSpc>
                <a:spcPct val="110000"/>
              </a:lnSpc>
              <a:spcBef>
                <a:spcPct val="30000"/>
              </a:spcBef>
              <a:spcAft>
                <a:spcPct val="0"/>
              </a:spcAft>
            </a:pPr>
            <a:r>
              <a:rPr lang="zh-CN" altLang="en-US" sz="2400" b="1">
                <a:solidFill>
                  <a:srgbClr val="0000FF"/>
                </a:solidFill>
                <a:latin typeface="Times New Roman" panose="02020603050405020304" pitchFamily="18" charset="0"/>
              </a:rPr>
              <a:t>（</a:t>
            </a:r>
            <a:r>
              <a:rPr lang="en-US" altLang="zh-CN" sz="2400" b="1">
                <a:solidFill>
                  <a:srgbClr val="0000FF"/>
                </a:solidFill>
                <a:latin typeface="Times New Roman" panose="02020603050405020304" pitchFamily="18" charset="0"/>
              </a:rPr>
              <a:t>2</a:t>
            </a:r>
            <a:r>
              <a:rPr lang="zh-CN" altLang="en-US" sz="2400" b="1">
                <a:solidFill>
                  <a:srgbClr val="0000FF"/>
                </a:solidFill>
                <a:latin typeface="Times New Roman" panose="02020603050405020304" pitchFamily="18" charset="0"/>
              </a:rPr>
              <a:t>）反应性：</a:t>
            </a:r>
            <a:r>
              <a:rPr lang="en-US" altLang="zh-CN" sz="2400" b="1">
                <a:solidFill>
                  <a:srgbClr val="000000"/>
                </a:solidFill>
                <a:latin typeface="Times New Roman" panose="02020603050405020304" pitchFamily="18" charset="0"/>
              </a:rPr>
              <a:t>Agent</a:t>
            </a:r>
            <a:r>
              <a:rPr lang="zh-CN" altLang="en-US" sz="2400" b="1">
                <a:solidFill>
                  <a:srgbClr val="000000"/>
                </a:solidFill>
                <a:latin typeface="Times New Roman" panose="02020603050405020304" pitchFamily="18" charset="0"/>
              </a:rPr>
              <a:t>能够感知、影响环境。</a:t>
            </a:r>
            <a:r>
              <a:rPr lang="en-US" altLang="zh-CN" sz="2400" b="1">
                <a:solidFill>
                  <a:srgbClr val="000000"/>
                </a:solidFill>
                <a:latin typeface="Times New Roman" panose="02020603050405020304" pitchFamily="18" charset="0"/>
              </a:rPr>
              <a:t>Agent</a:t>
            </a:r>
            <a:r>
              <a:rPr lang="zh-CN" altLang="en-US" sz="2400" b="1">
                <a:solidFill>
                  <a:srgbClr val="000000"/>
                </a:solidFill>
                <a:latin typeface="Times New Roman" panose="02020603050405020304" pitchFamily="18" charset="0"/>
              </a:rPr>
              <a:t>的行为是为了实现自身内在的目标，在某些情况下，</a:t>
            </a:r>
            <a:r>
              <a:rPr lang="en-US" altLang="zh-CN" sz="2400" b="1">
                <a:solidFill>
                  <a:srgbClr val="000000"/>
                </a:solidFill>
                <a:latin typeface="Times New Roman" panose="02020603050405020304" pitchFamily="18" charset="0"/>
              </a:rPr>
              <a:t>Agent</a:t>
            </a:r>
            <a:r>
              <a:rPr lang="zh-CN" altLang="en-US" sz="2400" b="1">
                <a:solidFill>
                  <a:srgbClr val="000000"/>
                </a:solidFill>
                <a:latin typeface="Times New Roman" panose="02020603050405020304" pitchFamily="18" charset="0"/>
              </a:rPr>
              <a:t>能够采取主动的行为，改变周围的环境，以实现自身的目标。</a:t>
            </a:r>
          </a:p>
          <a:p>
            <a:pPr fontAlgn="base">
              <a:lnSpc>
                <a:spcPct val="110000"/>
              </a:lnSpc>
              <a:spcBef>
                <a:spcPct val="30000"/>
              </a:spcBef>
              <a:spcAft>
                <a:spcPct val="0"/>
              </a:spcAft>
            </a:pPr>
            <a:r>
              <a:rPr lang="zh-CN" altLang="en-US" sz="2400" b="1">
                <a:solidFill>
                  <a:srgbClr val="0000FF"/>
                </a:solidFill>
                <a:latin typeface="Times New Roman" panose="02020603050405020304" pitchFamily="18" charset="0"/>
              </a:rPr>
              <a:t>（</a:t>
            </a:r>
            <a:r>
              <a:rPr lang="en-US" altLang="zh-CN" sz="2400" b="1">
                <a:solidFill>
                  <a:srgbClr val="0000FF"/>
                </a:solidFill>
                <a:latin typeface="Times New Roman" panose="02020603050405020304" pitchFamily="18" charset="0"/>
              </a:rPr>
              <a:t>3</a:t>
            </a:r>
            <a:r>
              <a:rPr lang="zh-CN" altLang="en-US" sz="2400" b="1">
                <a:solidFill>
                  <a:srgbClr val="0000FF"/>
                </a:solidFill>
                <a:latin typeface="Times New Roman" panose="02020603050405020304" pitchFamily="18" charset="0"/>
              </a:rPr>
              <a:t>）社会性：</a:t>
            </a:r>
            <a:r>
              <a:rPr lang="zh-CN" altLang="en-US" sz="2400" b="1">
                <a:solidFill>
                  <a:srgbClr val="000000"/>
                </a:solidFill>
                <a:latin typeface="Times New Roman" panose="02020603050405020304" pitchFamily="18" charset="0"/>
              </a:rPr>
              <a:t>很多</a:t>
            </a:r>
            <a:r>
              <a:rPr lang="en-US" altLang="zh-CN" sz="2400" b="1">
                <a:solidFill>
                  <a:srgbClr val="000000"/>
                </a:solidFill>
                <a:latin typeface="Times New Roman" panose="02020603050405020304" pitchFamily="18" charset="0"/>
              </a:rPr>
              <a:t>Agent</a:t>
            </a:r>
            <a:r>
              <a:rPr lang="zh-CN" altLang="en-US" sz="2400" b="1">
                <a:solidFill>
                  <a:srgbClr val="000000"/>
                </a:solidFill>
                <a:latin typeface="Times New Roman" panose="02020603050405020304" pitchFamily="18" charset="0"/>
              </a:rPr>
              <a:t>同时存在，形成多智能体系统，模拟社会性的群体。</a:t>
            </a:r>
            <a:r>
              <a:rPr lang="en-US" altLang="zh-CN" sz="2400" b="1">
                <a:solidFill>
                  <a:srgbClr val="000000"/>
                </a:solidFill>
                <a:latin typeface="Times New Roman" panose="02020603050405020304" pitchFamily="18" charset="0"/>
              </a:rPr>
              <a:t>Agent</a:t>
            </a:r>
            <a:r>
              <a:rPr lang="zh-CN" altLang="en-US" sz="2400" b="1">
                <a:solidFill>
                  <a:srgbClr val="000000"/>
                </a:solidFill>
                <a:latin typeface="Times New Roman" panose="02020603050405020304" pitchFamily="18" charset="0"/>
              </a:rPr>
              <a:t>具有和外部环境中其它</a:t>
            </a:r>
            <a:r>
              <a:rPr lang="en-US" altLang="zh-CN" sz="2400" b="1">
                <a:solidFill>
                  <a:srgbClr val="000000"/>
                </a:solidFill>
                <a:latin typeface="Times New Roman" panose="02020603050405020304" pitchFamily="18" charset="0"/>
              </a:rPr>
              <a:t>Agent</a:t>
            </a:r>
            <a:r>
              <a:rPr lang="zh-CN" altLang="en-US" sz="2400" b="1">
                <a:solidFill>
                  <a:srgbClr val="000000"/>
                </a:solidFill>
                <a:latin typeface="Times New Roman" panose="02020603050405020304" pitchFamily="18" charset="0"/>
              </a:rPr>
              <a:t>相互协作的能力，在遇到冲突时能够通过协商来解决问题。</a:t>
            </a:r>
          </a:p>
          <a:p>
            <a:pPr fontAlgn="base">
              <a:lnSpc>
                <a:spcPct val="110000"/>
              </a:lnSpc>
              <a:spcBef>
                <a:spcPct val="30000"/>
              </a:spcBef>
              <a:spcAft>
                <a:spcPct val="0"/>
              </a:spcAft>
            </a:pPr>
            <a:r>
              <a:rPr lang="zh-CN" altLang="en-US" sz="2400" b="1">
                <a:solidFill>
                  <a:srgbClr val="0000FF"/>
                </a:solidFill>
                <a:latin typeface="Times New Roman" panose="02020603050405020304" pitchFamily="18" charset="0"/>
              </a:rPr>
              <a:t>（</a:t>
            </a:r>
            <a:r>
              <a:rPr lang="en-US" altLang="zh-CN" sz="2400" b="1">
                <a:solidFill>
                  <a:srgbClr val="0000FF"/>
                </a:solidFill>
                <a:latin typeface="Times New Roman" panose="02020603050405020304" pitchFamily="18" charset="0"/>
              </a:rPr>
              <a:t>4</a:t>
            </a:r>
            <a:r>
              <a:rPr lang="zh-CN" altLang="en-US" sz="2400" b="1">
                <a:solidFill>
                  <a:srgbClr val="0000FF"/>
                </a:solidFill>
                <a:latin typeface="Times New Roman" panose="02020603050405020304" pitchFamily="18" charset="0"/>
              </a:rPr>
              <a:t>）进化性：</a:t>
            </a:r>
            <a:r>
              <a:rPr lang="en-US" altLang="zh-CN" sz="2400" b="1">
                <a:solidFill>
                  <a:srgbClr val="000000"/>
                </a:solidFill>
                <a:latin typeface="Times New Roman" panose="02020603050405020304" pitchFamily="18" charset="0"/>
              </a:rPr>
              <a:t>Agent</a:t>
            </a:r>
            <a:r>
              <a:rPr lang="zh-CN" altLang="en-US" sz="2400" b="1">
                <a:solidFill>
                  <a:srgbClr val="000000"/>
                </a:solidFill>
                <a:latin typeface="Times New Roman" panose="02020603050405020304" pitchFamily="18" charset="0"/>
              </a:rPr>
              <a:t>应该能够在交互过程中逐步适应环境，自主学习，自主进化。</a:t>
            </a:r>
          </a:p>
        </p:txBody>
      </p:sp>
      <p:sp>
        <p:nvSpPr>
          <p:cNvPr id="614405" name="Rectangle 4">
            <a:extLst>
              <a:ext uri="{FF2B5EF4-FFF2-40B4-BE49-F238E27FC236}">
                <a16:creationId xmlns:a16="http://schemas.microsoft.com/office/drawing/2014/main" id="{1DBBE3EB-2CB9-4255-BC79-353051038AE3}"/>
              </a:ext>
            </a:extLst>
          </p:cNvPr>
          <p:cNvSpPr>
            <a:spLocks noGrp="1" noChangeArrowheads="1"/>
          </p:cNvSpPr>
          <p:nvPr>
            <p:ph type="title"/>
          </p:nvPr>
        </p:nvSpPr>
        <p:spPr/>
        <p:txBody>
          <a:bodyPr/>
          <a:lstStyle/>
          <a:p>
            <a:pPr eaLnBrk="1" hangingPunct="1"/>
            <a:r>
              <a:rPr lang="en-US" altLang="zh-CN" sz="4200" dirty="0">
                <a:latin typeface="Times New Roman" panose="02020603050405020304" pitchFamily="18" charset="0"/>
              </a:rPr>
              <a:t>11.1 </a:t>
            </a:r>
            <a:r>
              <a:rPr lang="zh-CN" altLang="en-US" sz="4200" dirty="0">
                <a:latin typeface="Times New Roman" panose="02020603050405020304" pitchFamily="18" charset="0"/>
              </a:rPr>
              <a:t>智能体的概念与结构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72099"/>
                                        </p:tgtEl>
                                        <p:attrNameLst>
                                          <p:attrName>style.visibility</p:attrName>
                                        </p:attrNameLst>
                                      </p:cBhvr>
                                      <p:to>
                                        <p:strVal val="visible"/>
                                      </p:to>
                                    </p:set>
                                    <p:animEffect transition="in" filter="checkerboard(across)">
                                      <p:cBhvr>
                                        <p:cTn id="7" dur="500"/>
                                        <p:tgtEl>
                                          <p:spTgt spid="772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099"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4AE69A20-DFFA-4F8A-8E35-8954DB5A2FE1}"/>
              </a:ext>
            </a:extLst>
          </p:cNvPr>
          <p:cNvSpPr>
            <a:spLocks noGrp="1"/>
          </p:cNvSpPr>
          <p:nvPr>
            <p:ph type="sldNum" sz="quarter" idx="10"/>
          </p:nvPr>
        </p:nvSpPr>
        <p:spPr/>
        <p:txBody>
          <a:bodyPr/>
          <a:lstStyle/>
          <a:p>
            <a:pPr fontAlgn="base">
              <a:spcBef>
                <a:spcPct val="0"/>
              </a:spcBef>
              <a:spcAft>
                <a:spcPct val="0"/>
              </a:spcAft>
              <a:defRPr/>
            </a:pPr>
            <a:fld id="{3000582C-7405-4C56-A341-753EFC770C4F}" type="slidenum">
              <a:rPr lang="ja-JP" altLang="en-US">
                <a:latin typeface="Arial"/>
              </a:rPr>
              <a:pPr fontAlgn="base">
                <a:spcBef>
                  <a:spcPct val="0"/>
                </a:spcBef>
                <a:spcAft>
                  <a:spcPct val="0"/>
                </a:spcAft>
                <a:defRPr/>
              </a:pPr>
              <a:t>7</a:t>
            </a:fld>
            <a:endParaRPr lang="en-US" altLang="ja-JP">
              <a:latin typeface="Arial"/>
            </a:endParaRPr>
          </a:p>
        </p:txBody>
      </p:sp>
      <p:sp>
        <p:nvSpPr>
          <p:cNvPr id="616451" name="Rectangle 2">
            <a:extLst>
              <a:ext uri="{FF2B5EF4-FFF2-40B4-BE49-F238E27FC236}">
                <a16:creationId xmlns:a16="http://schemas.microsoft.com/office/drawing/2014/main" id="{A1CC08DE-8F14-4DA6-9DB7-04ED5A526DF5}"/>
              </a:ext>
            </a:extLst>
          </p:cNvPr>
          <p:cNvSpPr>
            <a:spLocks noGrp="1" noChangeArrowheads="1"/>
          </p:cNvSpPr>
          <p:nvPr>
            <p:ph type="body" idx="1"/>
          </p:nvPr>
        </p:nvSpPr>
        <p:spPr>
          <a:noFill/>
        </p:spPr>
        <p:txBody>
          <a:bodyPr/>
          <a:lstStyle/>
          <a:p>
            <a:pPr eaLnBrk="1" hangingPunct="1">
              <a:lnSpc>
                <a:spcPct val="140000"/>
              </a:lnSpc>
              <a:buSzPct val="60000"/>
              <a:buFontTx/>
              <a:buBlip>
                <a:blip r:embed="rId3"/>
              </a:buBlip>
            </a:pPr>
            <a:r>
              <a:rPr lang="en-US" altLang="zh-CN" b="1" dirty="0"/>
              <a:t>11.1.3 </a:t>
            </a:r>
            <a:r>
              <a:rPr lang="zh-CN" altLang="en-US" b="1" dirty="0"/>
              <a:t>智能体的结构</a:t>
            </a:r>
          </a:p>
        </p:txBody>
      </p:sp>
      <p:sp>
        <p:nvSpPr>
          <p:cNvPr id="774147" name="Text Box 3">
            <a:extLst>
              <a:ext uri="{FF2B5EF4-FFF2-40B4-BE49-F238E27FC236}">
                <a16:creationId xmlns:a16="http://schemas.microsoft.com/office/drawing/2014/main" id="{E2F32CCF-6558-4687-9060-8EBB0420CE71}"/>
              </a:ext>
            </a:extLst>
          </p:cNvPr>
          <p:cNvSpPr txBox="1">
            <a:spLocks noChangeArrowheads="1"/>
          </p:cNvSpPr>
          <p:nvPr/>
        </p:nvSpPr>
        <p:spPr bwMode="auto">
          <a:xfrm>
            <a:off x="1905000" y="1905001"/>
            <a:ext cx="8763000" cy="3051175"/>
          </a:xfrm>
          <a:prstGeom prst="rect">
            <a:avLst/>
          </a:prstGeom>
          <a:gradFill rotWithShape="1">
            <a:gsLst>
              <a:gs pos="0">
                <a:srgbClr val="00FFFF"/>
              </a:gs>
              <a:gs pos="100000">
                <a:srgbClr val="FFFFFF"/>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30000"/>
              </a:spcBef>
              <a:spcAft>
                <a:spcPct val="0"/>
              </a:spcAft>
            </a:pPr>
            <a:r>
              <a:rPr lang="en-US" altLang="zh-CN" sz="2800" b="1">
                <a:solidFill>
                  <a:srgbClr val="000000"/>
                </a:solidFill>
                <a:latin typeface="Times New Roman" panose="02020603050405020304" pitchFamily="18" charset="0"/>
              </a:rPr>
              <a:t>Agent</a:t>
            </a:r>
            <a:r>
              <a:rPr lang="zh-CN" altLang="en-US" sz="2800" b="1">
                <a:solidFill>
                  <a:srgbClr val="000000"/>
                </a:solidFill>
                <a:latin typeface="Times New Roman" panose="02020603050405020304" pitchFamily="18" charset="0"/>
              </a:rPr>
              <a:t>结构接受传感器的输入，然后运行</a:t>
            </a:r>
            <a:r>
              <a:rPr lang="en-US" altLang="zh-CN" sz="2800" b="1">
                <a:solidFill>
                  <a:srgbClr val="000000"/>
                </a:solidFill>
                <a:latin typeface="Times New Roman" panose="02020603050405020304" pitchFamily="18" charset="0"/>
              </a:rPr>
              <a:t>Agent</a:t>
            </a:r>
            <a:r>
              <a:rPr lang="zh-CN" altLang="en-US" sz="2800" b="1">
                <a:solidFill>
                  <a:srgbClr val="000000"/>
                </a:solidFill>
                <a:latin typeface="Times New Roman" panose="02020603050405020304" pitchFamily="18" charset="0"/>
              </a:rPr>
              <a:t>程序，并把执行的结果传送到效应器进行动作。</a:t>
            </a:r>
          </a:p>
          <a:p>
            <a:pPr fontAlgn="base">
              <a:lnSpc>
                <a:spcPct val="120000"/>
              </a:lnSpc>
              <a:spcBef>
                <a:spcPct val="30000"/>
              </a:spcBef>
              <a:spcAft>
                <a:spcPct val="0"/>
              </a:spcAft>
            </a:pPr>
            <a:r>
              <a:rPr lang="en-US" altLang="zh-CN" sz="2800" b="1">
                <a:solidFill>
                  <a:srgbClr val="000000"/>
                </a:solidFill>
                <a:latin typeface="Times New Roman" panose="02020603050405020304" pitchFamily="18" charset="0"/>
              </a:rPr>
              <a:t>Agent</a:t>
            </a:r>
            <a:r>
              <a:rPr lang="zh-CN" altLang="en-US" sz="2800" b="1">
                <a:solidFill>
                  <a:srgbClr val="000000"/>
                </a:solidFill>
                <a:latin typeface="Times New Roman" panose="02020603050405020304" pitchFamily="18" charset="0"/>
              </a:rPr>
              <a:t>系统的结构直接影响到系统的性能。 </a:t>
            </a:r>
          </a:p>
          <a:p>
            <a:pPr fontAlgn="base">
              <a:lnSpc>
                <a:spcPct val="120000"/>
              </a:lnSpc>
              <a:spcBef>
                <a:spcPct val="30000"/>
              </a:spcBef>
              <a:spcAft>
                <a:spcPct val="0"/>
              </a:spcAft>
            </a:pPr>
            <a:r>
              <a:rPr lang="en-US" altLang="zh-CN" sz="2800" b="1">
                <a:solidFill>
                  <a:srgbClr val="000000"/>
                </a:solidFill>
                <a:latin typeface="Times New Roman" panose="02020603050405020304" pitchFamily="18" charset="0"/>
              </a:rPr>
              <a:t>Agent</a:t>
            </a:r>
            <a:r>
              <a:rPr lang="zh-CN" altLang="en-US" sz="2800" b="1">
                <a:solidFill>
                  <a:srgbClr val="000000"/>
                </a:solidFill>
                <a:latin typeface="Times New Roman" panose="02020603050405020304" pitchFamily="18" charset="0"/>
              </a:rPr>
              <a:t>、体系结构和程序之间的关系：</a:t>
            </a:r>
          </a:p>
          <a:p>
            <a:pPr algn="ctr" fontAlgn="base">
              <a:lnSpc>
                <a:spcPct val="120000"/>
              </a:lnSpc>
              <a:spcBef>
                <a:spcPct val="30000"/>
              </a:spcBef>
              <a:spcAft>
                <a:spcPct val="0"/>
              </a:spcAft>
            </a:pPr>
            <a:r>
              <a:rPr lang="en-US" altLang="zh-CN" sz="2800" b="1">
                <a:solidFill>
                  <a:srgbClr val="0000FF"/>
                </a:solidFill>
                <a:latin typeface="Times New Roman" panose="02020603050405020304" pitchFamily="18" charset="0"/>
              </a:rPr>
              <a:t>Agent=</a:t>
            </a:r>
            <a:r>
              <a:rPr lang="zh-CN" altLang="en-US" sz="2800" b="1">
                <a:solidFill>
                  <a:srgbClr val="0000FF"/>
                </a:solidFill>
                <a:latin typeface="Times New Roman" panose="02020603050405020304" pitchFamily="18" charset="0"/>
              </a:rPr>
              <a:t>体系结构</a:t>
            </a:r>
            <a:r>
              <a:rPr lang="en-US" altLang="zh-CN" sz="2800" b="1">
                <a:solidFill>
                  <a:srgbClr val="0000FF"/>
                </a:solidFill>
                <a:latin typeface="Times New Roman" panose="02020603050405020304" pitchFamily="18" charset="0"/>
              </a:rPr>
              <a:t>+</a:t>
            </a:r>
            <a:r>
              <a:rPr lang="zh-CN" altLang="en-US" sz="2800" b="1">
                <a:solidFill>
                  <a:srgbClr val="0000FF"/>
                </a:solidFill>
                <a:latin typeface="Times New Roman" panose="02020603050405020304" pitchFamily="18" charset="0"/>
              </a:rPr>
              <a:t>程序</a:t>
            </a:r>
          </a:p>
        </p:txBody>
      </p:sp>
      <p:sp>
        <p:nvSpPr>
          <p:cNvPr id="616453" name="Rectangle 4">
            <a:extLst>
              <a:ext uri="{FF2B5EF4-FFF2-40B4-BE49-F238E27FC236}">
                <a16:creationId xmlns:a16="http://schemas.microsoft.com/office/drawing/2014/main" id="{6BE91AD5-3947-47D1-A499-E7D8BE0DBA9E}"/>
              </a:ext>
            </a:extLst>
          </p:cNvPr>
          <p:cNvSpPr>
            <a:spLocks noGrp="1" noChangeArrowheads="1"/>
          </p:cNvSpPr>
          <p:nvPr>
            <p:ph type="title"/>
          </p:nvPr>
        </p:nvSpPr>
        <p:spPr/>
        <p:txBody>
          <a:bodyPr/>
          <a:lstStyle/>
          <a:p>
            <a:pPr eaLnBrk="1" hangingPunct="1"/>
            <a:r>
              <a:rPr lang="en-US" altLang="zh-CN" dirty="0"/>
              <a:t>11.1 </a:t>
            </a:r>
            <a:r>
              <a:rPr lang="zh-CN" altLang="en-US" dirty="0"/>
              <a:t>智能体的概念与结构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74147"/>
                                        </p:tgtEl>
                                        <p:attrNameLst>
                                          <p:attrName>style.visibility</p:attrName>
                                        </p:attrNameLst>
                                      </p:cBhvr>
                                      <p:to>
                                        <p:strVal val="visible"/>
                                      </p:to>
                                    </p:set>
                                    <p:animEffect transition="in" filter="checkerboard(across)">
                                      <p:cBhvr>
                                        <p:cTn id="7" dur="500"/>
                                        <p:tgtEl>
                                          <p:spTgt spid="774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4147"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D6269022-5AD9-425D-A283-12AF00F72400}"/>
              </a:ext>
            </a:extLst>
          </p:cNvPr>
          <p:cNvSpPr>
            <a:spLocks noGrp="1"/>
          </p:cNvSpPr>
          <p:nvPr>
            <p:ph type="sldNum" sz="quarter" idx="10"/>
          </p:nvPr>
        </p:nvSpPr>
        <p:spPr/>
        <p:txBody>
          <a:bodyPr/>
          <a:lstStyle/>
          <a:p>
            <a:pPr fontAlgn="base">
              <a:spcBef>
                <a:spcPct val="0"/>
              </a:spcBef>
              <a:spcAft>
                <a:spcPct val="0"/>
              </a:spcAft>
              <a:defRPr/>
            </a:pPr>
            <a:fld id="{92FCED72-E0FB-4FD3-B827-FB2E6AE2C010}" type="slidenum">
              <a:rPr lang="ja-JP" altLang="en-US">
                <a:latin typeface="Arial"/>
              </a:rPr>
              <a:pPr fontAlgn="base">
                <a:spcBef>
                  <a:spcPct val="0"/>
                </a:spcBef>
                <a:spcAft>
                  <a:spcPct val="0"/>
                </a:spcAft>
                <a:defRPr/>
              </a:pPr>
              <a:t>8</a:t>
            </a:fld>
            <a:endParaRPr lang="en-US" altLang="ja-JP">
              <a:latin typeface="Arial"/>
            </a:endParaRPr>
          </a:p>
        </p:txBody>
      </p:sp>
      <p:sp>
        <p:nvSpPr>
          <p:cNvPr id="618499" name="Rectangle 2">
            <a:extLst>
              <a:ext uri="{FF2B5EF4-FFF2-40B4-BE49-F238E27FC236}">
                <a16:creationId xmlns:a16="http://schemas.microsoft.com/office/drawing/2014/main" id="{A1B2AD25-28F4-448D-923B-712B99CC8D6B}"/>
              </a:ext>
            </a:extLst>
          </p:cNvPr>
          <p:cNvSpPr>
            <a:spLocks noGrp="1" noChangeArrowheads="1"/>
          </p:cNvSpPr>
          <p:nvPr>
            <p:ph type="body" idx="1"/>
          </p:nvPr>
        </p:nvSpPr>
        <p:spPr>
          <a:noFill/>
        </p:spPr>
        <p:txBody>
          <a:bodyPr/>
          <a:lstStyle/>
          <a:p>
            <a:pPr eaLnBrk="1" hangingPunct="1">
              <a:lnSpc>
                <a:spcPct val="140000"/>
              </a:lnSpc>
              <a:buSzPct val="60000"/>
              <a:buFontTx/>
              <a:buBlip>
                <a:blip r:embed="rId3"/>
              </a:buBlip>
            </a:pPr>
            <a:r>
              <a:rPr lang="en-US" altLang="zh-CN" b="1" dirty="0">
                <a:latin typeface="Times New Roman" panose="02020603050405020304" pitchFamily="18" charset="0"/>
              </a:rPr>
              <a:t>11.1.3 </a:t>
            </a:r>
            <a:r>
              <a:rPr lang="zh-CN" altLang="en-US" b="1" dirty="0">
                <a:latin typeface="Times New Roman" panose="02020603050405020304" pitchFamily="18" charset="0"/>
              </a:rPr>
              <a:t>智能体的结构</a:t>
            </a:r>
          </a:p>
        </p:txBody>
      </p:sp>
      <p:sp>
        <p:nvSpPr>
          <p:cNvPr id="776195" name="Text Box 3">
            <a:extLst>
              <a:ext uri="{FF2B5EF4-FFF2-40B4-BE49-F238E27FC236}">
                <a16:creationId xmlns:a16="http://schemas.microsoft.com/office/drawing/2014/main" id="{9ECE4ED2-3249-4BB1-8CBF-62A469EA3CDC}"/>
              </a:ext>
            </a:extLst>
          </p:cNvPr>
          <p:cNvSpPr txBox="1">
            <a:spLocks noChangeArrowheads="1"/>
          </p:cNvSpPr>
          <p:nvPr/>
        </p:nvSpPr>
        <p:spPr bwMode="auto">
          <a:xfrm>
            <a:off x="1676400" y="1627188"/>
            <a:ext cx="8610600" cy="4387850"/>
          </a:xfrm>
          <a:prstGeom prst="rect">
            <a:avLst/>
          </a:prstGeom>
          <a:gradFill rotWithShape="1">
            <a:gsLst>
              <a:gs pos="0">
                <a:srgbClr val="00FFFF"/>
              </a:gs>
              <a:gs pos="100000">
                <a:srgbClr val="FFFFFF"/>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20000"/>
              </a:spcBef>
              <a:spcAft>
                <a:spcPct val="0"/>
              </a:spcAft>
            </a:pPr>
            <a:r>
              <a:rPr lang="en-US" altLang="zh-CN" sz="2600" b="1">
                <a:solidFill>
                  <a:srgbClr val="000000"/>
                </a:solidFill>
                <a:latin typeface="Times New Roman" panose="02020603050405020304" pitchFamily="18" charset="0"/>
              </a:rPr>
              <a:t>Agent</a:t>
            </a:r>
            <a:r>
              <a:rPr lang="zh-CN" altLang="en-US" sz="2600" b="1">
                <a:solidFill>
                  <a:srgbClr val="000000"/>
                </a:solidFill>
                <a:latin typeface="Times New Roman" panose="02020603050405020304" pitchFamily="18" charset="0"/>
              </a:rPr>
              <a:t>结构需要解决以下问题：</a:t>
            </a:r>
          </a:p>
          <a:p>
            <a:pPr fontAlgn="base">
              <a:lnSpc>
                <a:spcPct val="120000"/>
              </a:lnSpc>
              <a:spcBef>
                <a:spcPct val="20000"/>
              </a:spcBef>
              <a:spcAft>
                <a:spcPct val="0"/>
              </a:spcAft>
            </a:pP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1</a:t>
            </a: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Agent</a:t>
            </a:r>
            <a:r>
              <a:rPr lang="zh-CN" altLang="en-US" sz="2600" b="1">
                <a:solidFill>
                  <a:srgbClr val="000000"/>
                </a:solidFill>
                <a:latin typeface="Times New Roman" panose="02020603050405020304" pitchFamily="18" charset="0"/>
              </a:rPr>
              <a:t>由哪些模块组成；</a:t>
            </a:r>
          </a:p>
          <a:p>
            <a:pPr fontAlgn="base">
              <a:lnSpc>
                <a:spcPct val="120000"/>
              </a:lnSpc>
              <a:spcBef>
                <a:spcPct val="20000"/>
              </a:spcBef>
              <a:spcAft>
                <a:spcPct val="0"/>
              </a:spcAft>
            </a:pP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2</a:t>
            </a:r>
            <a:r>
              <a:rPr lang="zh-CN" altLang="en-US" sz="2600" b="1">
                <a:solidFill>
                  <a:srgbClr val="000000"/>
                </a:solidFill>
                <a:latin typeface="Times New Roman" panose="02020603050405020304" pitchFamily="18" charset="0"/>
              </a:rPr>
              <a:t>）这些模块之间如何交互信息；</a:t>
            </a:r>
          </a:p>
          <a:p>
            <a:pPr fontAlgn="base">
              <a:lnSpc>
                <a:spcPct val="120000"/>
              </a:lnSpc>
              <a:spcBef>
                <a:spcPct val="20000"/>
              </a:spcBef>
              <a:spcAft>
                <a:spcPct val="0"/>
              </a:spcAft>
            </a:pP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3</a:t>
            </a: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Agent</a:t>
            </a:r>
            <a:r>
              <a:rPr lang="zh-CN" altLang="en-US" sz="2600" b="1">
                <a:solidFill>
                  <a:srgbClr val="000000"/>
                </a:solidFill>
                <a:latin typeface="Times New Roman" panose="02020603050405020304" pitchFamily="18" charset="0"/>
              </a:rPr>
              <a:t>感知的信息如何影响它的行为和内部状态；</a:t>
            </a:r>
          </a:p>
          <a:p>
            <a:pPr fontAlgn="base">
              <a:lnSpc>
                <a:spcPct val="120000"/>
              </a:lnSpc>
              <a:spcBef>
                <a:spcPct val="20000"/>
              </a:spcBef>
              <a:spcAft>
                <a:spcPct val="0"/>
              </a:spcAft>
            </a:pPr>
            <a:r>
              <a:rPr lang="zh-CN" altLang="en-US" sz="2600" b="1">
                <a:solidFill>
                  <a:srgbClr val="000000"/>
                </a:solidFill>
                <a:latin typeface="Times New Roman" panose="02020603050405020304" pitchFamily="18" charset="0"/>
              </a:rPr>
              <a:t>（</a:t>
            </a:r>
            <a:r>
              <a:rPr lang="en-US" altLang="zh-CN" sz="2600" b="1">
                <a:solidFill>
                  <a:srgbClr val="000000"/>
                </a:solidFill>
                <a:latin typeface="Times New Roman" panose="02020603050405020304" pitchFamily="18" charset="0"/>
              </a:rPr>
              <a:t>4</a:t>
            </a:r>
            <a:r>
              <a:rPr lang="zh-CN" altLang="en-US" sz="2600" b="1">
                <a:solidFill>
                  <a:srgbClr val="000000"/>
                </a:solidFill>
                <a:latin typeface="Times New Roman" panose="02020603050405020304" pitchFamily="18" charset="0"/>
              </a:rPr>
              <a:t>）如何将这些模块用软件或硬件的方式组合起来形成一个有机的整体。</a:t>
            </a:r>
          </a:p>
          <a:p>
            <a:pPr fontAlgn="base">
              <a:lnSpc>
                <a:spcPct val="120000"/>
              </a:lnSpc>
              <a:spcBef>
                <a:spcPct val="20000"/>
              </a:spcBef>
              <a:spcAft>
                <a:spcPct val="0"/>
              </a:spcAft>
            </a:pPr>
            <a:r>
              <a:rPr lang="zh-CN" altLang="en-US" sz="2600" b="1">
                <a:solidFill>
                  <a:srgbClr val="000000"/>
                </a:solidFill>
                <a:latin typeface="Times New Roman" panose="02020603050405020304" pitchFamily="18" charset="0"/>
              </a:rPr>
              <a:t>单个</a:t>
            </a:r>
            <a:r>
              <a:rPr lang="en-US" altLang="zh-CN" sz="2600" b="1">
                <a:solidFill>
                  <a:srgbClr val="000000"/>
                </a:solidFill>
                <a:latin typeface="Times New Roman" panose="02020603050405020304" pitchFamily="18" charset="0"/>
              </a:rPr>
              <a:t>Agent</a:t>
            </a:r>
            <a:r>
              <a:rPr lang="zh-CN" altLang="en-US" sz="2600" b="1">
                <a:solidFill>
                  <a:srgbClr val="000000"/>
                </a:solidFill>
                <a:latin typeface="Times New Roman" panose="02020603050405020304" pitchFamily="18" charset="0"/>
              </a:rPr>
              <a:t>的结构按属性可以分为：</a:t>
            </a:r>
          </a:p>
          <a:p>
            <a:pPr fontAlgn="base">
              <a:lnSpc>
                <a:spcPct val="120000"/>
              </a:lnSpc>
              <a:spcBef>
                <a:spcPct val="20000"/>
              </a:spcBef>
              <a:spcAft>
                <a:spcPct val="0"/>
              </a:spcAft>
            </a:pPr>
            <a:r>
              <a:rPr lang="zh-CN" altLang="en-US" sz="2600" b="1">
                <a:solidFill>
                  <a:srgbClr val="000000"/>
                </a:solidFill>
                <a:latin typeface="Times New Roman" panose="02020603050405020304" pitchFamily="18" charset="0"/>
              </a:rPr>
              <a:t>反应式体系结构、慎思式体系结构和混合式体系结构。</a:t>
            </a:r>
          </a:p>
        </p:txBody>
      </p:sp>
      <p:sp>
        <p:nvSpPr>
          <p:cNvPr id="618501" name="Rectangle 4">
            <a:extLst>
              <a:ext uri="{FF2B5EF4-FFF2-40B4-BE49-F238E27FC236}">
                <a16:creationId xmlns:a16="http://schemas.microsoft.com/office/drawing/2014/main" id="{6FEE6F32-4C08-4A72-8DE3-DD09A5CC571A}"/>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rPr>
              <a:t>11.1 </a:t>
            </a:r>
            <a:r>
              <a:rPr lang="zh-CN" altLang="en-US" dirty="0">
                <a:latin typeface="Times New Roman" panose="02020603050405020304" pitchFamily="18" charset="0"/>
              </a:rPr>
              <a:t>智能体的概念与结构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76195"/>
                                        </p:tgtEl>
                                        <p:attrNameLst>
                                          <p:attrName>style.visibility</p:attrName>
                                        </p:attrNameLst>
                                      </p:cBhvr>
                                      <p:to>
                                        <p:strVal val="visible"/>
                                      </p:to>
                                    </p:set>
                                    <p:animEffect transition="in" filter="checkerboard(across)">
                                      <p:cBhvr>
                                        <p:cTn id="7" dur="500"/>
                                        <p:tgtEl>
                                          <p:spTgt spid="776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6195"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3">
            <a:extLst>
              <a:ext uri="{FF2B5EF4-FFF2-40B4-BE49-F238E27FC236}">
                <a16:creationId xmlns:a16="http://schemas.microsoft.com/office/drawing/2014/main" id="{CD5B6EB7-3104-47E1-9593-F7FA1794930B}"/>
              </a:ext>
            </a:extLst>
          </p:cNvPr>
          <p:cNvSpPr>
            <a:spLocks noGrp="1"/>
          </p:cNvSpPr>
          <p:nvPr>
            <p:ph type="sldNum" sz="quarter" idx="10"/>
          </p:nvPr>
        </p:nvSpPr>
        <p:spPr/>
        <p:txBody>
          <a:bodyPr/>
          <a:lstStyle/>
          <a:p>
            <a:pPr fontAlgn="base">
              <a:spcBef>
                <a:spcPct val="0"/>
              </a:spcBef>
              <a:spcAft>
                <a:spcPct val="0"/>
              </a:spcAft>
              <a:defRPr/>
            </a:pPr>
            <a:fld id="{A58F2D10-2F53-45F0-8BC6-C004B1D95564}" type="slidenum">
              <a:rPr lang="ja-JP" altLang="en-US">
                <a:latin typeface="Arial"/>
              </a:rPr>
              <a:pPr fontAlgn="base">
                <a:spcBef>
                  <a:spcPct val="0"/>
                </a:spcBef>
                <a:spcAft>
                  <a:spcPct val="0"/>
                </a:spcAft>
                <a:defRPr/>
              </a:pPr>
              <a:t>9</a:t>
            </a:fld>
            <a:endParaRPr lang="en-US" altLang="ja-JP">
              <a:latin typeface="Arial"/>
            </a:endParaRPr>
          </a:p>
        </p:txBody>
      </p:sp>
      <p:sp>
        <p:nvSpPr>
          <p:cNvPr id="620547" name="Rectangle 2">
            <a:extLst>
              <a:ext uri="{FF2B5EF4-FFF2-40B4-BE49-F238E27FC236}">
                <a16:creationId xmlns:a16="http://schemas.microsoft.com/office/drawing/2014/main" id="{4B5F9875-E0D9-446C-AC36-3B6C586B4EAA}"/>
              </a:ext>
            </a:extLst>
          </p:cNvPr>
          <p:cNvSpPr>
            <a:spLocks noGrp="1" noChangeArrowheads="1"/>
          </p:cNvSpPr>
          <p:nvPr>
            <p:ph type="body" idx="1"/>
          </p:nvPr>
        </p:nvSpPr>
        <p:spPr>
          <a:noFill/>
        </p:spPr>
        <p:txBody>
          <a:bodyPr/>
          <a:lstStyle/>
          <a:p>
            <a:pPr eaLnBrk="1" hangingPunct="1">
              <a:lnSpc>
                <a:spcPct val="140000"/>
              </a:lnSpc>
              <a:buSzPct val="60000"/>
              <a:buFontTx/>
              <a:buBlip>
                <a:blip r:embed="rId3"/>
              </a:buBlip>
            </a:pPr>
            <a:r>
              <a:rPr lang="en-US" altLang="zh-CN" b="1" dirty="0">
                <a:latin typeface="Times New Roman" panose="02020603050405020304" pitchFamily="18" charset="0"/>
              </a:rPr>
              <a:t>11.1.4 </a:t>
            </a:r>
            <a:r>
              <a:rPr lang="zh-CN" altLang="en-US" b="1" dirty="0">
                <a:latin typeface="Times New Roman" panose="02020603050405020304" pitchFamily="18" charset="0"/>
              </a:rPr>
              <a:t>反应式</a:t>
            </a:r>
            <a:r>
              <a:rPr lang="en-US" altLang="zh-CN" b="1" dirty="0">
                <a:latin typeface="Times New Roman" panose="02020603050405020304" pitchFamily="18" charset="0"/>
              </a:rPr>
              <a:t>Agent</a:t>
            </a:r>
          </a:p>
          <a:p>
            <a:pPr eaLnBrk="1" hangingPunct="1">
              <a:lnSpc>
                <a:spcPct val="140000"/>
              </a:lnSpc>
              <a:buSzPct val="60000"/>
              <a:buFontTx/>
              <a:buBlip>
                <a:blip r:embed="rId3"/>
              </a:buBlip>
            </a:pPr>
            <a:r>
              <a:rPr lang="zh-CN" altLang="en-US" b="1" dirty="0"/>
              <a:t>反应式</a:t>
            </a:r>
            <a:r>
              <a:rPr lang="en-US" altLang="zh-CN" b="1" dirty="0"/>
              <a:t>Agent</a:t>
            </a:r>
            <a:r>
              <a:rPr lang="zh-CN" altLang="en-US" b="1" dirty="0"/>
              <a:t>是一种具备对当时处境的实时反应能力的</a:t>
            </a:r>
            <a:r>
              <a:rPr lang="en-US" altLang="zh-CN" b="1" dirty="0"/>
              <a:t>Agent</a:t>
            </a:r>
            <a:r>
              <a:rPr lang="zh-CN" altLang="en-US" b="1" dirty="0"/>
              <a:t>。</a:t>
            </a:r>
            <a:r>
              <a:rPr lang="zh-CN" altLang="en-US" dirty="0"/>
              <a:t> </a:t>
            </a:r>
          </a:p>
        </p:txBody>
      </p:sp>
      <p:sp>
        <p:nvSpPr>
          <p:cNvPr id="620548" name="Rectangle 3">
            <a:extLst>
              <a:ext uri="{FF2B5EF4-FFF2-40B4-BE49-F238E27FC236}">
                <a16:creationId xmlns:a16="http://schemas.microsoft.com/office/drawing/2014/main" id="{7F3ED23C-AA21-400C-B9B8-4407A885281A}"/>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rPr>
              <a:t>11.1 </a:t>
            </a:r>
            <a:r>
              <a:rPr lang="zh-CN" altLang="en-US" dirty="0">
                <a:latin typeface="Times New Roman" panose="02020603050405020304" pitchFamily="18" charset="0"/>
              </a:rPr>
              <a:t>智能体的概念与结构 </a:t>
            </a:r>
          </a:p>
        </p:txBody>
      </p:sp>
      <p:grpSp>
        <p:nvGrpSpPr>
          <p:cNvPr id="620549" name="Group 4">
            <a:extLst>
              <a:ext uri="{FF2B5EF4-FFF2-40B4-BE49-F238E27FC236}">
                <a16:creationId xmlns:a16="http://schemas.microsoft.com/office/drawing/2014/main" id="{2964B7F8-4193-4A76-B18D-2699090654B9}"/>
              </a:ext>
            </a:extLst>
          </p:cNvPr>
          <p:cNvGrpSpPr>
            <a:grpSpLocks noChangeAspect="1"/>
          </p:cNvGrpSpPr>
          <p:nvPr/>
        </p:nvGrpSpPr>
        <p:grpSpPr bwMode="auto">
          <a:xfrm>
            <a:off x="2438400" y="3200400"/>
            <a:ext cx="7391400" cy="3022600"/>
            <a:chOff x="2220" y="2835"/>
            <a:chExt cx="6480" cy="2652"/>
          </a:xfrm>
        </p:grpSpPr>
        <p:sp>
          <p:nvSpPr>
            <p:cNvPr id="620550" name="AutoShape 5">
              <a:extLst>
                <a:ext uri="{FF2B5EF4-FFF2-40B4-BE49-F238E27FC236}">
                  <a16:creationId xmlns:a16="http://schemas.microsoft.com/office/drawing/2014/main" id="{3AA0F554-D2B8-43F4-B3B9-52755D6496B0}"/>
                </a:ext>
              </a:extLst>
            </p:cNvPr>
            <p:cNvSpPr>
              <a:spLocks noChangeAspect="1" noChangeArrowheads="1"/>
            </p:cNvSpPr>
            <p:nvPr/>
          </p:nvSpPr>
          <p:spPr bwMode="auto">
            <a:xfrm>
              <a:off x="2220" y="2835"/>
              <a:ext cx="6480" cy="2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20551" name="AutoShape 6">
              <a:extLst>
                <a:ext uri="{FF2B5EF4-FFF2-40B4-BE49-F238E27FC236}">
                  <a16:creationId xmlns:a16="http://schemas.microsoft.com/office/drawing/2014/main" id="{EC68EC1A-CBEA-44A8-A3AB-7D2B4BE3C590}"/>
                </a:ext>
              </a:extLst>
            </p:cNvPr>
            <p:cNvSpPr>
              <a:spLocks noChangeArrowheads="1"/>
            </p:cNvSpPr>
            <p:nvPr/>
          </p:nvSpPr>
          <p:spPr bwMode="auto">
            <a:xfrm>
              <a:off x="6540" y="4707"/>
              <a:ext cx="1079" cy="313"/>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传感器</a:t>
              </a:r>
              <a:endParaRPr lang="zh-CN" altLang="en-US">
                <a:solidFill>
                  <a:srgbClr val="000000"/>
                </a:solidFill>
              </a:endParaRPr>
            </a:p>
          </p:txBody>
        </p:sp>
        <p:sp>
          <p:nvSpPr>
            <p:cNvPr id="620552" name="AutoShape 7">
              <a:extLst>
                <a:ext uri="{FF2B5EF4-FFF2-40B4-BE49-F238E27FC236}">
                  <a16:creationId xmlns:a16="http://schemas.microsoft.com/office/drawing/2014/main" id="{12EBC385-6B0A-487F-B8B1-1C0724086A93}"/>
                </a:ext>
              </a:extLst>
            </p:cNvPr>
            <p:cNvSpPr>
              <a:spLocks noChangeArrowheads="1"/>
            </p:cNvSpPr>
            <p:nvPr/>
          </p:nvSpPr>
          <p:spPr bwMode="auto">
            <a:xfrm>
              <a:off x="4920" y="4707"/>
              <a:ext cx="1081" cy="314"/>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环境</a:t>
              </a:r>
              <a:endParaRPr lang="zh-CN" altLang="en-US">
                <a:solidFill>
                  <a:srgbClr val="000000"/>
                </a:solidFill>
              </a:endParaRPr>
            </a:p>
          </p:txBody>
        </p:sp>
        <p:sp>
          <p:nvSpPr>
            <p:cNvPr id="620553" name="AutoShape 8">
              <a:extLst>
                <a:ext uri="{FF2B5EF4-FFF2-40B4-BE49-F238E27FC236}">
                  <a16:creationId xmlns:a16="http://schemas.microsoft.com/office/drawing/2014/main" id="{1BAA2AFE-206C-4069-9354-98564CB3E5B6}"/>
                </a:ext>
              </a:extLst>
            </p:cNvPr>
            <p:cNvSpPr>
              <a:spLocks noChangeArrowheads="1"/>
            </p:cNvSpPr>
            <p:nvPr/>
          </p:nvSpPr>
          <p:spPr bwMode="auto">
            <a:xfrm>
              <a:off x="3309" y="4707"/>
              <a:ext cx="1079" cy="313"/>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执行器</a:t>
              </a:r>
              <a:endParaRPr lang="zh-CN" altLang="en-US">
                <a:solidFill>
                  <a:srgbClr val="000000"/>
                </a:solidFill>
              </a:endParaRPr>
            </a:p>
          </p:txBody>
        </p:sp>
        <p:sp>
          <p:nvSpPr>
            <p:cNvPr id="620554" name="AutoShape 9">
              <a:extLst>
                <a:ext uri="{FF2B5EF4-FFF2-40B4-BE49-F238E27FC236}">
                  <a16:creationId xmlns:a16="http://schemas.microsoft.com/office/drawing/2014/main" id="{924ADE15-B1F5-4706-AB57-4245CBFB170B}"/>
                </a:ext>
              </a:extLst>
            </p:cNvPr>
            <p:cNvSpPr>
              <a:spLocks noChangeArrowheads="1"/>
            </p:cNvSpPr>
            <p:nvPr/>
          </p:nvSpPr>
          <p:spPr bwMode="auto">
            <a:xfrm>
              <a:off x="2852" y="3302"/>
              <a:ext cx="1978" cy="313"/>
            </a:xfrm>
            <a:prstGeom prst="flowChartProcess">
              <a:avLst/>
            </a:prstGeom>
            <a:solidFill>
              <a:srgbClr val="FFFFFF"/>
            </a:solidFill>
            <a:ln w="9525">
              <a:solidFill>
                <a:srgbClr val="000000"/>
              </a:solidFill>
              <a:miter lim="800000"/>
              <a:headEnd/>
              <a:tailEnd/>
            </a:ln>
          </p:spPr>
          <p:txBody>
            <a:bodyPr t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条件</a:t>
              </a:r>
              <a:r>
                <a:rPr lang="en-US" altLang="zh-CN">
                  <a:solidFill>
                    <a:srgbClr val="000000"/>
                  </a:solidFill>
                  <a:latin typeface="Times New Roman" panose="02020603050405020304" pitchFamily="18" charset="0"/>
                </a:rPr>
                <a:t>-</a:t>
              </a:r>
              <a:r>
                <a:rPr lang="zh-CN" altLang="en-US">
                  <a:solidFill>
                    <a:srgbClr val="000000"/>
                  </a:solidFill>
                  <a:latin typeface="Times New Roman" panose="02020603050405020304" pitchFamily="18" charset="0"/>
                </a:rPr>
                <a:t>作用规则</a:t>
              </a:r>
              <a:endParaRPr lang="zh-CN" altLang="en-US">
                <a:solidFill>
                  <a:srgbClr val="000000"/>
                </a:solidFill>
              </a:endParaRPr>
            </a:p>
          </p:txBody>
        </p:sp>
        <p:sp>
          <p:nvSpPr>
            <p:cNvPr id="620555" name="AutoShape 10">
              <a:extLst>
                <a:ext uri="{FF2B5EF4-FFF2-40B4-BE49-F238E27FC236}">
                  <a16:creationId xmlns:a16="http://schemas.microsoft.com/office/drawing/2014/main" id="{4E3C09D5-DAB2-433C-BFCA-AB15A4BE4CC0}"/>
                </a:ext>
              </a:extLst>
            </p:cNvPr>
            <p:cNvSpPr>
              <a:spLocks noChangeArrowheads="1"/>
            </p:cNvSpPr>
            <p:nvPr/>
          </p:nvSpPr>
          <p:spPr bwMode="auto">
            <a:xfrm>
              <a:off x="3128" y="3936"/>
              <a:ext cx="1432" cy="303"/>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作用决策</a:t>
              </a:r>
              <a:endParaRPr lang="zh-CN" altLang="en-US">
                <a:solidFill>
                  <a:srgbClr val="000000"/>
                </a:solidFill>
              </a:endParaRPr>
            </a:p>
          </p:txBody>
        </p:sp>
        <p:sp>
          <p:nvSpPr>
            <p:cNvPr id="620556" name="AutoShape 11">
              <a:extLst>
                <a:ext uri="{FF2B5EF4-FFF2-40B4-BE49-F238E27FC236}">
                  <a16:creationId xmlns:a16="http://schemas.microsoft.com/office/drawing/2014/main" id="{15E7EBE6-E440-4640-BC2C-5F247FDC65F0}"/>
                </a:ext>
              </a:extLst>
            </p:cNvPr>
            <p:cNvSpPr>
              <a:spLocks noChangeArrowheads="1"/>
            </p:cNvSpPr>
            <p:nvPr/>
          </p:nvSpPr>
          <p:spPr bwMode="auto">
            <a:xfrm>
              <a:off x="6180" y="3927"/>
              <a:ext cx="1440" cy="312"/>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世界现状</a:t>
              </a:r>
              <a:endParaRPr lang="zh-CN" altLang="en-US">
                <a:solidFill>
                  <a:srgbClr val="000000"/>
                </a:solidFill>
              </a:endParaRPr>
            </a:p>
          </p:txBody>
        </p:sp>
        <p:cxnSp>
          <p:nvCxnSpPr>
            <p:cNvPr id="620557" name="AutoShape 12">
              <a:extLst>
                <a:ext uri="{FF2B5EF4-FFF2-40B4-BE49-F238E27FC236}">
                  <a16:creationId xmlns:a16="http://schemas.microsoft.com/office/drawing/2014/main" id="{A87F3E91-1763-4136-94E2-843A483C59AB}"/>
                </a:ext>
              </a:extLst>
            </p:cNvPr>
            <p:cNvCxnSpPr>
              <a:cxnSpLocks noChangeShapeType="1"/>
              <a:stCxn id="620555" idx="1"/>
              <a:endCxn id="620553" idx="1"/>
            </p:cNvCxnSpPr>
            <p:nvPr/>
          </p:nvCxnSpPr>
          <p:spPr bwMode="auto">
            <a:xfrm rot="10800000" flipH="1" flipV="1">
              <a:off x="3128" y="4088"/>
              <a:ext cx="181" cy="776"/>
            </a:xfrm>
            <a:prstGeom prst="bentConnector3">
              <a:avLst>
                <a:gd name="adj1" fmla="val -198894"/>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620558" name="AutoShape 13">
              <a:extLst>
                <a:ext uri="{FF2B5EF4-FFF2-40B4-BE49-F238E27FC236}">
                  <a16:creationId xmlns:a16="http://schemas.microsoft.com/office/drawing/2014/main" id="{B6FE4D5E-BFF6-42B4-A0F9-01466A758A02}"/>
                </a:ext>
              </a:extLst>
            </p:cNvPr>
            <p:cNvCxnSpPr>
              <a:cxnSpLocks noChangeShapeType="1"/>
              <a:stCxn id="620553" idx="3"/>
              <a:endCxn id="620552" idx="1"/>
            </p:cNvCxnSpPr>
            <p:nvPr/>
          </p:nvCxnSpPr>
          <p:spPr bwMode="auto">
            <a:xfrm>
              <a:off x="4388" y="4864"/>
              <a:ext cx="532"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0559" name="AutoShape 14">
              <a:extLst>
                <a:ext uri="{FF2B5EF4-FFF2-40B4-BE49-F238E27FC236}">
                  <a16:creationId xmlns:a16="http://schemas.microsoft.com/office/drawing/2014/main" id="{F1233186-02AC-4CC5-AFC3-AE7B4652DB87}"/>
                </a:ext>
              </a:extLst>
            </p:cNvPr>
            <p:cNvCxnSpPr>
              <a:cxnSpLocks noChangeShapeType="1"/>
              <a:stCxn id="620552" idx="3"/>
              <a:endCxn id="620551" idx="1"/>
            </p:cNvCxnSpPr>
            <p:nvPr/>
          </p:nvCxnSpPr>
          <p:spPr bwMode="auto">
            <a:xfrm>
              <a:off x="6001" y="4864"/>
              <a:ext cx="539"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0560" name="AutoShape 15">
              <a:extLst>
                <a:ext uri="{FF2B5EF4-FFF2-40B4-BE49-F238E27FC236}">
                  <a16:creationId xmlns:a16="http://schemas.microsoft.com/office/drawing/2014/main" id="{8E42599D-5092-4ECA-88E9-05C1547AD629}"/>
                </a:ext>
              </a:extLst>
            </p:cNvPr>
            <p:cNvCxnSpPr>
              <a:cxnSpLocks noChangeShapeType="1"/>
              <a:stCxn id="620555" idx="3"/>
              <a:endCxn id="620556" idx="1"/>
            </p:cNvCxnSpPr>
            <p:nvPr/>
          </p:nvCxnSpPr>
          <p:spPr bwMode="auto">
            <a:xfrm flipV="1">
              <a:off x="4560" y="4083"/>
              <a:ext cx="1620" cy="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0561" name="AutoShape 16">
              <a:extLst>
                <a:ext uri="{FF2B5EF4-FFF2-40B4-BE49-F238E27FC236}">
                  <a16:creationId xmlns:a16="http://schemas.microsoft.com/office/drawing/2014/main" id="{86E581F1-A80E-4D8D-BB81-1B11028DD205}"/>
                </a:ext>
              </a:extLst>
            </p:cNvPr>
            <p:cNvCxnSpPr>
              <a:cxnSpLocks noChangeShapeType="1"/>
              <a:stCxn id="620556" idx="3"/>
              <a:endCxn id="620551" idx="3"/>
            </p:cNvCxnSpPr>
            <p:nvPr/>
          </p:nvCxnSpPr>
          <p:spPr bwMode="auto">
            <a:xfrm flipH="1">
              <a:off x="7619" y="4083"/>
              <a:ext cx="1" cy="781"/>
            </a:xfrm>
            <a:prstGeom prst="bentConnector3">
              <a:avLst>
                <a:gd name="adj1" fmla="val -36000000"/>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620562" name="AutoShape 17">
              <a:extLst>
                <a:ext uri="{FF2B5EF4-FFF2-40B4-BE49-F238E27FC236}">
                  <a16:creationId xmlns:a16="http://schemas.microsoft.com/office/drawing/2014/main" id="{47A9832E-F04F-4118-8B75-E327EE6DDDE1}"/>
                </a:ext>
              </a:extLst>
            </p:cNvPr>
            <p:cNvCxnSpPr>
              <a:cxnSpLocks noChangeShapeType="1"/>
              <a:stCxn id="620554" idx="2"/>
              <a:endCxn id="620555" idx="0"/>
            </p:cNvCxnSpPr>
            <p:nvPr/>
          </p:nvCxnSpPr>
          <p:spPr bwMode="auto">
            <a:xfrm>
              <a:off x="3841" y="3615"/>
              <a:ext cx="3" cy="32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20563" name="Text Box 18">
              <a:extLst>
                <a:ext uri="{FF2B5EF4-FFF2-40B4-BE49-F238E27FC236}">
                  <a16:creationId xmlns:a16="http://schemas.microsoft.com/office/drawing/2014/main" id="{F382FFD6-AC4E-4C19-A190-4720B50529DA}"/>
                </a:ext>
              </a:extLst>
            </p:cNvPr>
            <p:cNvSpPr txBox="1">
              <a:spLocks noChangeArrowheads="1"/>
            </p:cNvSpPr>
            <p:nvPr/>
          </p:nvSpPr>
          <p:spPr bwMode="auto">
            <a:xfrm>
              <a:off x="6180" y="3147"/>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en-US" altLang="zh-CN">
                  <a:solidFill>
                    <a:srgbClr val="000000"/>
                  </a:solidFill>
                  <a:latin typeface="Times New Roman" panose="02020603050405020304" pitchFamily="18" charset="0"/>
                </a:rPr>
                <a:t>Agent</a:t>
              </a:r>
              <a:endParaRPr lang="en-US" altLang="zh-CN">
                <a:solidFill>
                  <a:srgbClr val="000000"/>
                </a:solidFill>
              </a:endParaRPr>
            </a:p>
          </p:txBody>
        </p:sp>
        <p:sp>
          <p:nvSpPr>
            <p:cNvPr id="620564" name="Freeform 19">
              <a:extLst>
                <a:ext uri="{FF2B5EF4-FFF2-40B4-BE49-F238E27FC236}">
                  <a16:creationId xmlns:a16="http://schemas.microsoft.com/office/drawing/2014/main" id="{B8D4B155-1E04-4B61-8210-8F8767412672}"/>
                </a:ext>
              </a:extLst>
            </p:cNvPr>
            <p:cNvSpPr>
              <a:spLocks/>
            </p:cNvSpPr>
            <p:nvPr/>
          </p:nvSpPr>
          <p:spPr bwMode="auto">
            <a:xfrm>
              <a:off x="2385" y="3057"/>
              <a:ext cx="5760" cy="2184"/>
            </a:xfrm>
            <a:custGeom>
              <a:avLst/>
              <a:gdLst>
                <a:gd name="T0" fmla="*/ 0 w 5760"/>
                <a:gd name="T1" fmla="*/ 0 h 2184"/>
                <a:gd name="T2" fmla="*/ 5760 w 5760"/>
                <a:gd name="T3" fmla="*/ 0 h 2184"/>
                <a:gd name="T4" fmla="*/ 5760 w 5760"/>
                <a:gd name="T5" fmla="*/ 2184 h 2184"/>
                <a:gd name="T6" fmla="*/ 3960 w 5760"/>
                <a:gd name="T7" fmla="*/ 2184 h 2184"/>
                <a:gd name="T8" fmla="*/ 3780 w 5760"/>
                <a:gd name="T9" fmla="*/ 2184 h 2184"/>
                <a:gd name="T10" fmla="*/ 3780 w 5760"/>
                <a:gd name="T11" fmla="*/ 1560 h 2184"/>
                <a:gd name="T12" fmla="*/ 2340 w 5760"/>
                <a:gd name="T13" fmla="*/ 1560 h 2184"/>
                <a:gd name="T14" fmla="*/ 2340 w 5760"/>
                <a:gd name="T15" fmla="*/ 2184 h 2184"/>
                <a:gd name="T16" fmla="*/ 0 w 5760"/>
                <a:gd name="T17" fmla="*/ 2184 h 2184"/>
                <a:gd name="T18" fmla="*/ 0 w 5760"/>
                <a:gd name="T19" fmla="*/ 0 h 21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760" h="2184">
                  <a:moveTo>
                    <a:pt x="0" y="0"/>
                  </a:moveTo>
                  <a:lnTo>
                    <a:pt x="5760" y="0"/>
                  </a:lnTo>
                  <a:lnTo>
                    <a:pt x="5760" y="2184"/>
                  </a:lnTo>
                  <a:lnTo>
                    <a:pt x="3960" y="2184"/>
                  </a:lnTo>
                  <a:lnTo>
                    <a:pt x="3780" y="2184"/>
                  </a:lnTo>
                  <a:lnTo>
                    <a:pt x="3780" y="1560"/>
                  </a:lnTo>
                  <a:lnTo>
                    <a:pt x="2340" y="1560"/>
                  </a:lnTo>
                  <a:lnTo>
                    <a:pt x="2340" y="2184"/>
                  </a:lnTo>
                  <a:lnTo>
                    <a:pt x="0" y="2184"/>
                  </a:lnTo>
                  <a:lnTo>
                    <a:pt x="0" y="0"/>
                  </a:lnTo>
                  <a:close/>
                </a:path>
              </a:pathLst>
            </a:custGeom>
            <a:noFill/>
            <a:ln w="9525" cap="flat">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灯片编号占位符 1">
            <a:extLst>
              <a:ext uri="{FF2B5EF4-FFF2-40B4-BE49-F238E27FC236}">
                <a16:creationId xmlns:a16="http://schemas.microsoft.com/office/drawing/2014/main" id="{97BB6F17-CC32-495E-BFB1-CF807617BCC8}"/>
              </a:ext>
            </a:extLst>
          </p:cNvPr>
          <p:cNvSpPr>
            <a:spLocks noGrp="1"/>
          </p:cNvSpPr>
          <p:nvPr>
            <p:ph type="sldNum" sz="quarter" idx="10"/>
          </p:nvPr>
        </p:nvSpPr>
        <p:spPr/>
        <p:txBody>
          <a:bodyPr/>
          <a:lstStyle/>
          <a:p>
            <a:pPr fontAlgn="base">
              <a:spcBef>
                <a:spcPct val="0"/>
              </a:spcBef>
              <a:spcAft>
                <a:spcPct val="0"/>
              </a:spcAft>
              <a:defRPr/>
            </a:pPr>
            <a:fld id="{EF6D8DE4-5402-473A-B348-546184A26253}" type="slidenum">
              <a:rPr lang="ja-JP" altLang="en-US">
                <a:latin typeface="Arial"/>
              </a:rPr>
              <a:pPr fontAlgn="base">
                <a:spcBef>
                  <a:spcPct val="0"/>
                </a:spcBef>
                <a:spcAft>
                  <a:spcPct val="0"/>
                </a:spcAft>
                <a:defRPr/>
              </a:pPr>
              <a:t>10</a:t>
            </a:fld>
            <a:endParaRPr lang="en-US" altLang="ja-JP">
              <a:latin typeface="Arial"/>
            </a:endParaRPr>
          </a:p>
        </p:txBody>
      </p:sp>
      <p:sp>
        <p:nvSpPr>
          <p:cNvPr id="622595" name="Rectangle 2">
            <a:extLst>
              <a:ext uri="{FF2B5EF4-FFF2-40B4-BE49-F238E27FC236}">
                <a16:creationId xmlns:a16="http://schemas.microsoft.com/office/drawing/2014/main" id="{C79EB050-402F-4F23-AF9F-CE9F03242A45}"/>
              </a:ext>
            </a:extLst>
          </p:cNvPr>
          <p:cNvSpPr>
            <a:spLocks noChangeArrowheads="1"/>
          </p:cNvSpPr>
          <p:nvPr/>
        </p:nvSpPr>
        <p:spPr bwMode="auto">
          <a:xfrm>
            <a:off x="606490" y="908051"/>
            <a:ext cx="9810685"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lnSpc>
                <a:spcPct val="140000"/>
              </a:lnSpc>
              <a:spcAft>
                <a:spcPct val="0"/>
              </a:spcAft>
              <a:buClr>
                <a:srgbClr val="CC0000"/>
              </a:buClr>
              <a:buSzPct val="60000"/>
              <a:buBlip>
                <a:blip r:embed="rId2"/>
              </a:buBlip>
            </a:pPr>
            <a:r>
              <a:rPr lang="en-US" altLang="zh-CN" b="1" dirty="0">
                <a:solidFill>
                  <a:srgbClr val="000000"/>
                </a:solidFill>
                <a:latin typeface="Times New Roman" panose="02020603050405020304" pitchFamily="18" charset="0"/>
              </a:rPr>
              <a:t>11.1.5 </a:t>
            </a:r>
            <a:r>
              <a:rPr lang="zh-CN" altLang="en-US" b="1" dirty="0">
                <a:solidFill>
                  <a:srgbClr val="000000"/>
                </a:solidFill>
                <a:latin typeface="Times New Roman" panose="02020603050405020304" pitchFamily="18" charset="0"/>
              </a:rPr>
              <a:t>慎思式</a:t>
            </a:r>
            <a:r>
              <a:rPr lang="en-US" altLang="zh-CN" b="1" dirty="0">
                <a:solidFill>
                  <a:srgbClr val="000000"/>
                </a:solidFill>
                <a:latin typeface="Times New Roman" panose="02020603050405020304" pitchFamily="18" charset="0"/>
              </a:rPr>
              <a:t>Agent</a:t>
            </a:r>
          </a:p>
          <a:p>
            <a:pPr fontAlgn="base">
              <a:lnSpc>
                <a:spcPct val="140000"/>
              </a:lnSpc>
              <a:spcAft>
                <a:spcPct val="0"/>
              </a:spcAft>
              <a:buClr>
                <a:srgbClr val="CC0000"/>
              </a:buClr>
              <a:buSzPct val="60000"/>
              <a:buBlip>
                <a:blip r:embed="rId2"/>
              </a:buBlip>
            </a:pPr>
            <a:r>
              <a:rPr lang="zh-CN" altLang="en-US" b="1" dirty="0">
                <a:solidFill>
                  <a:srgbClr val="000000"/>
                </a:solidFill>
              </a:rPr>
              <a:t>慎思式</a:t>
            </a:r>
            <a:r>
              <a:rPr lang="en-US" altLang="zh-CN" b="1" dirty="0">
                <a:solidFill>
                  <a:srgbClr val="000000"/>
                </a:solidFill>
              </a:rPr>
              <a:t>Agent</a:t>
            </a:r>
            <a:r>
              <a:rPr lang="zh-CN" altLang="en-US" b="1" dirty="0">
                <a:solidFill>
                  <a:srgbClr val="000000"/>
                </a:solidFill>
              </a:rPr>
              <a:t>是一种基于知识的系统，包括环境描述和丰富的智能行为的逻辑推理能力。</a:t>
            </a:r>
            <a:r>
              <a:rPr lang="zh-CN" altLang="en-US" dirty="0">
                <a:solidFill>
                  <a:srgbClr val="000000"/>
                </a:solidFill>
              </a:rPr>
              <a:t>  </a:t>
            </a:r>
          </a:p>
        </p:txBody>
      </p:sp>
      <p:sp>
        <p:nvSpPr>
          <p:cNvPr id="622596" name="Rectangle 3">
            <a:extLst>
              <a:ext uri="{FF2B5EF4-FFF2-40B4-BE49-F238E27FC236}">
                <a16:creationId xmlns:a16="http://schemas.microsoft.com/office/drawing/2014/main" id="{BD747F20-E4BA-4394-BB85-285A50D70CDB}"/>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800" b="1" dirty="0">
                <a:solidFill>
                  <a:srgbClr val="FFFFFF"/>
                </a:solidFill>
                <a:latin typeface="Times New Roman" panose="02020603050405020304" pitchFamily="18" charset="0"/>
              </a:rPr>
              <a:t>11.1 </a:t>
            </a:r>
            <a:r>
              <a:rPr lang="zh-CN" altLang="en-US" sz="3800" b="1" dirty="0">
                <a:solidFill>
                  <a:srgbClr val="FFFFFF"/>
                </a:solidFill>
                <a:latin typeface="Times New Roman" panose="02020603050405020304" pitchFamily="18" charset="0"/>
              </a:rPr>
              <a:t>智能体的概念与结构 </a:t>
            </a:r>
          </a:p>
        </p:txBody>
      </p:sp>
      <p:grpSp>
        <p:nvGrpSpPr>
          <p:cNvPr id="622597" name="Group 4">
            <a:extLst>
              <a:ext uri="{FF2B5EF4-FFF2-40B4-BE49-F238E27FC236}">
                <a16:creationId xmlns:a16="http://schemas.microsoft.com/office/drawing/2014/main" id="{FE562D77-D1CB-4C52-A5C3-BA602C0D0D07}"/>
              </a:ext>
            </a:extLst>
          </p:cNvPr>
          <p:cNvGrpSpPr>
            <a:grpSpLocks noChangeAspect="1"/>
          </p:cNvGrpSpPr>
          <p:nvPr/>
        </p:nvGrpSpPr>
        <p:grpSpPr bwMode="auto">
          <a:xfrm>
            <a:off x="2286000" y="3200401"/>
            <a:ext cx="7772400" cy="3190875"/>
            <a:chOff x="2220" y="2610"/>
            <a:chExt cx="6840" cy="2808"/>
          </a:xfrm>
        </p:grpSpPr>
        <p:sp>
          <p:nvSpPr>
            <p:cNvPr id="622598" name="AutoShape 5">
              <a:extLst>
                <a:ext uri="{FF2B5EF4-FFF2-40B4-BE49-F238E27FC236}">
                  <a16:creationId xmlns:a16="http://schemas.microsoft.com/office/drawing/2014/main" id="{C5E68767-2C62-4AFF-B11C-17F91F74BED6}"/>
                </a:ext>
              </a:extLst>
            </p:cNvPr>
            <p:cNvSpPr>
              <a:spLocks noChangeAspect="1" noChangeArrowheads="1"/>
            </p:cNvSpPr>
            <p:nvPr/>
          </p:nvSpPr>
          <p:spPr bwMode="auto">
            <a:xfrm>
              <a:off x="2220" y="2610"/>
              <a:ext cx="6840" cy="2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22599" name="AutoShape 6">
              <a:extLst>
                <a:ext uri="{FF2B5EF4-FFF2-40B4-BE49-F238E27FC236}">
                  <a16:creationId xmlns:a16="http://schemas.microsoft.com/office/drawing/2014/main" id="{BA060AE9-E337-452D-BF72-3F72209BD115}"/>
                </a:ext>
              </a:extLst>
            </p:cNvPr>
            <p:cNvSpPr>
              <a:spLocks noChangeArrowheads="1"/>
            </p:cNvSpPr>
            <p:nvPr/>
          </p:nvSpPr>
          <p:spPr bwMode="auto">
            <a:xfrm>
              <a:off x="3120" y="3234"/>
              <a:ext cx="900" cy="312"/>
            </a:xfrm>
            <a:prstGeom prst="flowChartProcess">
              <a:avLst/>
            </a:prstGeom>
            <a:solidFill>
              <a:srgbClr val="FFFFFF"/>
            </a:solidFill>
            <a:ln w="9525">
              <a:solidFill>
                <a:srgbClr val="000000"/>
              </a:solidFill>
              <a:miter lim="800000"/>
              <a:headEnd/>
              <a:tailEnd/>
            </a:ln>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目标</a:t>
              </a:r>
              <a:endParaRPr lang="zh-CN" altLang="en-US">
                <a:solidFill>
                  <a:srgbClr val="000000"/>
                </a:solidFill>
              </a:endParaRPr>
            </a:p>
          </p:txBody>
        </p:sp>
        <p:sp>
          <p:nvSpPr>
            <p:cNvPr id="622600" name="AutoShape 7">
              <a:extLst>
                <a:ext uri="{FF2B5EF4-FFF2-40B4-BE49-F238E27FC236}">
                  <a16:creationId xmlns:a16="http://schemas.microsoft.com/office/drawing/2014/main" id="{9806EF83-0508-4932-A376-8AE830A6D43C}"/>
                </a:ext>
              </a:extLst>
            </p:cNvPr>
            <p:cNvSpPr>
              <a:spLocks noChangeArrowheads="1"/>
            </p:cNvSpPr>
            <p:nvPr/>
          </p:nvSpPr>
          <p:spPr bwMode="auto">
            <a:xfrm>
              <a:off x="4815" y="3234"/>
              <a:ext cx="900" cy="312"/>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知识库</a:t>
              </a:r>
              <a:endParaRPr lang="zh-CN" altLang="en-US">
                <a:solidFill>
                  <a:srgbClr val="000000"/>
                </a:solidFill>
              </a:endParaRPr>
            </a:p>
          </p:txBody>
        </p:sp>
        <p:sp>
          <p:nvSpPr>
            <p:cNvPr id="622601" name="AutoShape 8">
              <a:extLst>
                <a:ext uri="{FF2B5EF4-FFF2-40B4-BE49-F238E27FC236}">
                  <a16:creationId xmlns:a16="http://schemas.microsoft.com/office/drawing/2014/main" id="{02D17ABB-153E-49D5-952C-E368F906B24A}"/>
                </a:ext>
              </a:extLst>
            </p:cNvPr>
            <p:cNvSpPr>
              <a:spLocks noChangeArrowheads="1"/>
            </p:cNvSpPr>
            <p:nvPr/>
          </p:nvSpPr>
          <p:spPr bwMode="auto">
            <a:xfrm>
              <a:off x="6434" y="3234"/>
              <a:ext cx="902" cy="312"/>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状态</a:t>
              </a:r>
              <a:endParaRPr lang="zh-CN" altLang="en-US">
                <a:solidFill>
                  <a:srgbClr val="000000"/>
                </a:solidFill>
              </a:endParaRPr>
            </a:p>
          </p:txBody>
        </p:sp>
        <p:sp>
          <p:nvSpPr>
            <p:cNvPr id="622602" name="AutoShape 9">
              <a:extLst>
                <a:ext uri="{FF2B5EF4-FFF2-40B4-BE49-F238E27FC236}">
                  <a16:creationId xmlns:a16="http://schemas.microsoft.com/office/drawing/2014/main" id="{F4C56DFE-0FC6-4BF5-873A-A0FA62444723}"/>
                </a:ext>
              </a:extLst>
            </p:cNvPr>
            <p:cNvSpPr>
              <a:spLocks noChangeArrowheads="1"/>
            </p:cNvSpPr>
            <p:nvPr/>
          </p:nvSpPr>
          <p:spPr bwMode="auto">
            <a:xfrm>
              <a:off x="2940" y="3858"/>
              <a:ext cx="1260" cy="312"/>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作用决策</a:t>
              </a:r>
              <a:endParaRPr lang="zh-CN" altLang="en-US">
                <a:solidFill>
                  <a:srgbClr val="000000"/>
                </a:solidFill>
              </a:endParaRPr>
            </a:p>
          </p:txBody>
        </p:sp>
        <p:sp>
          <p:nvSpPr>
            <p:cNvPr id="622603" name="AutoShape 10">
              <a:extLst>
                <a:ext uri="{FF2B5EF4-FFF2-40B4-BE49-F238E27FC236}">
                  <a16:creationId xmlns:a16="http://schemas.microsoft.com/office/drawing/2014/main" id="{FCABB0AA-1926-41FE-86E4-C1039EFFB2AF}"/>
                </a:ext>
              </a:extLst>
            </p:cNvPr>
            <p:cNvSpPr>
              <a:spLocks noChangeArrowheads="1"/>
            </p:cNvSpPr>
            <p:nvPr/>
          </p:nvSpPr>
          <p:spPr bwMode="auto">
            <a:xfrm>
              <a:off x="4920" y="3858"/>
              <a:ext cx="720" cy="312"/>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规划</a:t>
              </a:r>
              <a:endParaRPr lang="zh-CN" altLang="en-US">
                <a:solidFill>
                  <a:srgbClr val="000000"/>
                </a:solidFill>
              </a:endParaRPr>
            </a:p>
          </p:txBody>
        </p:sp>
        <p:sp>
          <p:nvSpPr>
            <p:cNvPr id="622604" name="AutoShape 11">
              <a:extLst>
                <a:ext uri="{FF2B5EF4-FFF2-40B4-BE49-F238E27FC236}">
                  <a16:creationId xmlns:a16="http://schemas.microsoft.com/office/drawing/2014/main" id="{B9CD84CF-0442-499C-AD42-30F4E72C89F2}"/>
                </a:ext>
              </a:extLst>
            </p:cNvPr>
            <p:cNvSpPr>
              <a:spLocks noChangeArrowheads="1"/>
            </p:cNvSpPr>
            <p:nvPr/>
          </p:nvSpPr>
          <p:spPr bwMode="auto">
            <a:xfrm>
              <a:off x="6360" y="3858"/>
              <a:ext cx="1080" cy="312"/>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信息融合</a:t>
              </a:r>
              <a:endParaRPr lang="zh-CN" altLang="en-US">
                <a:solidFill>
                  <a:srgbClr val="000000"/>
                </a:solidFill>
              </a:endParaRPr>
            </a:p>
          </p:txBody>
        </p:sp>
        <p:sp>
          <p:nvSpPr>
            <p:cNvPr id="622605" name="AutoShape 12">
              <a:extLst>
                <a:ext uri="{FF2B5EF4-FFF2-40B4-BE49-F238E27FC236}">
                  <a16:creationId xmlns:a16="http://schemas.microsoft.com/office/drawing/2014/main" id="{5540D632-8585-4D31-A1E0-4F599F71521B}"/>
                </a:ext>
              </a:extLst>
            </p:cNvPr>
            <p:cNvSpPr>
              <a:spLocks noChangeArrowheads="1"/>
            </p:cNvSpPr>
            <p:nvPr/>
          </p:nvSpPr>
          <p:spPr bwMode="auto">
            <a:xfrm>
              <a:off x="6360" y="4638"/>
              <a:ext cx="900" cy="313"/>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传感器</a:t>
              </a:r>
              <a:endParaRPr lang="zh-CN" altLang="en-US">
                <a:solidFill>
                  <a:srgbClr val="000000"/>
                </a:solidFill>
              </a:endParaRPr>
            </a:p>
          </p:txBody>
        </p:sp>
        <p:sp>
          <p:nvSpPr>
            <p:cNvPr id="622606" name="AutoShape 13">
              <a:extLst>
                <a:ext uri="{FF2B5EF4-FFF2-40B4-BE49-F238E27FC236}">
                  <a16:creationId xmlns:a16="http://schemas.microsoft.com/office/drawing/2014/main" id="{4D06C808-0A83-4F09-AD09-478ECB543FDD}"/>
                </a:ext>
              </a:extLst>
            </p:cNvPr>
            <p:cNvSpPr>
              <a:spLocks noChangeArrowheads="1"/>
            </p:cNvSpPr>
            <p:nvPr/>
          </p:nvSpPr>
          <p:spPr bwMode="auto">
            <a:xfrm>
              <a:off x="4740" y="4638"/>
              <a:ext cx="720" cy="312"/>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环境</a:t>
              </a:r>
              <a:endParaRPr lang="zh-CN" altLang="en-US">
                <a:solidFill>
                  <a:srgbClr val="000000"/>
                </a:solidFill>
              </a:endParaRPr>
            </a:p>
          </p:txBody>
        </p:sp>
        <p:sp>
          <p:nvSpPr>
            <p:cNvPr id="622607" name="AutoShape 14">
              <a:extLst>
                <a:ext uri="{FF2B5EF4-FFF2-40B4-BE49-F238E27FC236}">
                  <a16:creationId xmlns:a16="http://schemas.microsoft.com/office/drawing/2014/main" id="{E0907359-20CC-4F20-8E47-CABE69597103}"/>
                </a:ext>
              </a:extLst>
            </p:cNvPr>
            <p:cNvSpPr>
              <a:spLocks noChangeArrowheads="1"/>
            </p:cNvSpPr>
            <p:nvPr/>
          </p:nvSpPr>
          <p:spPr bwMode="auto">
            <a:xfrm>
              <a:off x="3300" y="4638"/>
              <a:ext cx="900" cy="312"/>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执行器</a:t>
              </a:r>
              <a:endParaRPr lang="zh-CN" altLang="en-US">
                <a:solidFill>
                  <a:srgbClr val="000000"/>
                </a:solidFill>
              </a:endParaRPr>
            </a:p>
          </p:txBody>
        </p:sp>
        <p:cxnSp>
          <p:nvCxnSpPr>
            <p:cNvPr id="622608" name="AutoShape 15">
              <a:extLst>
                <a:ext uri="{FF2B5EF4-FFF2-40B4-BE49-F238E27FC236}">
                  <a16:creationId xmlns:a16="http://schemas.microsoft.com/office/drawing/2014/main" id="{8DFC0B90-E083-4B75-8264-5E5102D62A0C}"/>
                </a:ext>
              </a:extLst>
            </p:cNvPr>
            <p:cNvCxnSpPr>
              <a:cxnSpLocks noChangeShapeType="1"/>
              <a:stCxn id="622599" idx="2"/>
              <a:endCxn id="622602" idx="0"/>
            </p:cNvCxnSpPr>
            <p:nvPr/>
          </p:nvCxnSpPr>
          <p:spPr bwMode="auto">
            <a:xfrm>
              <a:off x="3570" y="3546"/>
              <a:ext cx="1" cy="31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2609" name="AutoShape 16">
              <a:extLst>
                <a:ext uri="{FF2B5EF4-FFF2-40B4-BE49-F238E27FC236}">
                  <a16:creationId xmlns:a16="http://schemas.microsoft.com/office/drawing/2014/main" id="{972AD187-BE7F-4184-8B09-2788AAC05E28}"/>
                </a:ext>
              </a:extLst>
            </p:cNvPr>
            <p:cNvCxnSpPr>
              <a:cxnSpLocks noChangeShapeType="1"/>
              <a:stCxn id="622600" idx="2"/>
              <a:endCxn id="622603" idx="0"/>
            </p:cNvCxnSpPr>
            <p:nvPr/>
          </p:nvCxnSpPr>
          <p:spPr bwMode="auto">
            <a:xfrm>
              <a:off x="5265" y="3546"/>
              <a:ext cx="15" cy="31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2610" name="AutoShape 17">
              <a:extLst>
                <a:ext uri="{FF2B5EF4-FFF2-40B4-BE49-F238E27FC236}">
                  <a16:creationId xmlns:a16="http://schemas.microsoft.com/office/drawing/2014/main" id="{500316C3-5FF9-4398-94BC-FC3B2F7B5A66}"/>
                </a:ext>
              </a:extLst>
            </p:cNvPr>
            <p:cNvCxnSpPr>
              <a:cxnSpLocks noChangeShapeType="1"/>
              <a:stCxn id="622601" idx="2"/>
              <a:endCxn id="622604" idx="0"/>
            </p:cNvCxnSpPr>
            <p:nvPr/>
          </p:nvCxnSpPr>
          <p:spPr bwMode="auto">
            <a:xfrm>
              <a:off x="6885" y="3546"/>
              <a:ext cx="15" cy="31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2611" name="AutoShape 18">
              <a:extLst>
                <a:ext uri="{FF2B5EF4-FFF2-40B4-BE49-F238E27FC236}">
                  <a16:creationId xmlns:a16="http://schemas.microsoft.com/office/drawing/2014/main" id="{32A25DDC-98DA-4067-A1F7-CC4000992DF8}"/>
                </a:ext>
              </a:extLst>
            </p:cNvPr>
            <p:cNvCxnSpPr>
              <a:cxnSpLocks noChangeShapeType="1"/>
              <a:stCxn id="622602" idx="1"/>
              <a:endCxn id="622607" idx="1"/>
            </p:cNvCxnSpPr>
            <p:nvPr/>
          </p:nvCxnSpPr>
          <p:spPr bwMode="auto">
            <a:xfrm rot="10800000" flipH="1" flipV="1">
              <a:off x="2940" y="4014"/>
              <a:ext cx="360" cy="780"/>
            </a:xfrm>
            <a:prstGeom prst="bentConnector3">
              <a:avLst>
                <a:gd name="adj1" fmla="val -100000"/>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622612" name="AutoShape 19">
              <a:extLst>
                <a:ext uri="{FF2B5EF4-FFF2-40B4-BE49-F238E27FC236}">
                  <a16:creationId xmlns:a16="http://schemas.microsoft.com/office/drawing/2014/main" id="{84612245-ADB5-46C7-BA77-4A3BDCF01ECF}"/>
                </a:ext>
              </a:extLst>
            </p:cNvPr>
            <p:cNvCxnSpPr>
              <a:cxnSpLocks noChangeShapeType="1"/>
              <a:stCxn id="622605" idx="3"/>
              <a:endCxn id="622604" idx="3"/>
            </p:cNvCxnSpPr>
            <p:nvPr/>
          </p:nvCxnSpPr>
          <p:spPr bwMode="auto">
            <a:xfrm flipV="1">
              <a:off x="7260" y="4014"/>
              <a:ext cx="180" cy="781"/>
            </a:xfrm>
            <a:prstGeom prst="bentConnector3">
              <a:avLst>
                <a:gd name="adj1" fmla="val 300000"/>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622613" name="AutoShape 20">
              <a:extLst>
                <a:ext uri="{FF2B5EF4-FFF2-40B4-BE49-F238E27FC236}">
                  <a16:creationId xmlns:a16="http://schemas.microsoft.com/office/drawing/2014/main" id="{A886CE0D-00DB-46A6-B430-2171AA387370}"/>
                </a:ext>
              </a:extLst>
            </p:cNvPr>
            <p:cNvCxnSpPr>
              <a:cxnSpLocks noChangeShapeType="1"/>
              <a:stCxn id="622607" idx="3"/>
              <a:endCxn id="622606" idx="1"/>
            </p:cNvCxnSpPr>
            <p:nvPr/>
          </p:nvCxnSpPr>
          <p:spPr bwMode="auto">
            <a:xfrm>
              <a:off x="4200" y="4794"/>
              <a:ext cx="54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2614" name="AutoShape 21">
              <a:extLst>
                <a:ext uri="{FF2B5EF4-FFF2-40B4-BE49-F238E27FC236}">
                  <a16:creationId xmlns:a16="http://schemas.microsoft.com/office/drawing/2014/main" id="{C60B7A1B-AF36-4BA6-83FF-FA11B2256594}"/>
                </a:ext>
              </a:extLst>
            </p:cNvPr>
            <p:cNvCxnSpPr>
              <a:cxnSpLocks noChangeShapeType="1"/>
              <a:stCxn id="622606" idx="3"/>
              <a:endCxn id="622605" idx="1"/>
            </p:cNvCxnSpPr>
            <p:nvPr/>
          </p:nvCxnSpPr>
          <p:spPr bwMode="auto">
            <a:xfrm>
              <a:off x="5460" y="4794"/>
              <a:ext cx="90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2615" name="AutoShape 22">
              <a:extLst>
                <a:ext uri="{FF2B5EF4-FFF2-40B4-BE49-F238E27FC236}">
                  <a16:creationId xmlns:a16="http://schemas.microsoft.com/office/drawing/2014/main" id="{90E9E04C-C16D-43E8-94FA-260F25002517}"/>
                </a:ext>
              </a:extLst>
            </p:cNvPr>
            <p:cNvCxnSpPr>
              <a:cxnSpLocks noChangeShapeType="1"/>
              <a:stCxn id="622603" idx="1"/>
              <a:endCxn id="622602" idx="3"/>
            </p:cNvCxnSpPr>
            <p:nvPr/>
          </p:nvCxnSpPr>
          <p:spPr bwMode="auto">
            <a:xfrm flipH="1">
              <a:off x="4200" y="4014"/>
              <a:ext cx="72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2616" name="AutoShape 23">
              <a:extLst>
                <a:ext uri="{FF2B5EF4-FFF2-40B4-BE49-F238E27FC236}">
                  <a16:creationId xmlns:a16="http://schemas.microsoft.com/office/drawing/2014/main" id="{043E4221-5ADD-4477-B303-6710F2D4A129}"/>
                </a:ext>
              </a:extLst>
            </p:cNvPr>
            <p:cNvCxnSpPr>
              <a:cxnSpLocks noChangeShapeType="1"/>
              <a:stCxn id="622604" idx="1"/>
              <a:endCxn id="622603" idx="3"/>
            </p:cNvCxnSpPr>
            <p:nvPr/>
          </p:nvCxnSpPr>
          <p:spPr bwMode="auto">
            <a:xfrm flipH="1">
              <a:off x="5640" y="4014"/>
              <a:ext cx="72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22617" name="Text Box 24">
              <a:extLst>
                <a:ext uri="{FF2B5EF4-FFF2-40B4-BE49-F238E27FC236}">
                  <a16:creationId xmlns:a16="http://schemas.microsoft.com/office/drawing/2014/main" id="{A3E9B980-3B3B-462B-8795-987F9D172E8F}"/>
                </a:ext>
              </a:extLst>
            </p:cNvPr>
            <p:cNvSpPr txBox="1">
              <a:spLocks noChangeArrowheads="1"/>
            </p:cNvSpPr>
            <p:nvPr/>
          </p:nvSpPr>
          <p:spPr bwMode="auto">
            <a:xfrm>
              <a:off x="6540" y="2922"/>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en-US" altLang="zh-CN">
                  <a:solidFill>
                    <a:srgbClr val="000000"/>
                  </a:solidFill>
                  <a:latin typeface="Times New Roman" panose="02020603050405020304" pitchFamily="18" charset="0"/>
                </a:rPr>
                <a:t>Agent</a:t>
              </a:r>
              <a:endParaRPr lang="en-US" altLang="zh-CN">
                <a:solidFill>
                  <a:srgbClr val="000000"/>
                </a:solidFill>
              </a:endParaRPr>
            </a:p>
          </p:txBody>
        </p:sp>
        <p:sp>
          <p:nvSpPr>
            <p:cNvPr id="622618" name="Freeform 25">
              <a:extLst>
                <a:ext uri="{FF2B5EF4-FFF2-40B4-BE49-F238E27FC236}">
                  <a16:creationId xmlns:a16="http://schemas.microsoft.com/office/drawing/2014/main" id="{96C3F772-01E5-47D5-B354-53199C525878}"/>
                </a:ext>
              </a:extLst>
            </p:cNvPr>
            <p:cNvSpPr>
              <a:spLocks/>
            </p:cNvSpPr>
            <p:nvPr/>
          </p:nvSpPr>
          <p:spPr bwMode="auto">
            <a:xfrm>
              <a:off x="2400" y="2766"/>
              <a:ext cx="5580" cy="2340"/>
            </a:xfrm>
            <a:custGeom>
              <a:avLst/>
              <a:gdLst>
                <a:gd name="T0" fmla="*/ 0 w 5580"/>
                <a:gd name="T1" fmla="*/ 0 h 2340"/>
                <a:gd name="T2" fmla="*/ 5580 w 5580"/>
                <a:gd name="T3" fmla="*/ 0 h 2340"/>
                <a:gd name="T4" fmla="*/ 5580 w 5580"/>
                <a:gd name="T5" fmla="*/ 2340 h 2340"/>
                <a:gd name="T6" fmla="*/ 3420 w 5580"/>
                <a:gd name="T7" fmla="*/ 2340 h 2340"/>
                <a:gd name="T8" fmla="*/ 3420 w 5580"/>
                <a:gd name="T9" fmla="*/ 1560 h 2340"/>
                <a:gd name="T10" fmla="*/ 1980 w 5580"/>
                <a:gd name="T11" fmla="*/ 1560 h 2340"/>
                <a:gd name="T12" fmla="*/ 1980 w 5580"/>
                <a:gd name="T13" fmla="*/ 2340 h 2340"/>
                <a:gd name="T14" fmla="*/ 0 w 5580"/>
                <a:gd name="T15" fmla="*/ 2340 h 2340"/>
                <a:gd name="T16" fmla="*/ 0 w 5580"/>
                <a:gd name="T17" fmla="*/ 0 h 2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580" h="2340">
                  <a:moveTo>
                    <a:pt x="0" y="0"/>
                  </a:moveTo>
                  <a:lnTo>
                    <a:pt x="5580" y="0"/>
                  </a:lnTo>
                  <a:lnTo>
                    <a:pt x="5580" y="2340"/>
                  </a:lnTo>
                  <a:lnTo>
                    <a:pt x="3420" y="2340"/>
                  </a:lnTo>
                  <a:lnTo>
                    <a:pt x="3420" y="1560"/>
                  </a:lnTo>
                  <a:lnTo>
                    <a:pt x="1980" y="1560"/>
                  </a:lnTo>
                  <a:lnTo>
                    <a:pt x="1980" y="2340"/>
                  </a:lnTo>
                  <a:lnTo>
                    <a:pt x="0" y="2340"/>
                  </a:lnTo>
                  <a:lnTo>
                    <a:pt x="0" y="0"/>
                  </a:lnTo>
                  <a:close/>
                </a:path>
              </a:pathLst>
            </a:custGeom>
            <a:noFill/>
            <a:ln w="9525" cap="flat">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灯片编号占位符 1">
            <a:extLst>
              <a:ext uri="{FF2B5EF4-FFF2-40B4-BE49-F238E27FC236}">
                <a16:creationId xmlns:a16="http://schemas.microsoft.com/office/drawing/2014/main" id="{2D7151CA-9978-4E1F-A051-427383413119}"/>
              </a:ext>
            </a:extLst>
          </p:cNvPr>
          <p:cNvSpPr>
            <a:spLocks noGrp="1"/>
          </p:cNvSpPr>
          <p:nvPr>
            <p:ph type="sldNum" sz="quarter" idx="10"/>
          </p:nvPr>
        </p:nvSpPr>
        <p:spPr/>
        <p:txBody>
          <a:bodyPr/>
          <a:lstStyle/>
          <a:p>
            <a:pPr fontAlgn="base">
              <a:spcBef>
                <a:spcPct val="0"/>
              </a:spcBef>
              <a:spcAft>
                <a:spcPct val="0"/>
              </a:spcAft>
              <a:defRPr/>
            </a:pPr>
            <a:fld id="{DDE6CA22-FC0C-4DE0-992D-1607B90F53EA}" type="slidenum">
              <a:rPr lang="ja-JP" altLang="en-US">
                <a:latin typeface="Arial"/>
              </a:rPr>
              <a:pPr fontAlgn="base">
                <a:spcBef>
                  <a:spcPct val="0"/>
                </a:spcBef>
                <a:spcAft>
                  <a:spcPct val="0"/>
                </a:spcAft>
                <a:defRPr/>
              </a:pPr>
              <a:t>11</a:t>
            </a:fld>
            <a:endParaRPr lang="en-US" altLang="ja-JP">
              <a:latin typeface="Arial"/>
            </a:endParaRPr>
          </a:p>
        </p:txBody>
      </p:sp>
      <p:sp>
        <p:nvSpPr>
          <p:cNvPr id="623619" name="Rectangle 2">
            <a:extLst>
              <a:ext uri="{FF2B5EF4-FFF2-40B4-BE49-F238E27FC236}">
                <a16:creationId xmlns:a16="http://schemas.microsoft.com/office/drawing/2014/main" id="{A40E74A4-1803-4D15-9F08-8F268BE81981}"/>
              </a:ext>
            </a:extLst>
          </p:cNvPr>
          <p:cNvSpPr>
            <a:spLocks noChangeArrowheads="1"/>
          </p:cNvSpPr>
          <p:nvPr/>
        </p:nvSpPr>
        <p:spPr bwMode="auto">
          <a:xfrm>
            <a:off x="242596" y="908051"/>
            <a:ext cx="11374016"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lnSpc>
                <a:spcPct val="140000"/>
              </a:lnSpc>
              <a:spcAft>
                <a:spcPct val="0"/>
              </a:spcAft>
              <a:buClr>
                <a:srgbClr val="CC0000"/>
              </a:buClr>
              <a:buSzPct val="60000"/>
              <a:buBlip>
                <a:blip r:embed="rId2"/>
              </a:buBlip>
            </a:pPr>
            <a:r>
              <a:rPr lang="en-US" altLang="zh-CN" b="1" dirty="0">
                <a:solidFill>
                  <a:srgbClr val="000000"/>
                </a:solidFill>
                <a:latin typeface="Times New Roman" panose="02020603050405020304" pitchFamily="18" charset="0"/>
              </a:rPr>
              <a:t>11.1.6 </a:t>
            </a:r>
            <a:r>
              <a:rPr lang="zh-CN" altLang="en-US" b="1" dirty="0">
                <a:solidFill>
                  <a:srgbClr val="000000"/>
                </a:solidFill>
                <a:latin typeface="Times New Roman" panose="02020603050405020304" pitchFamily="18" charset="0"/>
              </a:rPr>
              <a:t>复合式</a:t>
            </a:r>
            <a:r>
              <a:rPr lang="en-US" altLang="zh-CN" b="1" dirty="0">
                <a:solidFill>
                  <a:srgbClr val="000000"/>
                </a:solidFill>
                <a:latin typeface="Times New Roman" panose="02020603050405020304" pitchFamily="18" charset="0"/>
              </a:rPr>
              <a:t>Agent </a:t>
            </a:r>
          </a:p>
          <a:p>
            <a:pPr fontAlgn="base">
              <a:spcAft>
                <a:spcPct val="0"/>
              </a:spcAft>
              <a:buClr>
                <a:srgbClr val="CC0000"/>
              </a:buClr>
              <a:buSzPct val="60000"/>
              <a:buBlip>
                <a:blip r:embed="rId2"/>
              </a:buBlip>
            </a:pPr>
            <a:r>
              <a:rPr lang="zh-CN" altLang="en-US" sz="2400" b="1" dirty="0">
                <a:solidFill>
                  <a:srgbClr val="000000"/>
                </a:solidFill>
              </a:rPr>
              <a:t>复合式</a:t>
            </a:r>
            <a:r>
              <a:rPr lang="en-US" altLang="zh-CN" sz="2400" b="1" dirty="0">
                <a:solidFill>
                  <a:srgbClr val="000000"/>
                </a:solidFill>
              </a:rPr>
              <a:t>Agent</a:t>
            </a:r>
            <a:r>
              <a:rPr lang="zh-CN" altLang="en-US" sz="2400" b="1" dirty="0">
                <a:solidFill>
                  <a:srgbClr val="000000"/>
                </a:solidFill>
              </a:rPr>
              <a:t>是在一个</a:t>
            </a:r>
            <a:r>
              <a:rPr lang="en-US" altLang="zh-CN" sz="2400" b="1" dirty="0">
                <a:solidFill>
                  <a:srgbClr val="000000"/>
                </a:solidFill>
              </a:rPr>
              <a:t>Agent</a:t>
            </a:r>
            <a:r>
              <a:rPr lang="zh-CN" altLang="en-US" sz="2400" b="1" dirty="0">
                <a:solidFill>
                  <a:srgbClr val="000000"/>
                </a:solidFill>
              </a:rPr>
              <a:t>内组合多种相对独立和并行执行的智能形态，其结构包括感知、动作、反应、建模、规划、通信和决策等模块</a:t>
            </a:r>
            <a:r>
              <a:rPr lang="zh-CN" altLang="en-US" sz="2400" dirty="0">
                <a:solidFill>
                  <a:srgbClr val="000000"/>
                </a:solidFill>
              </a:rPr>
              <a:t> </a:t>
            </a:r>
            <a:r>
              <a:rPr lang="zh-CN" altLang="en-US" sz="2400" b="1" dirty="0">
                <a:solidFill>
                  <a:srgbClr val="000000"/>
                </a:solidFill>
              </a:rPr>
              <a:t>。</a:t>
            </a:r>
            <a:r>
              <a:rPr lang="zh-CN" altLang="en-US" dirty="0">
                <a:solidFill>
                  <a:srgbClr val="000000"/>
                </a:solidFill>
              </a:rPr>
              <a:t>  </a:t>
            </a:r>
          </a:p>
        </p:txBody>
      </p:sp>
      <p:sp>
        <p:nvSpPr>
          <p:cNvPr id="623620" name="Rectangle 3">
            <a:extLst>
              <a:ext uri="{FF2B5EF4-FFF2-40B4-BE49-F238E27FC236}">
                <a16:creationId xmlns:a16="http://schemas.microsoft.com/office/drawing/2014/main" id="{A9E38583-47C1-40A2-8BCB-386E7F9673F8}"/>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800" b="1" dirty="0">
                <a:solidFill>
                  <a:srgbClr val="FFFFFF"/>
                </a:solidFill>
                <a:latin typeface="Times New Roman" panose="02020603050405020304" pitchFamily="18" charset="0"/>
              </a:rPr>
              <a:t>11.1 </a:t>
            </a:r>
            <a:r>
              <a:rPr lang="zh-CN" altLang="en-US" sz="3800" b="1" dirty="0">
                <a:solidFill>
                  <a:srgbClr val="FFFFFF"/>
                </a:solidFill>
                <a:latin typeface="Times New Roman" panose="02020603050405020304" pitchFamily="18" charset="0"/>
              </a:rPr>
              <a:t>智能体的概念与结构 </a:t>
            </a:r>
          </a:p>
        </p:txBody>
      </p:sp>
      <p:grpSp>
        <p:nvGrpSpPr>
          <p:cNvPr id="623621" name="Group 4">
            <a:extLst>
              <a:ext uri="{FF2B5EF4-FFF2-40B4-BE49-F238E27FC236}">
                <a16:creationId xmlns:a16="http://schemas.microsoft.com/office/drawing/2014/main" id="{BD4320B8-4CF8-48BF-8EF3-99368505D682}"/>
              </a:ext>
            </a:extLst>
          </p:cNvPr>
          <p:cNvGrpSpPr>
            <a:grpSpLocks noChangeAspect="1"/>
          </p:cNvGrpSpPr>
          <p:nvPr/>
        </p:nvGrpSpPr>
        <p:grpSpPr bwMode="auto">
          <a:xfrm>
            <a:off x="2936033" y="2434432"/>
            <a:ext cx="6553200" cy="4222750"/>
            <a:chOff x="2220" y="4638"/>
            <a:chExt cx="7020" cy="4524"/>
          </a:xfrm>
        </p:grpSpPr>
        <p:sp>
          <p:nvSpPr>
            <p:cNvPr id="623622" name="AutoShape 5">
              <a:extLst>
                <a:ext uri="{FF2B5EF4-FFF2-40B4-BE49-F238E27FC236}">
                  <a16:creationId xmlns:a16="http://schemas.microsoft.com/office/drawing/2014/main" id="{99BB9CD3-99BC-4B69-AFBE-2271B72CE5F1}"/>
                </a:ext>
              </a:extLst>
            </p:cNvPr>
            <p:cNvSpPr>
              <a:spLocks noChangeAspect="1" noChangeArrowheads="1"/>
            </p:cNvSpPr>
            <p:nvPr/>
          </p:nvSpPr>
          <p:spPr bwMode="auto">
            <a:xfrm>
              <a:off x="2220" y="4638"/>
              <a:ext cx="7020" cy="4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23623" name="AutoShape 6">
              <a:extLst>
                <a:ext uri="{FF2B5EF4-FFF2-40B4-BE49-F238E27FC236}">
                  <a16:creationId xmlns:a16="http://schemas.microsoft.com/office/drawing/2014/main" id="{77477DEB-73DB-4EF7-A1DA-31E4A508957D}"/>
                </a:ext>
              </a:extLst>
            </p:cNvPr>
            <p:cNvSpPr>
              <a:spLocks noChangeArrowheads="1"/>
            </p:cNvSpPr>
            <p:nvPr/>
          </p:nvSpPr>
          <p:spPr bwMode="auto">
            <a:xfrm>
              <a:off x="5190" y="5418"/>
              <a:ext cx="720" cy="312"/>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规划</a:t>
              </a:r>
              <a:endParaRPr lang="zh-CN" altLang="en-US">
                <a:solidFill>
                  <a:srgbClr val="000000"/>
                </a:solidFill>
              </a:endParaRPr>
            </a:p>
          </p:txBody>
        </p:sp>
        <p:sp>
          <p:nvSpPr>
            <p:cNvPr id="623624" name="AutoShape 7">
              <a:extLst>
                <a:ext uri="{FF2B5EF4-FFF2-40B4-BE49-F238E27FC236}">
                  <a16:creationId xmlns:a16="http://schemas.microsoft.com/office/drawing/2014/main" id="{8404F5C2-BF4E-499D-A0D7-5AED6DCB5F4A}"/>
                </a:ext>
              </a:extLst>
            </p:cNvPr>
            <p:cNvSpPr>
              <a:spLocks noChangeArrowheads="1"/>
            </p:cNvSpPr>
            <p:nvPr/>
          </p:nvSpPr>
          <p:spPr bwMode="auto">
            <a:xfrm>
              <a:off x="7079" y="6198"/>
              <a:ext cx="720" cy="312"/>
            </a:xfrm>
            <a:prstGeom prst="flowChartProcess">
              <a:avLst/>
            </a:prstGeom>
            <a:solidFill>
              <a:srgbClr val="FFFFFF"/>
            </a:solidFill>
            <a:ln w="9525">
              <a:solidFill>
                <a:srgbClr val="000000"/>
              </a:solidFill>
              <a:miter lim="800000"/>
              <a:headEnd/>
              <a:tailEnd/>
            </a:ln>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建模</a:t>
              </a:r>
              <a:endParaRPr lang="zh-CN" altLang="en-US">
                <a:solidFill>
                  <a:srgbClr val="000000"/>
                </a:solidFill>
              </a:endParaRPr>
            </a:p>
          </p:txBody>
        </p:sp>
        <p:sp>
          <p:nvSpPr>
            <p:cNvPr id="623625" name="AutoShape 8">
              <a:extLst>
                <a:ext uri="{FF2B5EF4-FFF2-40B4-BE49-F238E27FC236}">
                  <a16:creationId xmlns:a16="http://schemas.microsoft.com/office/drawing/2014/main" id="{A6D4921D-ABC7-496A-81CC-0842E57ACEE1}"/>
                </a:ext>
              </a:extLst>
            </p:cNvPr>
            <p:cNvSpPr>
              <a:spLocks noChangeArrowheads="1"/>
            </p:cNvSpPr>
            <p:nvPr/>
          </p:nvSpPr>
          <p:spPr bwMode="auto">
            <a:xfrm>
              <a:off x="4919" y="6198"/>
              <a:ext cx="1260" cy="312"/>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决策生成</a:t>
              </a:r>
              <a:endParaRPr lang="zh-CN" altLang="en-US">
                <a:solidFill>
                  <a:srgbClr val="000000"/>
                </a:solidFill>
              </a:endParaRPr>
            </a:p>
          </p:txBody>
        </p:sp>
        <p:sp>
          <p:nvSpPr>
            <p:cNvPr id="623626" name="AutoShape 9">
              <a:extLst>
                <a:ext uri="{FF2B5EF4-FFF2-40B4-BE49-F238E27FC236}">
                  <a16:creationId xmlns:a16="http://schemas.microsoft.com/office/drawing/2014/main" id="{A760D81C-F8AB-4F25-8265-00B995DF92A8}"/>
                </a:ext>
              </a:extLst>
            </p:cNvPr>
            <p:cNvSpPr>
              <a:spLocks noChangeArrowheads="1"/>
            </p:cNvSpPr>
            <p:nvPr/>
          </p:nvSpPr>
          <p:spPr bwMode="auto">
            <a:xfrm>
              <a:off x="3299" y="6198"/>
              <a:ext cx="720" cy="312"/>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通信</a:t>
              </a:r>
              <a:endParaRPr lang="zh-CN" altLang="en-US">
                <a:solidFill>
                  <a:srgbClr val="000000"/>
                </a:solidFill>
              </a:endParaRPr>
            </a:p>
          </p:txBody>
        </p:sp>
        <p:sp>
          <p:nvSpPr>
            <p:cNvPr id="623627" name="AutoShape 10">
              <a:extLst>
                <a:ext uri="{FF2B5EF4-FFF2-40B4-BE49-F238E27FC236}">
                  <a16:creationId xmlns:a16="http://schemas.microsoft.com/office/drawing/2014/main" id="{59001757-EE10-4452-A09D-EDD2FE8F0CDC}"/>
                </a:ext>
              </a:extLst>
            </p:cNvPr>
            <p:cNvSpPr>
              <a:spLocks noChangeArrowheads="1"/>
            </p:cNvSpPr>
            <p:nvPr/>
          </p:nvSpPr>
          <p:spPr bwMode="auto">
            <a:xfrm>
              <a:off x="6899" y="7134"/>
              <a:ext cx="1081" cy="313"/>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感知器</a:t>
              </a:r>
              <a:endParaRPr lang="zh-CN" altLang="en-US">
                <a:solidFill>
                  <a:srgbClr val="000000"/>
                </a:solidFill>
              </a:endParaRPr>
            </a:p>
          </p:txBody>
        </p:sp>
        <p:sp>
          <p:nvSpPr>
            <p:cNvPr id="623628" name="AutoShape 11">
              <a:extLst>
                <a:ext uri="{FF2B5EF4-FFF2-40B4-BE49-F238E27FC236}">
                  <a16:creationId xmlns:a16="http://schemas.microsoft.com/office/drawing/2014/main" id="{7509E58E-4768-4A5A-B73B-7319EB01958D}"/>
                </a:ext>
              </a:extLst>
            </p:cNvPr>
            <p:cNvSpPr>
              <a:spLocks noChangeArrowheads="1"/>
            </p:cNvSpPr>
            <p:nvPr/>
          </p:nvSpPr>
          <p:spPr bwMode="auto">
            <a:xfrm>
              <a:off x="5099" y="7134"/>
              <a:ext cx="900" cy="312"/>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反射</a:t>
              </a:r>
              <a:endParaRPr lang="zh-CN" altLang="en-US">
                <a:solidFill>
                  <a:srgbClr val="000000"/>
                </a:solidFill>
              </a:endParaRPr>
            </a:p>
          </p:txBody>
        </p:sp>
        <p:sp>
          <p:nvSpPr>
            <p:cNvPr id="623629" name="AutoShape 12">
              <a:extLst>
                <a:ext uri="{FF2B5EF4-FFF2-40B4-BE49-F238E27FC236}">
                  <a16:creationId xmlns:a16="http://schemas.microsoft.com/office/drawing/2014/main" id="{CDC9861A-485B-4B00-8804-0613648335B9}"/>
                </a:ext>
              </a:extLst>
            </p:cNvPr>
            <p:cNvSpPr>
              <a:spLocks noChangeArrowheads="1"/>
            </p:cNvSpPr>
            <p:nvPr/>
          </p:nvSpPr>
          <p:spPr bwMode="auto">
            <a:xfrm>
              <a:off x="3119" y="7134"/>
              <a:ext cx="1080" cy="312"/>
            </a:xfrm>
            <a:prstGeom prst="flowChartProcess">
              <a:avLst/>
            </a:prstGeom>
            <a:solidFill>
              <a:srgbClr val="FFFFFF"/>
            </a:solidFill>
            <a:ln w="9525">
              <a:solidFill>
                <a:srgbClr val="000000"/>
              </a:solidFill>
              <a:miter lim="800000"/>
              <a:headEnd/>
              <a:tailEnd/>
            </a:ln>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执行器</a:t>
              </a:r>
              <a:endParaRPr lang="zh-CN" altLang="en-US">
                <a:solidFill>
                  <a:srgbClr val="000000"/>
                </a:solidFill>
              </a:endParaRPr>
            </a:p>
          </p:txBody>
        </p:sp>
        <p:sp>
          <p:nvSpPr>
            <p:cNvPr id="623630" name="AutoShape 13">
              <a:extLst>
                <a:ext uri="{FF2B5EF4-FFF2-40B4-BE49-F238E27FC236}">
                  <a16:creationId xmlns:a16="http://schemas.microsoft.com/office/drawing/2014/main" id="{46042F6E-7667-420B-BA81-5FDEAAB0431A}"/>
                </a:ext>
              </a:extLst>
            </p:cNvPr>
            <p:cNvSpPr>
              <a:spLocks noChangeArrowheads="1"/>
            </p:cNvSpPr>
            <p:nvPr/>
          </p:nvSpPr>
          <p:spPr bwMode="auto">
            <a:xfrm>
              <a:off x="5099" y="7914"/>
              <a:ext cx="900" cy="312"/>
            </a:xfrm>
            <a:prstGeom prst="flowChartProcess">
              <a:avLst/>
            </a:prstGeom>
            <a:solidFill>
              <a:srgbClr val="FFFFFF"/>
            </a:solidFill>
            <a:ln w="9525">
              <a:solidFill>
                <a:srgbClr val="000000"/>
              </a:solidFill>
              <a:miter lim="800000"/>
              <a:headEnd/>
              <a:tailEnd/>
            </a:ln>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环境</a:t>
              </a:r>
              <a:endParaRPr lang="zh-CN" altLang="en-US">
                <a:solidFill>
                  <a:srgbClr val="000000"/>
                </a:solidFill>
              </a:endParaRPr>
            </a:p>
          </p:txBody>
        </p:sp>
        <p:cxnSp>
          <p:nvCxnSpPr>
            <p:cNvPr id="623631" name="AutoShape 14">
              <a:extLst>
                <a:ext uri="{FF2B5EF4-FFF2-40B4-BE49-F238E27FC236}">
                  <a16:creationId xmlns:a16="http://schemas.microsoft.com/office/drawing/2014/main" id="{DA19A525-E3BD-4301-B795-399C7F2CC625}"/>
                </a:ext>
              </a:extLst>
            </p:cNvPr>
            <p:cNvCxnSpPr>
              <a:cxnSpLocks noChangeShapeType="1"/>
            </p:cNvCxnSpPr>
            <p:nvPr/>
          </p:nvCxnSpPr>
          <p:spPr bwMode="auto">
            <a:xfrm>
              <a:off x="4019" y="6288"/>
              <a:ext cx="90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3632" name="AutoShape 15">
              <a:extLst>
                <a:ext uri="{FF2B5EF4-FFF2-40B4-BE49-F238E27FC236}">
                  <a16:creationId xmlns:a16="http://schemas.microsoft.com/office/drawing/2014/main" id="{02B9C98B-5C95-414D-8B54-DB1C404955DB}"/>
                </a:ext>
              </a:extLst>
            </p:cNvPr>
            <p:cNvCxnSpPr>
              <a:cxnSpLocks noChangeShapeType="1"/>
            </p:cNvCxnSpPr>
            <p:nvPr/>
          </p:nvCxnSpPr>
          <p:spPr bwMode="auto">
            <a:xfrm flipH="1">
              <a:off x="4019" y="6444"/>
              <a:ext cx="90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3633" name="AutoShape 16">
              <a:extLst>
                <a:ext uri="{FF2B5EF4-FFF2-40B4-BE49-F238E27FC236}">
                  <a16:creationId xmlns:a16="http://schemas.microsoft.com/office/drawing/2014/main" id="{3DD63C8F-DBD0-4E03-A4CD-72ACE6F4D59A}"/>
                </a:ext>
              </a:extLst>
            </p:cNvPr>
            <p:cNvCxnSpPr>
              <a:cxnSpLocks noChangeShapeType="1"/>
              <a:stCxn id="623624" idx="1"/>
              <a:endCxn id="623625" idx="3"/>
            </p:cNvCxnSpPr>
            <p:nvPr/>
          </p:nvCxnSpPr>
          <p:spPr bwMode="auto">
            <a:xfrm flipH="1">
              <a:off x="6179" y="6354"/>
              <a:ext cx="90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3634" name="AutoShape 17">
              <a:extLst>
                <a:ext uri="{FF2B5EF4-FFF2-40B4-BE49-F238E27FC236}">
                  <a16:creationId xmlns:a16="http://schemas.microsoft.com/office/drawing/2014/main" id="{4450D0A0-E1F4-4676-9EB8-4CAC62C8569E}"/>
                </a:ext>
              </a:extLst>
            </p:cNvPr>
            <p:cNvCxnSpPr>
              <a:cxnSpLocks noChangeShapeType="1"/>
              <a:stCxn id="623625" idx="0"/>
              <a:endCxn id="623623" idx="2"/>
            </p:cNvCxnSpPr>
            <p:nvPr/>
          </p:nvCxnSpPr>
          <p:spPr bwMode="auto">
            <a:xfrm flipV="1">
              <a:off x="5549" y="5730"/>
              <a:ext cx="1" cy="46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3635" name="AutoShape 18">
              <a:extLst>
                <a:ext uri="{FF2B5EF4-FFF2-40B4-BE49-F238E27FC236}">
                  <a16:creationId xmlns:a16="http://schemas.microsoft.com/office/drawing/2014/main" id="{E44D6ECE-0F02-4408-BF94-A2E0E9990560}"/>
                </a:ext>
              </a:extLst>
            </p:cNvPr>
            <p:cNvCxnSpPr>
              <a:cxnSpLocks noChangeShapeType="1"/>
            </p:cNvCxnSpPr>
            <p:nvPr/>
          </p:nvCxnSpPr>
          <p:spPr bwMode="auto">
            <a:xfrm rot="5400000">
              <a:off x="4292" y="5877"/>
              <a:ext cx="624" cy="1890"/>
            </a:xfrm>
            <a:prstGeom prst="bentConnector3">
              <a:avLst>
                <a:gd name="adj1" fmla="val 74037"/>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623636" name="AutoShape 19">
              <a:extLst>
                <a:ext uri="{FF2B5EF4-FFF2-40B4-BE49-F238E27FC236}">
                  <a16:creationId xmlns:a16="http://schemas.microsoft.com/office/drawing/2014/main" id="{10E33B7A-8B70-4D38-9E7F-77146EDDDEA0}"/>
                </a:ext>
              </a:extLst>
            </p:cNvPr>
            <p:cNvCxnSpPr>
              <a:cxnSpLocks noChangeShapeType="1"/>
              <a:stCxn id="623627" idx="0"/>
              <a:endCxn id="623624" idx="2"/>
            </p:cNvCxnSpPr>
            <p:nvPr/>
          </p:nvCxnSpPr>
          <p:spPr bwMode="auto">
            <a:xfrm flipH="1" flipV="1">
              <a:off x="7439" y="6510"/>
              <a:ext cx="1" cy="62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3637" name="AutoShape 20">
              <a:extLst>
                <a:ext uri="{FF2B5EF4-FFF2-40B4-BE49-F238E27FC236}">
                  <a16:creationId xmlns:a16="http://schemas.microsoft.com/office/drawing/2014/main" id="{7C9BE084-DCCE-4AB8-9A4A-F37C044B77C6}"/>
                </a:ext>
              </a:extLst>
            </p:cNvPr>
            <p:cNvCxnSpPr>
              <a:cxnSpLocks noChangeShapeType="1"/>
              <a:stCxn id="623627" idx="1"/>
              <a:endCxn id="623628" idx="3"/>
            </p:cNvCxnSpPr>
            <p:nvPr/>
          </p:nvCxnSpPr>
          <p:spPr bwMode="auto">
            <a:xfrm flipH="1" flipV="1">
              <a:off x="5999" y="7290"/>
              <a:ext cx="90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3638" name="AutoShape 21">
              <a:extLst>
                <a:ext uri="{FF2B5EF4-FFF2-40B4-BE49-F238E27FC236}">
                  <a16:creationId xmlns:a16="http://schemas.microsoft.com/office/drawing/2014/main" id="{DA008227-EDB5-49DE-86AD-39CAE733F226}"/>
                </a:ext>
              </a:extLst>
            </p:cNvPr>
            <p:cNvCxnSpPr>
              <a:cxnSpLocks noChangeShapeType="1"/>
              <a:stCxn id="623628" idx="1"/>
              <a:endCxn id="623629" idx="3"/>
            </p:cNvCxnSpPr>
            <p:nvPr/>
          </p:nvCxnSpPr>
          <p:spPr bwMode="auto">
            <a:xfrm flipH="1">
              <a:off x="4199" y="7290"/>
              <a:ext cx="90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3639" name="AutoShape 22">
              <a:extLst>
                <a:ext uri="{FF2B5EF4-FFF2-40B4-BE49-F238E27FC236}">
                  <a16:creationId xmlns:a16="http://schemas.microsoft.com/office/drawing/2014/main" id="{A1CAFD1C-C78B-468E-B4B2-06F4D0C06A7F}"/>
                </a:ext>
              </a:extLst>
            </p:cNvPr>
            <p:cNvCxnSpPr>
              <a:cxnSpLocks noChangeShapeType="1"/>
              <a:stCxn id="623629" idx="2"/>
              <a:endCxn id="623630" idx="1"/>
            </p:cNvCxnSpPr>
            <p:nvPr/>
          </p:nvCxnSpPr>
          <p:spPr bwMode="auto">
            <a:xfrm rot="16200000" flipH="1">
              <a:off x="4067" y="7038"/>
              <a:ext cx="624" cy="1440"/>
            </a:xfrm>
            <a:prstGeom prst="bentConnector2">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623640" name="AutoShape 23">
              <a:extLst>
                <a:ext uri="{FF2B5EF4-FFF2-40B4-BE49-F238E27FC236}">
                  <a16:creationId xmlns:a16="http://schemas.microsoft.com/office/drawing/2014/main" id="{912D6EBC-2DD7-424D-8F66-DC37A52E7609}"/>
                </a:ext>
              </a:extLst>
            </p:cNvPr>
            <p:cNvCxnSpPr>
              <a:cxnSpLocks noChangeShapeType="1"/>
              <a:stCxn id="623630" idx="3"/>
              <a:endCxn id="623627" idx="2"/>
            </p:cNvCxnSpPr>
            <p:nvPr/>
          </p:nvCxnSpPr>
          <p:spPr bwMode="auto">
            <a:xfrm flipV="1">
              <a:off x="5999" y="7447"/>
              <a:ext cx="1441" cy="623"/>
            </a:xfrm>
            <a:prstGeom prst="bentConnector2">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sp>
          <p:nvSpPr>
            <p:cNvPr id="623641" name="AutoShape 24">
              <a:extLst>
                <a:ext uri="{FF2B5EF4-FFF2-40B4-BE49-F238E27FC236}">
                  <a16:creationId xmlns:a16="http://schemas.microsoft.com/office/drawing/2014/main" id="{D97D2F94-D50A-41C9-B88E-B13D922C9220}"/>
                </a:ext>
              </a:extLst>
            </p:cNvPr>
            <p:cNvSpPr>
              <a:spLocks noChangeArrowheads="1"/>
            </p:cNvSpPr>
            <p:nvPr/>
          </p:nvSpPr>
          <p:spPr bwMode="auto">
            <a:xfrm>
              <a:off x="2400" y="8574"/>
              <a:ext cx="1260" cy="312"/>
            </a:xfrm>
            <a:prstGeom prst="flowChartProcess">
              <a:avLst/>
            </a:prstGeom>
            <a:solidFill>
              <a:srgbClr val="FFFFFF"/>
            </a:solidFill>
            <a:ln w="9525">
              <a:solidFill>
                <a:srgbClr val="000000"/>
              </a:solidFill>
              <a:prstDash val="dash"/>
              <a:miter lim="800000"/>
              <a:headEnd/>
              <a:tailEnd/>
            </a:ln>
          </p:spPr>
          <p:txBody>
            <a:bodyPr tIns="0" rIns="9000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sz="1600">
                  <a:solidFill>
                    <a:srgbClr val="000000"/>
                  </a:solidFill>
                  <a:latin typeface="Times New Roman" panose="02020603050405020304" pitchFamily="18" charset="0"/>
                </a:rPr>
                <a:t>其他</a:t>
              </a:r>
              <a:r>
                <a:rPr lang="en-US" altLang="zh-CN" sz="1600">
                  <a:solidFill>
                    <a:srgbClr val="000000"/>
                  </a:solidFill>
                  <a:latin typeface="Times New Roman" panose="02020603050405020304" pitchFamily="18" charset="0"/>
                </a:rPr>
                <a:t>Agent</a:t>
              </a:r>
              <a:endParaRPr lang="en-US" altLang="zh-CN" sz="1600">
                <a:solidFill>
                  <a:srgbClr val="000000"/>
                </a:solidFill>
              </a:endParaRPr>
            </a:p>
          </p:txBody>
        </p:sp>
        <p:cxnSp>
          <p:nvCxnSpPr>
            <p:cNvPr id="623642" name="AutoShape 25">
              <a:extLst>
                <a:ext uri="{FF2B5EF4-FFF2-40B4-BE49-F238E27FC236}">
                  <a16:creationId xmlns:a16="http://schemas.microsoft.com/office/drawing/2014/main" id="{AA8FB135-DE87-4DCA-9FC4-0DF33F373756}"/>
                </a:ext>
              </a:extLst>
            </p:cNvPr>
            <p:cNvCxnSpPr>
              <a:cxnSpLocks noChangeShapeType="1"/>
              <a:stCxn id="623626" idx="1"/>
              <a:endCxn id="623641" idx="0"/>
            </p:cNvCxnSpPr>
            <p:nvPr/>
          </p:nvCxnSpPr>
          <p:spPr bwMode="auto">
            <a:xfrm rot="10800000" flipV="1">
              <a:off x="3030" y="6354"/>
              <a:ext cx="269" cy="2220"/>
            </a:xfrm>
            <a:prstGeom prst="bentConnector2">
              <a:avLst/>
            </a:prstGeom>
            <a:noFill/>
            <a:ln w="9525">
              <a:solidFill>
                <a:srgbClr val="000000"/>
              </a:solidFill>
              <a:miter lim="800000"/>
              <a:headEnd type="triangle" w="med" len="med"/>
              <a:tailEnd type="triangle" w="med" len="med"/>
            </a:ln>
            <a:extLst>
              <a:ext uri="{909E8E84-426E-40DD-AFC4-6F175D3DCCD1}">
                <a14:hiddenFill xmlns:a14="http://schemas.microsoft.com/office/drawing/2010/main">
                  <a:noFill/>
                </a14:hiddenFill>
              </a:ext>
            </a:extLst>
          </p:spPr>
        </p:cxnSp>
        <p:sp>
          <p:nvSpPr>
            <p:cNvPr id="623643" name="Text Box 26">
              <a:extLst>
                <a:ext uri="{FF2B5EF4-FFF2-40B4-BE49-F238E27FC236}">
                  <a16:creationId xmlns:a16="http://schemas.microsoft.com/office/drawing/2014/main" id="{233F3AA6-117F-4165-BAA8-1D42B83AE46B}"/>
                </a:ext>
              </a:extLst>
            </p:cNvPr>
            <p:cNvSpPr txBox="1">
              <a:spLocks noChangeArrowheads="1"/>
            </p:cNvSpPr>
            <p:nvPr/>
          </p:nvSpPr>
          <p:spPr bwMode="auto">
            <a:xfrm>
              <a:off x="6900" y="5418"/>
              <a:ext cx="72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en-US" altLang="zh-CN">
                  <a:solidFill>
                    <a:srgbClr val="000000"/>
                  </a:solidFill>
                  <a:latin typeface="Times New Roman" panose="02020603050405020304" pitchFamily="18" charset="0"/>
                </a:rPr>
                <a:t>Agent</a:t>
              </a:r>
              <a:endParaRPr lang="en-US" altLang="zh-CN">
                <a:solidFill>
                  <a:srgbClr val="000000"/>
                </a:solidFill>
              </a:endParaRPr>
            </a:p>
          </p:txBody>
        </p:sp>
        <p:sp>
          <p:nvSpPr>
            <p:cNvPr id="623644" name="Text Box 27">
              <a:extLst>
                <a:ext uri="{FF2B5EF4-FFF2-40B4-BE49-F238E27FC236}">
                  <a16:creationId xmlns:a16="http://schemas.microsoft.com/office/drawing/2014/main" id="{87F95991-1B72-415A-B509-F157EA1C7467}"/>
                </a:ext>
              </a:extLst>
            </p:cNvPr>
            <p:cNvSpPr txBox="1">
              <a:spLocks noChangeArrowheads="1"/>
            </p:cNvSpPr>
            <p:nvPr/>
          </p:nvSpPr>
          <p:spPr bwMode="auto">
            <a:xfrm>
              <a:off x="4200" y="5730"/>
              <a:ext cx="72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sz="1400">
                  <a:solidFill>
                    <a:srgbClr val="000000"/>
                  </a:solidFill>
                  <a:latin typeface="Times New Roman" panose="02020603050405020304" pitchFamily="18" charset="0"/>
                </a:rPr>
                <a:t>协作与协商</a:t>
              </a:r>
              <a:endParaRPr lang="zh-CN" altLang="en-US" sz="1400">
                <a:solidFill>
                  <a:srgbClr val="000000"/>
                </a:solidFill>
              </a:endParaRPr>
            </a:p>
          </p:txBody>
        </p:sp>
        <p:sp>
          <p:nvSpPr>
            <p:cNvPr id="623645" name="Text Box 28">
              <a:extLst>
                <a:ext uri="{FF2B5EF4-FFF2-40B4-BE49-F238E27FC236}">
                  <a16:creationId xmlns:a16="http://schemas.microsoft.com/office/drawing/2014/main" id="{DE4EAD51-DB58-4360-891F-8ECAD541AD52}"/>
                </a:ext>
              </a:extLst>
            </p:cNvPr>
            <p:cNvSpPr txBox="1">
              <a:spLocks noChangeArrowheads="1"/>
            </p:cNvSpPr>
            <p:nvPr/>
          </p:nvSpPr>
          <p:spPr bwMode="auto">
            <a:xfrm>
              <a:off x="6360" y="5976"/>
              <a:ext cx="72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预测</a:t>
              </a:r>
              <a:endParaRPr lang="zh-CN" altLang="en-US">
                <a:solidFill>
                  <a:srgbClr val="000000"/>
                </a:solidFill>
              </a:endParaRPr>
            </a:p>
          </p:txBody>
        </p:sp>
        <p:sp>
          <p:nvSpPr>
            <p:cNvPr id="623646" name="Text Box 29">
              <a:extLst>
                <a:ext uri="{FF2B5EF4-FFF2-40B4-BE49-F238E27FC236}">
                  <a16:creationId xmlns:a16="http://schemas.microsoft.com/office/drawing/2014/main" id="{A9A91719-37D3-4F70-BCDC-4F8D43E5BC4E}"/>
                </a:ext>
              </a:extLst>
            </p:cNvPr>
            <p:cNvSpPr txBox="1">
              <a:spLocks noChangeArrowheads="1"/>
            </p:cNvSpPr>
            <p:nvPr/>
          </p:nvSpPr>
          <p:spPr bwMode="auto">
            <a:xfrm>
              <a:off x="3660" y="6666"/>
              <a:ext cx="162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sz="1600">
                  <a:solidFill>
                    <a:srgbClr val="000000"/>
                  </a:solidFill>
                  <a:latin typeface="Times New Roman" panose="02020603050405020304" pitchFamily="18" charset="0"/>
                </a:rPr>
                <a:t>请求</a:t>
              </a:r>
              <a:r>
                <a:rPr lang="en-US" altLang="zh-CN" sz="1600">
                  <a:solidFill>
                    <a:srgbClr val="000000"/>
                  </a:solidFill>
                  <a:latin typeface="Times New Roman" panose="02020603050405020304" pitchFamily="18" charset="0"/>
                </a:rPr>
                <a:t>/</a:t>
              </a:r>
              <a:r>
                <a:rPr lang="zh-CN" altLang="en-US" sz="1600">
                  <a:solidFill>
                    <a:srgbClr val="000000"/>
                  </a:solidFill>
                  <a:latin typeface="Times New Roman" panose="02020603050405020304" pitchFamily="18" charset="0"/>
                </a:rPr>
                <a:t>应答信息</a:t>
              </a:r>
              <a:endParaRPr lang="zh-CN" altLang="en-US" sz="1600">
                <a:solidFill>
                  <a:srgbClr val="000000"/>
                </a:solidFill>
              </a:endParaRPr>
            </a:p>
          </p:txBody>
        </p:sp>
        <p:sp>
          <p:nvSpPr>
            <p:cNvPr id="623647" name="Text Box 30">
              <a:extLst>
                <a:ext uri="{FF2B5EF4-FFF2-40B4-BE49-F238E27FC236}">
                  <a16:creationId xmlns:a16="http://schemas.microsoft.com/office/drawing/2014/main" id="{09E6FA91-91EF-423B-9FFE-4474F04B983E}"/>
                </a:ext>
              </a:extLst>
            </p:cNvPr>
            <p:cNvSpPr txBox="1">
              <a:spLocks noChangeArrowheads="1"/>
            </p:cNvSpPr>
            <p:nvPr/>
          </p:nvSpPr>
          <p:spPr bwMode="auto">
            <a:xfrm>
              <a:off x="7440" y="6510"/>
              <a:ext cx="72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sz="1600">
                  <a:solidFill>
                    <a:srgbClr val="000000"/>
                  </a:solidFill>
                  <a:latin typeface="Times New Roman" panose="02020603050405020304" pitchFamily="18" charset="0"/>
                </a:rPr>
                <a:t>一般</a:t>
              </a:r>
            </a:p>
            <a:p>
              <a:pPr algn="ctr" fontAlgn="base">
                <a:spcBef>
                  <a:spcPct val="0"/>
                </a:spcBef>
                <a:spcAft>
                  <a:spcPct val="0"/>
                </a:spcAft>
              </a:pPr>
              <a:r>
                <a:rPr lang="zh-CN" altLang="en-US" sz="1600">
                  <a:solidFill>
                    <a:srgbClr val="000000"/>
                  </a:solidFill>
                  <a:latin typeface="Times New Roman" panose="02020603050405020304" pitchFamily="18" charset="0"/>
                </a:rPr>
                <a:t>情况</a:t>
              </a:r>
              <a:endParaRPr lang="zh-CN" altLang="en-US" sz="1600">
                <a:solidFill>
                  <a:srgbClr val="000000"/>
                </a:solidFill>
              </a:endParaRPr>
            </a:p>
          </p:txBody>
        </p:sp>
        <p:sp>
          <p:nvSpPr>
            <p:cNvPr id="623648" name="Text Box 31">
              <a:extLst>
                <a:ext uri="{FF2B5EF4-FFF2-40B4-BE49-F238E27FC236}">
                  <a16:creationId xmlns:a16="http://schemas.microsoft.com/office/drawing/2014/main" id="{DA23A7F5-45CB-4861-B4CC-4CFD35309B3F}"/>
                </a:ext>
              </a:extLst>
            </p:cNvPr>
            <p:cNvSpPr txBox="1">
              <a:spLocks noChangeArrowheads="1"/>
            </p:cNvSpPr>
            <p:nvPr/>
          </p:nvSpPr>
          <p:spPr bwMode="auto">
            <a:xfrm>
              <a:off x="4380" y="7008"/>
              <a:ext cx="72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sz="1600">
                  <a:solidFill>
                    <a:srgbClr val="000000"/>
                  </a:solidFill>
                  <a:latin typeface="Times New Roman" panose="02020603050405020304" pitchFamily="18" charset="0"/>
                </a:rPr>
                <a:t>动作</a:t>
              </a:r>
              <a:endParaRPr lang="zh-CN" altLang="en-US" sz="1600">
                <a:solidFill>
                  <a:srgbClr val="000000"/>
                </a:solidFill>
              </a:endParaRPr>
            </a:p>
          </p:txBody>
        </p:sp>
        <p:sp>
          <p:nvSpPr>
            <p:cNvPr id="623649" name="Text Box 32">
              <a:extLst>
                <a:ext uri="{FF2B5EF4-FFF2-40B4-BE49-F238E27FC236}">
                  <a16:creationId xmlns:a16="http://schemas.microsoft.com/office/drawing/2014/main" id="{4000AA33-7917-4D19-86AF-4094B5936E00}"/>
                </a:ext>
              </a:extLst>
            </p:cNvPr>
            <p:cNvSpPr txBox="1">
              <a:spLocks noChangeArrowheads="1"/>
            </p:cNvSpPr>
            <p:nvPr/>
          </p:nvSpPr>
          <p:spPr bwMode="auto">
            <a:xfrm>
              <a:off x="6075" y="6696"/>
              <a:ext cx="90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sz="1600" dirty="0">
                  <a:solidFill>
                    <a:srgbClr val="000000"/>
                  </a:solidFill>
                  <a:latin typeface="Times New Roman" panose="02020603050405020304" pitchFamily="18" charset="0"/>
                </a:rPr>
                <a:t>紧急和</a:t>
              </a:r>
            </a:p>
            <a:p>
              <a:pPr algn="ctr" fontAlgn="base">
                <a:spcBef>
                  <a:spcPct val="0"/>
                </a:spcBef>
                <a:spcAft>
                  <a:spcPct val="0"/>
                </a:spcAft>
              </a:pPr>
              <a:r>
                <a:rPr lang="zh-CN" altLang="en-US" sz="1600" dirty="0">
                  <a:solidFill>
                    <a:srgbClr val="000000"/>
                  </a:solidFill>
                  <a:latin typeface="Times New Roman" panose="02020603050405020304" pitchFamily="18" charset="0"/>
                </a:rPr>
                <a:t>简单情况</a:t>
              </a:r>
              <a:endParaRPr lang="zh-CN" altLang="en-US" sz="1600" dirty="0">
                <a:solidFill>
                  <a:srgbClr val="000000"/>
                </a:solidFill>
              </a:endParaRPr>
            </a:p>
          </p:txBody>
        </p:sp>
        <p:sp>
          <p:nvSpPr>
            <p:cNvPr id="623650" name="Freeform 33">
              <a:extLst>
                <a:ext uri="{FF2B5EF4-FFF2-40B4-BE49-F238E27FC236}">
                  <a16:creationId xmlns:a16="http://schemas.microsoft.com/office/drawing/2014/main" id="{F122343A-F49F-4ADF-9CE7-C0A037497182}"/>
                </a:ext>
              </a:extLst>
            </p:cNvPr>
            <p:cNvSpPr>
              <a:spLocks/>
            </p:cNvSpPr>
            <p:nvPr/>
          </p:nvSpPr>
          <p:spPr bwMode="auto">
            <a:xfrm>
              <a:off x="2760" y="5106"/>
              <a:ext cx="5580" cy="2652"/>
            </a:xfrm>
            <a:custGeom>
              <a:avLst/>
              <a:gdLst>
                <a:gd name="T0" fmla="*/ 0 w 5940"/>
                <a:gd name="T1" fmla="*/ 0 h 3120"/>
                <a:gd name="T2" fmla="*/ 5242 w 5940"/>
                <a:gd name="T3" fmla="*/ 0 h 3120"/>
                <a:gd name="T4" fmla="*/ 5242 w 5940"/>
                <a:gd name="T5" fmla="*/ 2254 h 3120"/>
                <a:gd name="T6" fmla="*/ 0 w 5940"/>
                <a:gd name="T7" fmla="*/ 2254 h 3120"/>
                <a:gd name="T8" fmla="*/ 0 w 5940"/>
                <a:gd name="T9" fmla="*/ 0 h 31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940" h="3120">
                  <a:moveTo>
                    <a:pt x="0" y="0"/>
                  </a:moveTo>
                  <a:lnTo>
                    <a:pt x="5940" y="0"/>
                  </a:lnTo>
                  <a:lnTo>
                    <a:pt x="5940" y="3120"/>
                  </a:lnTo>
                  <a:lnTo>
                    <a:pt x="0" y="3120"/>
                  </a:lnTo>
                  <a:lnTo>
                    <a:pt x="0" y="0"/>
                  </a:lnTo>
                  <a:close/>
                </a:path>
              </a:pathLst>
            </a:custGeom>
            <a:noFill/>
            <a:ln w="9525" cap="flat">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EA2897A5-E5DC-4423-95DB-347C62B02394}"/>
              </a:ext>
            </a:extLst>
          </p:cNvPr>
          <p:cNvSpPr>
            <a:spLocks noGrp="1"/>
          </p:cNvSpPr>
          <p:nvPr>
            <p:ph type="sldNum" sz="quarter" idx="10"/>
          </p:nvPr>
        </p:nvSpPr>
        <p:spPr/>
        <p:txBody>
          <a:bodyPr/>
          <a:lstStyle/>
          <a:p>
            <a:pPr fontAlgn="base">
              <a:spcBef>
                <a:spcPct val="0"/>
              </a:spcBef>
              <a:spcAft>
                <a:spcPct val="0"/>
              </a:spcAft>
              <a:defRPr/>
            </a:pPr>
            <a:fld id="{455DE1C0-381A-49B9-B928-AD88605C32EA}" type="slidenum">
              <a:rPr lang="ja-JP" altLang="en-US">
                <a:latin typeface="Arial"/>
              </a:rPr>
              <a:pPr fontAlgn="base">
                <a:spcBef>
                  <a:spcPct val="0"/>
                </a:spcBef>
                <a:spcAft>
                  <a:spcPct val="0"/>
                </a:spcAft>
                <a:defRPr/>
              </a:pPr>
              <a:t>12</a:t>
            </a:fld>
            <a:endParaRPr lang="en-US" altLang="ja-JP">
              <a:latin typeface="Arial"/>
            </a:endParaRPr>
          </a:p>
        </p:txBody>
      </p:sp>
      <p:sp>
        <p:nvSpPr>
          <p:cNvPr id="624643" name="Rectangle 2">
            <a:extLst>
              <a:ext uri="{FF2B5EF4-FFF2-40B4-BE49-F238E27FC236}">
                <a16:creationId xmlns:a16="http://schemas.microsoft.com/office/drawing/2014/main" id="{01E51083-1F82-44D3-9843-FFD0577D3E35}"/>
              </a:ext>
            </a:extLst>
          </p:cNvPr>
          <p:cNvSpPr>
            <a:spLocks noChangeArrowheads="1"/>
          </p:cNvSpPr>
          <p:nvPr/>
        </p:nvSpPr>
        <p:spPr bwMode="auto">
          <a:xfrm>
            <a:off x="466531" y="908051"/>
            <a:ext cx="9950644"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lnSpc>
                <a:spcPct val="140000"/>
              </a:lnSpc>
              <a:spcAft>
                <a:spcPct val="0"/>
              </a:spcAft>
              <a:buClr>
                <a:srgbClr val="CC0000"/>
              </a:buClr>
              <a:buSzPct val="60000"/>
              <a:buBlip>
                <a:blip r:embed="rId2"/>
              </a:buBlip>
            </a:pPr>
            <a:r>
              <a:rPr lang="en-US" altLang="zh-CN" b="1" dirty="0">
                <a:solidFill>
                  <a:srgbClr val="000000"/>
                </a:solidFill>
                <a:latin typeface="Times New Roman" panose="02020603050405020304" pitchFamily="18" charset="0"/>
              </a:rPr>
              <a:t>11.1.7 Agent</a:t>
            </a:r>
            <a:r>
              <a:rPr lang="zh-CN" altLang="en-US" b="1" dirty="0">
                <a:solidFill>
                  <a:srgbClr val="000000"/>
                </a:solidFill>
                <a:latin typeface="Times New Roman" panose="02020603050405020304" pitchFamily="18" charset="0"/>
              </a:rPr>
              <a:t>的应用</a:t>
            </a:r>
          </a:p>
        </p:txBody>
      </p:sp>
      <p:sp>
        <p:nvSpPr>
          <p:cNvPr id="782339" name="Text Box 3">
            <a:extLst>
              <a:ext uri="{FF2B5EF4-FFF2-40B4-BE49-F238E27FC236}">
                <a16:creationId xmlns:a16="http://schemas.microsoft.com/office/drawing/2014/main" id="{3F18AC77-C3E7-4D81-947A-C1DA03D2E407}"/>
              </a:ext>
            </a:extLst>
          </p:cNvPr>
          <p:cNvSpPr txBox="1">
            <a:spLocks noChangeArrowheads="1"/>
          </p:cNvSpPr>
          <p:nvPr/>
        </p:nvSpPr>
        <p:spPr bwMode="auto">
          <a:xfrm>
            <a:off x="1676400" y="1627188"/>
            <a:ext cx="8610600" cy="4483100"/>
          </a:xfrm>
          <a:prstGeom prst="rect">
            <a:avLst/>
          </a:prstGeom>
          <a:gradFill rotWithShape="1">
            <a:gsLst>
              <a:gs pos="0">
                <a:srgbClr val="00FFFF"/>
              </a:gs>
              <a:gs pos="100000">
                <a:srgbClr val="FFFFFF"/>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30000"/>
              </a:spcBef>
              <a:spcAft>
                <a:spcPct val="0"/>
              </a:spcAft>
            </a:pPr>
            <a:r>
              <a:rPr lang="zh-CN" altLang="en-US" sz="2400" b="1" dirty="0">
                <a:solidFill>
                  <a:srgbClr val="000000"/>
                </a:solidFill>
                <a:latin typeface="Times New Roman" panose="02020603050405020304" pitchFamily="18" charset="0"/>
              </a:rPr>
              <a:t>（</a:t>
            </a:r>
            <a:r>
              <a:rPr lang="en-US" altLang="zh-CN" sz="2400" b="1" dirty="0">
                <a:solidFill>
                  <a:srgbClr val="000000"/>
                </a:solidFill>
                <a:latin typeface="Times New Roman" panose="02020603050405020304" pitchFamily="18" charset="0"/>
              </a:rPr>
              <a:t>1</a:t>
            </a:r>
            <a:r>
              <a:rPr lang="zh-CN" altLang="en-US" sz="2400" b="1" dirty="0">
                <a:solidFill>
                  <a:srgbClr val="000000"/>
                </a:solidFill>
                <a:latin typeface="Times New Roman" panose="02020603050405020304" pitchFamily="18" charset="0"/>
              </a:rPr>
              <a:t>）电信。利用</a:t>
            </a:r>
            <a:r>
              <a:rPr lang="en-US" altLang="zh-CN" sz="2400" b="1" dirty="0">
                <a:solidFill>
                  <a:srgbClr val="000000"/>
                </a:solidFill>
                <a:latin typeface="Times New Roman" panose="02020603050405020304" pitchFamily="18" charset="0"/>
              </a:rPr>
              <a:t>Agent</a:t>
            </a:r>
            <a:r>
              <a:rPr lang="zh-CN" altLang="en-US" sz="2400" b="1" dirty="0">
                <a:solidFill>
                  <a:srgbClr val="000000"/>
                </a:solidFill>
                <a:latin typeface="Times New Roman" panose="02020603050405020304" pitchFamily="18" charset="0"/>
              </a:rPr>
              <a:t>的特性解决复杂系统和网络管理方面的任务，包括负载均衡、故障预测、问题分析和信息综合等。</a:t>
            </a:r>
          </a:p>
          <a:p>
            <a:pPr fontAlgn="base">
              <a:lnSpc>
                <a:spcPct val="120000"/>
              </a:lnSpc>
              <a:spcBef>
                <a:spcPct val="30000"/>
              </a:spcBef>
              <a:spcAft>
                <a:spcPct val="0"/>
              </a:spcAft>
            </a:pPr>
            <a:r>
              <a:rPr lang="zh-CN" altLang="en-US" sz="2400" b="1" dirty="0">
                <a:solidFill>
                  <a:srgbClr val="000000"/>
                </a:solidFill>
                <a:latin typeface="Times New Roman" panose="02020603050405020304" pitchFamily="18" charset="0"/>
              </a:rPr>
              <a:t>（</a:t>
            </a:r>
            <a:r>
              <a:rPr lang="en-US" altLang="zh-CN" sz="2400" b="1" dirty="0">
                <a:solidFill>
                  <a:srgbClr val="000000"/>
                </a:solidFill>
                <a:latin typeface="Times New Roman" panose="02020603050405020304" pitchFamily="18" charset="0"/>
              </a:rPr>
              <a:t>2</a:t>
            </a:r>
            <a:r>
              <a:rPr lang="zh-CN" altLang="en-US" sz="2400" b="1" dirty="0">
                <a:solidFill>
                  <a:srgbClr val="000000"/>
                </a:solidFill>
                <a:latin typeface="Times New Roman" panose="02020603050405020304" pitchFamily="18" charset="0"/>
              </a:rPr>
              <a:t>）兴趣匹配。</a:t>
            </a:r>
            <a:r>
              <a:rPr lang="en-US" altLang="zh-CN" sz="2400" b="1" dirty="0">
                <a:solidFill>
                  <a:srgbClr val="000000"/>
                </a:solidFill>
                <a:latin typeface="Times New Roman" panose="02020603050405020304" pitchFamily="18" charset="0"/>
              </a:rPr>
              <a:t>Agent</a:t>
            </a:r>
            <a:r>
              <a:rPr lang="zh-CN" altLang="en-US" sz="2400" b="1" dirty="0">
                <a:solidFill>
                  <a:srgbClr val="000000"/>
                </a:solidFill>
                <a:latin typeface="Times New Roman" panose="02020603050405020304" pitchFamily="18" charset="0"/>
              </a:rPr>
              <a:t>更多应用于商业网站向用户提供建议。</a:t>
            </a:r>
          </a:p>
          <a:p>
            <a:pPr fontAlgn="base">
              <a:lnSpc>
                <a:spcPct val="120000"/>
              </a:lnSpc>
              <a:spcBef>
                <a:spcPct val="30000"/>
              </a:spcBef>
              <a:spcAft>
                <a:spcPct val="0"/>
              </a:spcAft>
            </a:pPr>
            <a:r>
              <a:rPr lang="zh-CN" altLang="en-US" sz="2400" b="1" dirty="0">
                <a:solidFill>
                  <a:srgbClr val="000000"/>
                </a:solidFill>
                <a:latin typeface="Times New Roman" panose="02020603050405020304" pitchFamily="18" charset="0"/>
              </a:rPr>
              <a:t>（</a:t>
            </a:r>
            <a:r>
              <a:rPr lang="en-US" altLang="zh-CN" sz="2400" b="1" dirty="0">
                <a:solidFill>
                  <a:srgbClr val="000000"/>
                </a:solidFill>
                <a:latin typeface="Times New Roman" panose="02020603050405020304" pitchFamily="18" charset="0"/>
              </a:rPr>
              <a:t>3</a:t>
            </a:r>
            <a:r>
              <a:rPr lang="zh-CN" altLang="en-US" sz="2400" b="1" dirty="0">
                <a:solidFill>
                  <a:srgbClr val="000000"/>
                </a:solidFill>
                <a:latin typeface="Times New Roman" panose="02020603050405020304" pitchFamily="18" charset="0"/>
              </a:rPr>
              <a:t>）用户助理。用</a:t>
            </a:r>
            <a:r>
              <a:rPr lang="en-US" altLang="zh-CN" sz="2400" b="1" dirty="0">
                <a:solidFill>
                  <a:srgbClr val="000000"/>
                </a:solidFill>
                <a:latin typeface="Times New Roman" panose="02020603050405020304" pitchFamily="18" charset="0"/>
              </a:rPr>
              <a:t>Agent</a:t>
            </a:r>
            <a:r>
              <a:rPr lang="zh-CN" altLang="en-US" sz="2400" b="1" dirty="0">
                <a:solidFill>
                  <a:srgbClr val="000000"/>
                </a:solidFill>
                <a:latin typeface="Times New Roman" panose="02020603050405020304" pitchFamily="18" charset="0"/>
              </a:rPr>
              <a:t>协助用户更好地完成特定的任务。</a:t>
            </a:r>
          </a:p>
          <a:p>
            <a:pPr fontAlgn="base">
              <a:lnSpc>
                <a:spcPct val="120000"/>
              </a:lnSpc>
              <a:spcBef>
                <a:spcPct val="30000"/>
              </a:spcBef>
              <a:spcAft>
                <a:spcPct val="0"/>
              </a:spcAft>
            </a:pPr>
            <a:r>
              <a:rPr lang="zh-CN" altLang="en-US" sz="2400" b="1" dirty="0">
                <a:solidFill>
                  <a:srgbClr val="000000"/>
                </a:solidFill>
                <a:latin typeface="Times New Roman" panose="02020603050405020304" pitchFamily="18" charset="0"/>
              </a:rPr>
              <a:t>（</a:t>
            </a:r>
            <a:r>
              <a:rPr lang="en-US" altLang="zh-CN" sz="2400" b="1" dirty="0">
                <a:solidFill>
                  <a:srgbClr val="000000"/>
                </a:solidFill>
                <a:latin typeface="Times New Roman" panose="02020603050405020304" pitchFamily="18" charset="0"/>
              </a:rPr>
              <a:t>4</a:t>
            </a:r>
            <a:r>
              <a:rPr lang="zh-CN" altLang="en-US" sz="2400" b="1" dirty="0">
                <a:solidFill>
                  <a:srgbClr val="000000"/>
                </a:solidFill>
                <a:latin typeface="Times New Roman" panose="02020603050405020304" pitchFamily="18" charset="0"/>
              </a:rPr>
              <a:t>）组织结构。由多个</a:t>
            </a:r>
            <a:r>
              <a:rPr lang="en-US" altLang="zh-CN" sz="2400" b="1" dirty="0">
                <a:solidFill>
                  <a:srgbClr val="000000"/>
                </a:solidFill>
                <a:latin typeface="Times New Roman" panose="02020603050405020304" pitchFamily="18" charset="0"/>
              </a:rPr>
              <a:t>Agent</a:t>
            </a:r>
            <a:r>
              <a:rPr lang="zh-CN" altLang="en-US" sz="2400" b="1" dirty="0">
                <a:solidFill>
                  <a:srgbClr val="000000"/>
                </a:solidFill>
                <a:latin typeface="Times New Roman" panose="02020603050405020304" pitchFamily="18" charset="0"/>
              </a:rPr>
              <a:t>构造一个类似于人类组织的系统，不同的</a:t>
            </a:r>
            <a:r>
              <a:rPr lang="en-US" altLang="zh-CN" sz="2400" b="1" dirty="0">
                <a:solidFill>
                  <a:srgbClr val="000000"/>
                </a:solidFill>
                <a:latin typeface="Times New Roman" panose="02020603050405020304" pitchFamily="18" charset="0"/>
              </a:rPr>
              <a:t>Agent</a:t>
            </a:r>
            <a:r>
              <a:rPr lang="zh-CN" altLang="en-US" sz="2400" b="1" dirty="0">
                <a:solidFill>
                  <a:srgbClr val="000000"/>
                </a:solidFill>
                <a:latin typeface="Times New Roman" panose="02020603050405020304" pitchFamily="18" charset="0"/>
              </a:rPr>
              <a:t>代表着系统内的不同角色，通过这些</a:t>
            </a:r>
            <a:r>
              <a:rPr lang="en-US" altLang="zh-CN" sz="2400" b="1" dirty="0">
                <a:solidFill>
                  <a:srgbClr val="000000"/>
                </a:solidFill>
                <a:latin typeface="Times New Roman" panose="02020603050405020304" pitchFamily="18" charset="0"/>
              </a:rPr>
              <a:t>Agent</a:t>
            </a:r>
            <a:r>
              <a:rPr lang="zh-CN" altLang="en-US" sz="2400" b="1" dirty="0">
                <a:solidFill>
                  <a:srgbClr val="000000"/>
                </a:solidFill>
                <a:latin typeface="Times New Roman" panose="02020603050405020304" pitchFamily="18" charset="0"/>
              </a:rPr>
              <a:t>之间的通信和协作来完成具体的任务。目前主要应用于电子商务。</a:t>
            </a:r>
          </a:p>
          <a:p>
            <a:pPr fontAlgn="base">
              <a:lnSpc>
                <a:spcPct val="120000"/>
              </a:lnSpc>
              <a:spcBef>
                <a:spcPct val="30000"/>
              </a:spcBef>
              <a:spcAft>
                <a:spcPct val="0"/>
              </a:spcAft>
            </a:pPr>
            <a:r>
              <a:rPr lang="zh-CN" altLang="en-US" sz="2400" b="1" dirty="0">
                <a:solidFill>
                  <a:srgbClr val="000000"/>
                </a:solidFill>
                <a:latin typeface="Times New Roman" panose="02020603050405020304" pitchFamily="18" charset="0"/>
              </a:rPr>
              <a:t>（</a:t>
            </a:r>
            <a:r>
              <a:rPr lang="en-US" altLang="zh-CN" sz="2400" b="1" dirty="0">
                <a:solidFill>
                  <a:srgbClr val="000000"/>
                </a:solidFill>
                <a:latin typeface="Times New Roman" panose="02020603050405020304" pitchFamily="18" charset="0"/>
              </a:rPr>
              <a:t>5</a:t>
            </a:r>
            <a:r>
              <a:rPr lang="zh-CN" altLang="en-US" sz="2400" b="1" dirty="0">
                <a:solidFill>
                  <a:srgbClr val="000000"/>
                </a:solidFill>
                <a:latin typeface="Times New Roman" panose="02020603050405020304" pitchFamily="18" charset="0"/>
              </a:rPr>
              <a:t>）智能信息检索。</a:t>
            </a:r>
            <a:r>
              <a:rPr lang="en-US" altLang="zh-CN" sz="2400" b="1" dirty="0">
                <a:solidFill>
                  <a:srgbClr val="000000"/>
                </a:solidFill>
                <a:latin typeface="Times New Roman" panose="02020603050405020304" pitchFamily="18" charset="0"/>
              </a:rPr>
              <a:t>Agent</a:t>
            </a:r>
            <a:r>
              <a:rPr lang="zh-CN" altLang="en-US" sz="2400" b="1" dirty="0">
                <a:solidFill>
                  <a:srgbClr val="000000"/>
                </a:solidFill>
                <a:latin typeface="Times New Roman" panose="02020603050405020304" pitchFamily="18" charset="0"/>
              </a:rPr>
              <a:t>可以通过利用相关知识检索一些特定信息。</a:t>
            </a:r>
          </a:p>
        </p:txBody>
      </p:sp>
      <p:sp>
        <p:nvSpPr>
          <p:cNvPr id="624645" name="Rectangle 4">
            <a:extLst>
              <a:ext uri="{FF2B5EF4-FFF2-40B4-BE49-F238E27FC236}">
                <a16:creationId xmlns:a16="http://schemas.microsoft.com/office/drawing/2014/main" id="{1BFFCE38-1AC8-4AC2-89FA-5C45A8090A38}"/>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800" b="1" dirty="0">
                <a:solidFill>
                  <a:srgbClr val="FFFFFF"/>
                </a:solidFill>
                <a:latin typeface="Times New Roman" panose="02020603050405020304" pitchFamily="18" charset="0"/>
              </a:rPr>
              <a:t>11.1 </a:t>
            </a:r>
            <a:r>
              <a:rPr lang="zh-CN" altLang="en-US" sz="3800" b="1" dirty="0">
                <a:solidFill>
                  <a:srgbClr val="FFFFFF"/>
                </a:solidFill>
                <a:latin typeface="Times New Roman" panose="02020603050405020304" pitchFamily="18" charset="0"/>
              </a:rPr>
              <a:t>智能体的概念与结构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82339"/>
                                        </p:tgtEl>
                                        <p:attrNameLst>
                                          <p:attrName>style.visibility</p:attrName>
                                        </p:attrNameLst>
                                      </p:cBhvr>
                                      <p:to>
                                        <p:strVal val="visible"/>
                                      </p:to>
                                    </p:set>
                                    <p:animEffect transition="in" filter="checkerboard(across)">
                                      <p:cBhvr>
                                        <p:cTn id="7" dur="500"/>
                                        <p:tgtEl>
                                          <p:spTgt spid="782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2339"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69771145-A395-4939-9C8A-D1AED1B5ECBD}"/>
              </a:ext>
            </a:extLst>
          </p:cNvPr>
          <p:cNvSpPr>
            <a:spLocks noGrp="1"/>
          </p:cNvSpPr>
          <p:nvPr>
            <p:ph type="sldNum" sz="quarter" idx="10"/>
          </p:nvPr>
        </p:nvSpPr>
        <p:spPr/>
        <p:txBody>
          <a:bodyPr/>
          <a:lstStyle/>
          <a:p>
            <a:pPr fontAlgn="base">
              <a:spcBef>
                <a:spcPct val="0"/>
              </a:spcBef>
              <a:spcAft>
                <a:spcPct val="0"/>
              </a:spcAft>
              <a:defRPr/>
            </a:pPr>
            <a:fld id="{69210563-82F5-479C-A13E-57293251CD95}" type="slidenum">
              <a:rPr lang="ja-JP" altLang="en-US">
                <a:latin typeface="Arial"/>
              </a:rPr>
              <a:pPr fontAlgn="base">
                <a:spcBef>
                  <a:spcPct val="0"/>
                </a:spcBef>
                <a:spcAft>
                  <a:spcPct val="0"/>
                </a:spcAft>
                <a:defRPr/>
              </a:pPr>
              <a:t>13</a:t>
            </a:fld>
            <a:endParaRPr lang="en-US" altLang="ja-JP">
              <a:latin typeface="Arial"/>
            </a:endParaRPr>
          </a:p>
        </p:txBody>
      </p:sp>
      <p:sp>
        <p:nvSpPr>
          <p:cNvPr id="625667" name="Rectangle 2">
            <a:extLst>
              <a:ext uri="{FF2B5EF4-FFF2-40B4-BE49-F238E27FC236}">
                <a16:creationId xmlns:a16="http://schemas.microsoft.com/office/drawing/2014/main" id="{7F7F26E8-A569-4353-909F-10F29355E31B}"/>
              </a:ext>
            </a:extLst>
          </p:cNvPr>
          <p:cNvSpPr>
            <a:spLocks noChangeArrowheads="1"/>
          </p:cNvSpPr>
          <p:nvPr/>
        </p:nvSpPr>
        <p:spPr bwMode="auto">
          <a:xfrm>
            <a:off x="1774825" y="908051"/>
            <a:ext cx="8642350"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lnSpc>
                <a:spcPct val="140000"/>
              </a:lnSpc>
              <a:spcAft>
                <a:spcPct val="0"/>
              </a:spcAft>
              <a:buClr>
                <a:srgbClr val="CC0000"/>
              </a:buClr>
              <a:buSzPct val="60000"/>
              <a:buBlip>
                <a:blip r:embed="rId2"/>
              </a:buBlip>
            </a:pPr>
            <a:r>
              <a:rPr lang="en-US" altLang="zh-CN" b="1" dirty="0">
                <a:solidFill>
                  <a:srgbClr val="000000"/>
                </a:solidFill>
                <a:latin typeface="Times New Roman" panose="02020603050405020304" pitchFamily="18" charset="0"/>
              </a:rPr>
              <a:t>11.1.7 Agent</a:t>
            </a:r>
            <a:r>
              <a:rPr lang="zh-CN" altLang="en-US" b="1" dirty="0">
                <a:solidFill>
                  <a:srgbClr val="000000"/>
                </a:solidFill>
                <a:latin typeface="Times New Roman" panose="02020603050405020304" pitchFamily="18" charset="0"/>
              </a:rPr>
              <a:t>的应用</a:t>
            </a:r>
          </a:p>
        </p:txBody>
      </p:sp>
      <p:sp>
        <p:nvSpPr>
          <p:cNvPr id="783363" name="Text Box 3">
            <a:extLst>
              <a:ext uri="{FF2B5EF4-FFF2-40B4-BE49-F238E27FC236}">
                <a16:creationId xmlns:a16="http://schemas.microsoft.com/office/drawing/2014/main" id="{BB42F8EC-06D2-4C72-8FD0-2D0A37C7A8AD}"/>
              </a:ext>
            </a:extLst>
          </p:cNvPr>
          <p:cNvSpPr txBox="1">
            <a:spLocks noChangeArrowheads="1"/>
          </p:cNvSpPr>
          <p:nvPr/>
        </p:nvSpPr>
        <p:spPr bwMode="auto">
          <a:xfrm>
            <a:off x="1676400" y="1627188"/>
            <a:ext cx="8839200" cy="4373562"/>
          </a:xfrm>
          <a:prstGeom prst="rect">
            <a:avLst/>
          </a:prstGeom>
          <a:gradFill rotWithShape="1">
            <a:gsLst>
              <a:gs pos="0">
                <a:srgbClr val="00FFFF"/>
              </a:gs>
              <a:gs pos="100000">
                <a:srgbClr val="FFFFFF"/>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30000"/>
              </a:spcBef>
              <a:spcAft>
                <a:spcPct val="0"/>
              </a:spcAft>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6</a:t>
            </a:r>
            <a:r>
              <a:rPr lang="zh-CN" altLang="en-US" sz="2400" b="1">
                <a:solidFill>
                  <a:srgbClr val="000000"/>
                </a:solidFill>
                <a:latin typeface="Times New Roman" panose="02020603050405020304" pitchFamily="18" charset="0"/>
              </a:rPr>
              <a:t>）决策支持系统。</a:t>
            </a:r>
            <a:r>
              <a:rPr lang="en-US" altLang="zh-CN" sz="2400" b="1">
                <a:solidFill>
                  <a:srgbClr val="000000"/>
                </a:solidFill>
                <a:latin typeface="Times New Roman" panose="02020603050405020304" pitchFamily="18" charset="0"/>
              </a:rPr>
              <a:t>Agent</a:t>
            </a:r>
            <a:r>
              <a:rPr lang="zh-CN" altLang="en-US" sz="2400" b="1">
                <a:solidFill>
                  <a:srgbClr val="000000"/>
                </a:solidFill>
                <a:latin typeface="Times New Roman" panose="02020603050405020304" pitchFamily="18" charset="0"/>
              </a:rPr>
              <a:t>能够监控系统的一些关键信息，在系统可能出现问题的时候，警告相应的操作员，并在数据挖掘技术和决策支持模型的协助下，为复杂的决策提供有效的支持。</a:t>
            </a:r>
          </a:p>
          <a:p>
            <a:pPr fontAlgn="base">
              <a:lnSpc>
                <a:spcPct val="120000"/>
              </a:lnSpc>
              <a:spcBef>
                <a:spcPct val="30000"/>
              </a:spcBef>
              <a:spcAft>
                <a:spcPct val="0"/>
              </a:spcAft>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7</a:t>
            </a:r>
            <a:r>
              <a:rPr lang="zh-CN" altLang="en-US" sz="2400" b="1">
                <a:solidFill>
                  <a:srgbClr val="000000"/>
                </a:solidFill>
                <a:latin typeface="Times New Roman" panose="02020603050405020304" pitchFamily="18" charset="0"/>
              </a:rPr>
              <a:t>）移动计算。</a:t>
            </a:r>
            <a:r>
              <a:rPr lang="en-US" altLang="zh-CN" sz="2400" b="1">
                <a:solidFill>
                  <a:srgbClr val="000000"/>
                </a:solidFill>
                <a:latin typeface="Times New Roman" panose="02020603050405020304" pitchFamily="18" charset="0"/>
              </a:rPr>
              <a:t>Agent</a:t>
            </a:r>
            <a:r>
              <a:rPr lang="zh-CN" altLang="en-US" sz="2400" b="1">
                <a:solidFill>
                  <a:srgbClr val="000000"/>
                </a:solidFill>
                <a:latin typeface="Times New Roman" panose="02020603050405020304" pitchFamily="18" charset="0"/>
              </a:rPr>
              <a:t>能为移动应用提供自然有效且稳定的离线计算模式，在移动用户再次连上网络之后再把结果反馈给用户。</a:t>
            </a:r>
          </a:p>
          <a:p>
            <a:pPr fontAlgn="base">
              <a:lnSpc>
                <a:spcPct val="120000"/>
              </a:lnSpc>
              <a:spcBef>
                <a:spcPct val="30000"/>
              </a:spcBef>
              <a:spcAft>
                <a:spcPct val="0"/>
              </a:spcAft>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8</a:t>
            </a:r>
            <a:r>
              <a:rPr lang="zh-CN" altLang="en-US" sz="2400" b="1">
                <a:solidFill>
                  <a:srgbClr val="000000"/>
                </a:solidFill>
                <a:latin typeface="Times New Roman" panose="02020603050405020304" pitchFamily="18" charset="0"/>
              </a:rPr>
              <a:t>）远程教育。</a:t>
            </a:r>
            <a:r>
              <a:rPr lang="en-US" altLang="zh-CN" sz="2400" b="1">
                <a:solidFill>
                  <a:srgbClr val="000000"/>
                </a:solidFill>
                <a:latin typeface="Times New Roman" panose="02020603050405020304" pitchFamily="18" charset="0"/>
              </a:rPr>
              <a:t>Agent</a:t>
            </a:r>
            <a:r>
              <a:rPr lang="zh-CN" altLang="en-US" sz="2400" b="1">
                <a:solidFill>
                  <a:srgbClr val="000000"/>
                </a:solidFill>
                <a:latin typeface="Times New Roman" panose="02020603050405020304" pitchFamily="18" charset="0"/>
              </a:rPr>
              <a:t>作为虚拟教师、虚拟学习伙伴、虚拟实验设备、虚拟图书管理员等，实现虚拟的教学、练习和实验环节等。</a:t>
            </a:r>
          </a:p>
          <a:p>
            <a:pPr fontAlgn="base">
              <a:lnSpc>
                <a:spcPct val="120000"/>
              </a:lnSpc>
              <a:spcBef>
                <a:spcPct val="30000"/>
              </a:spcBef>
              <a:spcAft>
                <a:spcPct val="0"/>
              </a:spcAft>
            </a:pPr>
            <a:r>
              <a:rPr lang="zh-CN" altLang="en-US" sz="2400" b="1">
                <a:solidFill>
                  <a:srgbClr val="000000"/>
                </a:solidFill>
                <a:latin typeface="Times New Roman" panose="02020603050405020304" pitchFamily="18" charset="0"/>
              </a:rPr>
              <a:t>（</a:t>
            </a:r>
            <a:r>
              <a:rPr lang="en-US" altLang="zh-CN" sz="2400" b="1">
                <a:solidFill>
                  <a:srgbClr val="000000"/>
                </a:solidFill>
                <a:latin typeface="Times New Roman" panose="02020603050405020304" pitchFamily="18" charset="0"/>
              </a:rPr>
              <a:t>9</a:t>
            </a:r>
            <a:r>
              <a:rPr lang="zh-CN" altLang="en-US" sz="2400" b="1">
                <a:solidFill>
                  <a:srgbClr val="000000"/>
                </a:solidFill>
                <a:latin typeface="Times New Roman" panose="02020603050405020304" pitchFamily="18" charset="0"/>
              </a:rPr>
              <a:t>）数字娱乐。如在个性化的节目中插入点播服务；在游戏、动画中进行更加人性化的角色设计。</a:t>
            </a:r>
          </a:p>
        </p:txBody>
      </p:sp>
      <p:sp>
        <p:nvSpPr>
          <p:cNvPr id="625669" name="Rectangle 4">
            <a:extLst>
              <a:ext uri="{FF2B5EF4-FFF2-40B4-BE49-F238E27FC236}">
                <a16:creationId xmlns:a16="http://schemas.microsoft.com/office/drawing/2014/main" id="{CABBFFF9-F2B4-4287-BDA3-3315ECFA6A58}"/>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800" b="1" dirty="0">
                <a:solidFill>
                  <a:srgbClr val="FFFFFF"/>
                </a:solidFill>
                <a:latin typeface="Times New Roman" panose="02020603050405020304" pitchFamily="18" charset="0"/>
              </a:rPr>
              <a:t>11.1 </a:t>
            </a:r>
            <a:r>
              <a:rPr lang="zh-CN" altLang="en-US" sz="3800" b="1" dirty="0">
                <a:solidFill>
                  <a:srgbClr val="FFFFFF"/>
                </a:solidFill>
                <a:latin typeface="Times New Roman" panose="02020603050405020304" pitchFamily="18" charset="0"/>
              </a:rPr>
              <a:t>智能体的概念与结构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83363"/>
                                        </p:tgtEl>
                                        <p:attrNameLst>
                                          <p:attrName>style.visibility</p:attrName>
                                        </p:attrNameLst>
                                      </p:cBhvr>
                                      <p:to>
                                        <p:strVal val="visible"/>
                                      </p:to>
                                    </p:set>
                                    <p:animEffect transition="in" filter="checkerboard(across)">
                                      <p:cBhvr>
                                        <p:cTn id="7" dur="500"/>
                                        <p:tgtEl>
                                          <p:spTgt spid="783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3363"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2B753DA-7990-4FF6-9D58-324924741428}"/>
              </a:ext>
            </a:extLst>
          </p:cNvPr>
          <p:cNvSpPr>
            <a:spLocks noGrp="1"/>
          </p:cNvSpPr>
          <p:nvPr>
            <p:ph type="sldNum" sz="quarter" idx="10"/>
          </p:nvPr>
        </p:nvSpPr>
        <p:spPr/>
        <p:txBody>
          <a:bodyPr/>
          <a:lstStyle/>
          <a:p>
            <a:pPr fontAlgn="base">
              <a:spcBef>
                <a:spcPct val="0"/>
              </a:spcBef>
              <a:spcAft>
                <a:spcPct val="0"/>
              </a:spcAft>
              <a:defRPr/>
            </a:pPr>
            <a:fld id="{7B4F42D8-2032-4B96-8D1D-A2B8519B95EE}" type="slidenum">
              <a:rPr lang="ja-JP" altLang="en-US">
                <a:latin typeface="Arial"/>
              </a:rPr>
              <a:pPr fontAlgn="base">
                <a:spcBef>
                  <a:spcPct val="0"/>
                </a:spcBef>
                <a:spcAft>
                  <a:spcPct val="0"/>
                </a:spcAft>
                <a:defRPr/>
              </a:pPr>
              <a:t>14</a:t>
            </a:fld>
            <a:endParaRPr lang="en-US" altLang="ja-JP">
              <a:latin typeface="Arial"/>
            </a:endParaRPr>
          </a:p>
        </p:txBody>
      </p:sp>
      <p:sp>
        <p:nvSpPr>
          <p:cNvPr id="784386" name="Rectangle 2">
            <a:extLst>
              <a:ext uri="{FF2B5EF4-FFF2-40B4-BE49-F238E27FC236}">
                <a16:creationId xmlns:a16="http://schemas.microsoft.com/office/drawing/2014/main" id="{6F024860-1D6F-4C9C-A27E-4AAAAD6157A2}"/>
              </a:ext>
            </a:extLst>
          </p:cNvPr>
          <p:cNvSpPr>
            <a:spLocks noChangeArrowheads="1"/>
          </p:cNvSpPr>
          <p:nvPr/>
        </p:nvSpPr>
        <p:spPr bwMode="auto">
          <a:xfrm>
            <a:off x="513185" y="1000126"/>
            <a:ext cx="9751592"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11.1 </a:t>
            </a:r>
            <a:r>
              <a:rPr lang="zh-CN" altLang="en-US" b="1" dirty="0">
                <a:solidFill>
                  <a:srgbClr val="000000"/>
                </a:solidFill>
                <a:latin typeface="Times New Roman" panose="02020603050405020304" pitchFamily="18" charset="0"/>
              </a:rPr>
              <a:t>智能体的概念与结构</a:t>
            </a:r>
          </a:p>
          <a:p>
            <a:pPr fontAlgn="base">
              <a:spcBef>
                <a:spcPct val="30000"/>
              </a:spcBef>
              <a:spcAft>
                <a:spcPct val="0"/>
              </a:spcAft>
              <a:buClr>
                <a:srgbClr val="0000FF"/>
              </a:buClr>
              <a:buSzPct val="150000"/>
              <a:buFont typeface="Wingdings" panose="05000000000000000000" pitchFamily="2" charset="2"/>
              <a:buChar char="ü"/>
            </a:pPr>
            <a:r>
              <a:rPr lang="en-US" altLang="zh-CN" b="1" dirty="0">
                <a:solidFill>
                  <a:srgbClr val="0000FF"/>
                </a:solidFill>
                <a:latin typeface="Times New Roman" panose="02020603050405020304" pitchFamily="18" charset="0"/>
              </a:rPr>
              <a:t>11.2</a:t>
            </a:r>
            <a:r>
              <a:rPr lang="zh-CN" altLang="en-US" b="1" dirty="0">
                <a:solidFill>
                  <a:srgbClr val="0000FF"/>
                </a:solidFill>
                <a:latin typeface="Times New Roman" panose="02020603050405020304" pitchFamily="18" charset="0"/>
              </a:rPr>
              <a:t>多智能体系统的概念与结构</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11.3 </a:t>
            </a:r>
            <a:r>
              <a:rPr lang="zh-CN" altLang="en-US" b="1" dirty="0">
                <a:solidFill>
                  <a:srgbClr val="000000"/>
                </a:solidFill>
                <a:latin typeface="Times New Roman" panose="02020603050405020304" pitchFamily="18" charset="0"/>
              </a:rPr>
              <a:t>多智能体系统的通信</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11.4 </a:t>
            </a:r>
            <a:r>
              <a:rPr lang="zh-CN" altLang="en-US" b="1" dirty="0">
                <a:solidFill>
                  <a:srgbClr val="000000"/>
                </a:solidFill>
                <a:latin typeface="Times New Roman" panose="02020603050405020304" pitchFamily="18" charset="0"/>
              </a:rPr>
              <a:t>多智能体系统的协调</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11.5 </a:t>
            </a:r>
            <a:r>
              <a:rPr lang="zh-CN" altLang="en-US" b="1" dirty="0">
                <a:solidFill>
                  <a:srgbClr val="000000"/>
                </a:solidFill>
                <a:latin typeface="Times New Roman" panose="02020603050405020304" pitchFamily="18" charset="0"/>
              </a:rPr>
              <a:t>多智能体系统的协作</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11.6 </a:t>
            </a:r>
            <a:r>
              <a:rPr lang="zh-CN" altLang="en-US" b="1" dirty="0">
                <a:solidFill>
                  <a:srgbClr val="000000"/>
                </a:solidFill>
                <a:latin typeface="Times New Roman" panose="02020603050405020304" pitchFamily="18" charset="0"/>
              </a:rPr>
              <a:t>多智能体系统的协商</a:t>
            </a:r>
          </a:p>
          <a:p>
            <a:pPr fontAlgn="base">
              <a:spcBef>
                <a:spcPct val="30000"/>
              </a:spcBef>
              <a:spcAft>
                <a:spcPct val="0"/>
              </a:spcAft>
              <a:buClrTx/>
              <a:buNone/>
            </a:pPr>
            <a:endParaRPr lang="en-US" altLang="zh-CN" b="1" dirty="0">
              <a:solidFill>
                <a:srgbClr val="000000"/>
              </a:solidFill>
              <a:latin typeface="Times New Roman" panose="02020603050405020304" pitchFamily="18" charset="0"/>
            </a:endParaRPr>
          </a:p>
        </p:txBody>
      </p:sp>
      <p:sp>
        <p:nvSpPr>
          <p:cNvPr id="626692" name="Rectangle 3">
            <a:extLst>
              <a:ext uri="{FF2B5EF4-FFF2-40B4-BE49-F238E27FC236}">
                <a16:creationId xmlns:a16="http://schemas.microsoft.com/office/drawing/2014/main" id="{3A034036-9CFC-4696-9F33-3A7F44BE6E68}"/>
              </a:ext>
            </a:extLst>
          </p:cNvPr>
          <p:cNvSpPr>
            <a:spLocks noGrp="1" noChangeArrowheads="1"/>
          </p:cNvSpPr>
          <p:nvPr>
            <p:ph type="title"/>
          </p:nvPr>
        </p:nvSpPr>
        <p:spPr/>
        <p:txBody>
          <a:bodyPr/>
          <a:lstStyle/>
          <a:p>
            <a:pPr eaLnBrk="1" hangingPunct="1"/>
            <a:r>
              <a:rPr lang="zh-CN" altLang="en-US" b="0" dirty="0"/>
              <a:t>第</a:t>
            </a:r>
            <a:r>
              <a:rPr lang="en-US" altLang="zh-CN" b="0" dirty="0"/>
              <a:t>11</a:t>
            </a:r>
            <a:r>
              <a:rPr lang="zh-CN" altLang="en-US" b="0" dirty="0"/>
              <a:t>章  智能体与多智能体系统</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84386">
                                            <p:txEl>
                                              <p:pRg st="1" end="1"/>
                                            </p:txEl>
                                          </p:spTgt>
                                        </p:tgtEl>
                                        <p:attrNameLst>
                                          <p:attrName>style.visibility</p:attrName>
                                        </p:attrNameLst>
                                      </p:cBhvr>
                                      <p:to>
                                        <p:strVal val="visible"/>
                                      </p:to>
                                    </p:set>
                                    <p:anim calcmode="lin" valueType="num">
                                      <p:cBhvr additive="base">
                                        <p:cTn id="7" dur="500" fill="hold"/>
                                        <p:tgtEl>
                                          <p:spTgt spid="784386">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84386">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4386" grpId="0" build="p" autoUpdateAnimBg="0" advAuto="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71D58F2D-FA9F-4DE2-940C-B9910E9D3377}"/>
              </a:ext>
            </a:extLst>
          </p:cNvPr>
          <p:cNvSpPr>
            <a:spLocks noGrp="1"/>
          </p:cNvSpPr>
          <p:nvPr>
            <p:ph type="sldNum" sz="quarter" idx="10"/>
          </p:nvPr>
        </p:nvSpPr>
        <p:spPr/>
        <p:txBody>
          <a:bodyPr/>
          <a:lstStyle/>
          <a:p>
            <a:pPr fontAlgn="base">
              <a:spcBef>
                <a:spcPct val="0"/>
              </a:spcBef>
              <a:spcAft>
                <a:spcPct val="0"/>
              </a:spcAft>
              <a:defRPr/>
            </a:pPr>
            <a:fld id="{A47A323B-CB1B-4077-A6F2-F0A028D81D6C}" type="slidenum">
              <a:rPr lang="ja-JP" altLang="en-US">
                <a:latin typeface="Arial"/>
              </a:rPr>
              <a:pPr fontAlgn="base">
                <a:spcBef>
                  <a:spcPct val="0"/>
                </a:spcBef>
                <a:spcAft>
                  <a:spcPct val="0"/>
                </a:spcAft>
                <a:defRPr/>
              </a:pPr>
              <a:t>15</a:t>
            </a:fld>
            <a:endParaRPr lang="en-US" altLang="ja-JP">
              <a:latin typeface="Arial"/>
            </a:endParaRPr>
          </a:p>
        </p:txBody>
      </p:sp>
      <p:sp>
        <p:nvSpPr>
          <p:cNvPr id="627715" name="Rectangle 2">
            <a:extLst>
              <a:ext uri="{FF2B5EF4-FFF2-40B4-BE49-F238E27FC236}">
                <a16:creationId xmlns:a16="http://schemas.microsoft.com/office/drawing/2014/main" id="{2082C213-79D6-4701-B88F-53856B75736E}"/>
              </a:ext>
            </a:extLst>
          </p:cNvPr>
          <p:cNvSpPr>
            <a:spLocks noGrp="1" noChangeArrowheads="1"/>
          </p:cNvSpPr>
          <p:nvPr>
            <p:ph type="title"/>
          </p:nvPr>
        </p:nvSpPr>
        <p:spPr/>
        <p:txBody>
          <a:bodyPr/>
          <a:lstStyle/>
          <a:p>
            <a:pPr eaLnBrk="1" hangingPunct="1"/>
            <a:r>
              <a:rPr lang="en-US" altLang="zh-CN" sz="4200" b="0" dirty="0">
                <a:latin typeface="Times New Roman" panose="02020603050405020304" pitchFamily="18" charset="0"/>
                <a:ea typeface="黑体" panose="02010609060101010101" pitchFamily="49" charset="-122"/>
              </a:rPr>
              <a:t>11.2 </a:t>
            </a:r>
            <a:r>
              <a:rPr lang="zh-CN" altLang="en-US" sz="4200" b="0" dirty="0">
                <a:latin typeface="Times New Roman" panose="02020603050405020304" pitchFamily="18" charset="0"/>
                <a:ea typeface="黑体" panose="02010609060101010101" pitchFamily="49" charset="-122"/>
              </a:rPr>
              <a:t>多智能体系统的概念与结构</a:t>
            </a:r>
          </a:p>
        </p:txBody>
      </p:sp>
      <p:sp>
        <p:nvSpPr>
          <p:cNvPr id="627716" name="Rectangle 3">
            <a:extLst>
              <a:ext uri="{FF2B5EF4-FFF2-40B4-BE49-F238E27FC236}">
                <a16:creationId xmlns:a16="http://schemas.microsoft.com/office/drawing/2014/main" id="{7F4E1653-0D8A-4C1E-90A0-EB3E5FC1A20D}"/>
              </a:ext>
            </a:extLst>
          </p:cNvPr>
          <p:cNvSpPr>
            <a:spLocks noGrp="1" noChangeArrowheads="1"/>
          </p:cNvSpPr>
          <p:nvPr>
            <p:ph type="body" idx="1"/>
          </p:nvPr>
        </p:nvSpPr>
        <p:spPr>
          <a:xfrm>
            <a:off x="381000" y="933062"/>
            <a:ext cx="8458200" cy="4038600"/>
          </a:xfrm>
        </p:spPr>
        <p:txBody>
          <a:bodyPr/>
          <a:lstStyle/>
          <a:p>
            <a:pPr marL="0" indent="0" algn="just" eaLnBrk="1" hangingPunct="1">
              <a:buNone/>
            </a:pPr>
            <a:r>
              <a:rPr lang="en-US" altLang="zh-CN" b="1" dirty="0"/>
              <a:t>11.2.1  </a:t>
            </a:r>
            <a:r>
              <a:rPr lang="zh-CN" altLang="en-US" b="1" dirty="0"/>
              <a:t>多智能体系统的特点</a:t>
            </a:r>
            <a:r>
              <a:rPr lang="zh-CN" altLang="en-US" dirty="0"/>
              <a:t> </a:t>
            </a:r>
            <a:endParaRPr lang="zh-CN" altLang="en-US" b="1" dirty="0">
              <a:solidFill>
                <a:srgbClr val="000000"/>
              </a:solidFill>
              <a:latin typeface="Times New Roman" panose="02020603050405020304" pitchFamily="18" charset="0"/>
            </a:endParaRPr>
          </a:p>
          <a:p>
            <a:pPr marL="0" indent="0" algn="just" eaLnBrk="1" hangingPunct="1">
              <a:buNone/>
            </a:pPr>
            <a:endParaRPr lang="en-US" altLang="zh-CN" b="1" dirty="0">
              <a:solidFill>
                <a:srgbClr val="000000"/>
              </a:solidFill>
              <a:latin typeface="Times New Roman" panose="02020603050405020304" pitchFamily="18" charset="0"/>
            </a:endParaRPr>
          </a:p>
        </p:txBody>
      </p:sp>
      <p:sp>
        <p:nvSpPr>
          <p:cNvPr id="785412" name="Rectangle 4">
            <a:extLst>
              <a:ext uri="{FF2B5EF4-FFF2-40B4-BE49-F238E27FC236}">
                <a16:creationId xmlns:a16="http://schemas.microsoft.com/office/drawing/2014/main" id="{8BDC0A39-4BD1-4C93-998B-593DB3B7798B}"/>
              </a:ext>
            </a:extLst>
          </p:cNvPr>
          <p:cNvSpPr>
            <a:spLocks noChangeArrowheads="1"/>
          </p:cNvSpPr>
          <p:nvPr/>
        </p:nvSpPr>
        <p:spPr bwMode="auto">
          <a:xfrm>
            <a:off x="1752600" y="1676400"/>
            <a:ext cx="8763000" cy="48768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lnSpc>
                <a:spcPct val="110000"/>
              </a:lnSpc>
              <a:spcBef>
                <a:spcPct val="30000"/>
              </a:spcBef>
              <a:spcAft>
                <a:spcPct val="0"/>
              </a:spcAft>
              <a:buClr>
                <a:srgbClr val="CC0000"/>
              </a:buClr>
              <a:buBlip>
                <a:blip r:embed="rId2"/>
              </a:buBlip>
            </a:pPr>
            <a:r>
              <a:rPr lang="en-US" altLang="zh-CN" sz="2600" b="1">
                <a:solidFill>
                  <a:srgbClr val="000000"/>
                </a:solidFill>
                <a:latin typeface="Times New Roman" panose="02020603050405020304" pitchFamily="18" charset="0"/>
              </a:rPr>
              <a:t>MAS</a:t>
            </a:r>
            <a:r>
              <a:rPr lang="zh-CN" altLang="en-US" sz="2600" b="1">
                <a:solidFill>
                  <a:srgbClr val="000000"/>
                </a:solidFill>
                <a:latin typeface="Times New Roman" panose="02020603050405020304" pitchFamily="18" charset="0"/>
              </a:rPr>
              <a:t>中每个智能体具有独立性和自主性。</a:t>
            </a:r>
          </a:p>
          <a:p>
            <a:pPr fontAlgn="base">
              <a:lnSpc>
                <a:spcPct val="110000"/>
              </a:lnSpc>
              <a:spcBef>
                <a:spcPct val="30000"/>
              </a:spcBef>
              <a:spcAft>
                <a:spcPct val="0"/>
              </a:spcAft>
              <a:buClr>
                <a:srgbClr val="CC0000"/>
              </a:buClr>
            </a:pPr>
            <a:r>
              <a:rPr lang="en-US" altLang="zh-CN" sz="2600" b="1">
                <a:solidFill>
                  <a:srgbClr val="000000"/>
                </a:solidFill>
                <a:latin typeface="Times New Roman" panose="02020603050405020304" pitchFamily="18" charset="0"/>
              </a:rPr>
              <a:t>MAS</a:t>
            </a:r>
            <a:r>
              <a:rPr lang="zh-CN" altLang="en-US" sz="2600" b="1">
                <a:solidFill>
                  <a:srgbClr val="000000"/>
                </a:solidFill>
                <a:latin typeface="Times New Roman" panose="02020603050405020304" pitchFamily="18" charset="0"/>
              </a:rPr>
              <a:t>支持分布式应用，具有良好的模块性。</a:t>
            </a:r>
          </a:p>
          <a:p>
            <a:pPr fontAlgn="base">
              <a:lnSpc>
                <a:spcPct val="110000"/>
              </a:lnSpc>
              <a:spcBef>
                <a:spcPct val="30000"/>
              </a:spcBef>
              <a:spcAft>
                <a:spcPct val="0"/>
              </a:spcAft>
              <a:buClr>
                <a:srgbClr val="CC0000"/>
              </a:buClr>
            </a:pPr>
            <a:r>
              <a:rPr lang="en-US" altLang="zh-CN" sz="2600" b="1">
                <a:solidFill>
                  <a:srgbClr val="000000"/>
                </a:solidFill>
                <a:latin typeface="Times New Roman" panose="02020603050405020304" pitchFamily="18" charset="0"/>
              </a:rPr>
              <a:t>MAS</a:t>
            </a:r>
            <a:r>
              <a:rPr lang="zh-CN" altLang="en-US" sz="2600" b="1">
                <a:solidFill>
                  <a:srgbClr val="000000"/>
                </a:solidFill>
                <a:latin typeface="Times New Roman" panose="02020603050405020304" pitchFamily="18" charset="0"/>
              </a:rPr>
              <a:t>按面向对象的方法构造多层次、多元化的智能体。</a:t>
            </a:r>
          </a:p>
          <a:p>
            <a:pPr fontAlgn="base">
              <a:lnSpc>
                <a:spcPct val="110000"/>
              </a:lnSpc>
              <a:spcBef>
                <a:spcPct val="30000"/>
              </a:spcBef>
              <a:spcAft>
                <a:spcPct val="0"/>
              </a:spcAft>
              <a:buClr>
                <a:srgbClr val="CC0000"/>
              </a:buClr>
            </a:pPr>
            <a:r>
              <a:rPr lang="en-US" altLang="zh-CN" sz="2600" b="1">
                <a:solidFill>
                  <a:srgbClr val="000000"/>
                </a:solidFill>
                <a:latin typeface="Times New Roman" panose="02020603050405020304" pitchFamily="18" charset="0"/>
              </a:rPr>
              <a:t>MAS</a:t>
            </a:r>
            <a:r>
              <a:rPr lang="zh-CN" altLang="en-US" sz="2600" b="1">
                <a:solidFill>
                  <a:srgbClr val="000000"/>
                </a:solidFill>
                <a:latin typeface="Times New Roman" panose="02020603050405020304" pitchFamily="18" charset="0"/>
              </a:rPr>
              <a:t>是一个协调式的系统，也是一个集成系统。</a:t>
            </a:r>
          </a:p>
          <a:p>
            <a:pPr fontAlgn="base">
              <a:lnSpc>
                <a:spcPct val="110000"/>
              </a:lnSpc>
              <a:spcBef>
                <a:spcPct val="30000"/>
              </a:spcBef>
              <a:spcAft>
                <a:spcPct val="0"/>
              </a:spcAft>
              <a:buClr>
                <a:srgbClr val="CC0000"/>
              </a:buClr>
            </a:pPr>
            <a:r>
              <a:rPr lang="zh-CN" altLang="en-US" sz="2600" b="1">
                <a:solidFill>
                  <a:srgbClr val="000000"/>
                </a:solidFill>
                <a:latin typeface="Times New Roman" panose="02020603050405020304" pitchFamily="18" charset="0"/>
              </a:rPr>
              <a:t>在</a:t>
            </a:r>
            <a:r>
              <a:rPr lang="en-US" altLang="zh-CN" sz="2600" b="1">
                <a:solidFill>
                  <a:srgbClr val="000000"/>
                </a:solidFill>
                <a:latin typeface="Times New Roman" panose="02020603050405020304" pitchFamily="18" charset="0"/>
              </a:rPr>
              <a:t>MAS</a:t>
            </a:r>
            <a:r>
              <a:rPr lang="zh-CN" altLang="en-US" sz="2600" b="1">
                <a:solidFill>
                  <a:srgbClr val="000000"/>
                </a:solidFill>
                <a:latin typeface="Times New Roman" panose="02020603050405020304" pitchFamily="18" charset="0"/>
              </a:rPr>
              <a:t>中，智能体之间相互通讯，彼此协调，并行地求解问题，提高了问题求解效率。</a:t>
            </a:r>
          </a:p>
          <a:p>
            <a:pPr fontAlgn="base">
              <a:lnSpc>
                <a:spcPct val="110000"/>
              </a:lnSpc>
              <a:spcBef>
                <a:spcPct val="30000"/>
              </a:spcBef>
              <a:spcAft>
                <a:spcPct val="0"/>
              </a:spcAft>
              <a:buClr>
                <a:srgbClr val="CC0000"/>
              </a:buClr>
            </a:pPr>
            <a:r>
              <a:rPr lang="zh-CN" altLang="en-US" sz="2600" b="1">
                <a:solidFill>
                  <a:srgbClr val="000000"/>
                </a:solidFill>
                <a:latin typeface="Times New Roman" panose="02020603050405020304" pitchFamily="18" charset="0"/>
              </a:rPr>
              <a:t>同一个</a:t>
            </a:r>
            <a:r>
              <a:rPr lang="en-US" altLang="zh-CN" sz="2600" b="1">
                <a:solidFill>
                  <a:srgbClr val="000000"/>
                </a:solidFill>
                <a:latin typeface="Times New Roman" panose="02020603050405020304" pitchFamily="18" charset="0"/>
              </a:rPr>
              <a:t>MAS</a:t>
            </a:r>
            <a:r>
              <a:rPr lang="zh-CN" altLang="en-US" sz="2600" b="1">
                <a:solidFill>
                  <a:srgbClr val="000000"/>
                </a:solidFill>
                <a:latin typeface="Times New Roman" panose="02020603050405020304" pitchFamily="18" charset="0"/>
              </a:rPr>
              <a:t>中各个智能体可以是异构的。</a:t>
            </a:r>
          </a:p>
          <a:p>
            <a:pPr fontAlgn="base">
              <a:lnSpc>
                <a:spcPct val="110000"/>
              </a:lnSpc>
              <a:spcBef>
                <a:spcPct val="30000"/>
              </a:spcBef>
              <a:spcAft>
                <a:spcPct val="0"/>
              </a:spcAft>
              <a:buClr>
                <a:srgbClr val="CC0000"/>
              </a:buClr>
            </a:pPr>
            <a:r>
              <a:rPr lang="zh-CN" altLang="en-US" sz="2600" b="1">
                <a:solidFill>
                  <a:srgbClr val="000000"/>
                </a:solidFill>
                <a:latin typeface="Times New Roman" panose="02020603050405020304" pitchFamily="18" charset="0"/>
              </a:rPr>
              <a:t>在</a:t>
            </a:r>
            <a:r>
              <a:rPr lang="en-US" altLang="zh-CN" sz="2600" b="1">
                <a:solidFill>
                  <a:srgbClr val="000000"/>
                </a:solidFill>
                <a:latin typeface="Times New Roman" panose="02020603050405020304" pitchFamily="18" charset="0"/>
              </a:rPr>
              <a:t>MAS</a:t>
            </a:r>
            <a:r>
              <a:rPr lang="zh-CN" altLang="en-US" sz="2600" b="1">
                <a:solidFill>
                  <a:srgbClr val="000000"/>
                </a:solidFill>
                <a:latin typeface="Times New Roman" panose="02020603050405020304" pitchFamily="18" charset="0"/>
              </a:rPr>
              <a:t>中，不同领域的专家系统、同一领域不同的专家系统可以协作求解单一专家系统难以解决的问题。</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85412">
                                            <p:txEl>
                                              <p:pRg st="0" end="0"/>
                                            </p:txEl>
                                          </p:spTgt>
                                        </p:tgtEl>
                                        <p:attrNameLst>
                                          <p:attrName>style.visibility</p:attrName>
                                        </p:attrNameLst>
                                      </p:cBhvr>
                                      <p:to>
                                        <p:strVal val="visible"/>
                                      </p:to>
                                    </p:set>
                                    <p:anim calcmode="lin" valueType="num">
                                      <p:cBhvr additive="base">
                                        <p:cTn id="7" dur="500" fill="hold"/>
                                        <p:tgtEl>
                                          <p:spTgt spid="78541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8541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85412">
                                            <p:txEl>
                                              <p:pRg st="1" end="1"/>
                                            </p:txEl>
                                          </p:spTgt>
                                        </p:tgtEl>
                                        <p:attrNameLst>
                                          <p:attrName>style.visibility</p:attrName>
                                        </p:attrNameLst>
                                      </p:cBhvr>
                                      <p:to>
                                        <p:strVal val="visible"/>
                                      </p:to>
                                    </p:set>
                                    <p:anim calcmode="lin" valueType="num">
                                      <p:cBhvr additive="base">
                                        <p:cTn id="13" dur="500" fill="hold"/>
                                        <p:tgtEl>
                                          <p:spTgt spid="78541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8541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nodeType="after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85412">
                                            <p:txEl>
                                              <p:pRg st="2" end="2"/>
                                            </p:txEl>
                                          </p:spTgt>
                                        </p:tgtEl>
                                        <p:attrNameLst>
                                          <p:attrName>style.visibility</p:attrName>
                                        </p:attrNameLst>
                                      </p:cBhvr>
                                      <p:to>
                                        <p:strVal val="visible"/>
                                      </p:to>
                                    </p:set>
                                    <p:anim calcmode="lin" valueType="num">
                                      <p:cBhvr additive="base">
                                        <p:cTn id="19" dur="500" fill="hold"/>
                                        <p:tgtEl>
                                          <p:spTgt spid="78541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8541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nodeType="after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85412">
                                            <p:txEl>
                                              <p:pRg st="3" end="3"/>
                                            </p:txEl>
                                          </p:spTgt>
                                        </p:tgtEl>
                                        <p:attrNameLst>
                                          <p:attrName>style.visibility</p:attrName>
                                        </p:attrNameLst>
                                      </p:cBhvr>
                                      <p:to>
                                        <p:strVal val="visible"/>
                                      </p:to>
                                    </p:set>
                                    <p:anim calcmode="lin" valueType="num">
                                      <p:cBhvr additive="base">
                                        <p:cTn id="25" dur="500" fill="hold"/>
                                        <p:tgtEl>
                                          <p:spTgt spid="78541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8541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nodeType="after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85412">
                                            <p:txEl>
                                              <p:pRg st="4" end="4"/>
                                            </p:txEl>
                                          </p:spTgt>
                                        </p:tgtEl>
                                        <p:attrNameLst>
                                          <p:attrName>style.visibility</p:attrName>
                                        </p:attrNameLst>
                                      </p:cBhvr>
                                      <p:to>
                                        <p:strVal val="visible"/>
                                      </p:to>
                                    </p:set>
                                    <p:anim calcmode="lin" valueType="num">
                                      <p:cBhvr additive="base">
                                        <p:cTn id="31" dur="500" fill="hold"/>
                                        <p:tgtEl>
                                          <p:spTgt spid="78541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8541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nodeType="after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85412">
                                            <p:txEl>
                                              <p:pRg st="5" end="5"/>
                                            </p:txEl>
                                          </p:spTgt>
                                        </p:tgtEl>
                                        <p:attrNameLst>
                                          <p:attrName>style.visibility</p:attrName>
                                        </p:attrNameLst>
                                      </p:cBhvr>
                                      <p:to>
                                        <p:strVal val="visible"/>
                                      </p:to>
                                    </p:set>
                                    <p:anim calcmode="lin" valueType="num">
                                      <p:cBhvr additive="base">
                                        <p:cTn id="37" dur="500" fill="hold"/>
                                        <p:tgtEl>
                                          <p:spTgt spid="785412">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8541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nodeType="after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785412">
                                            <p:txEl>
                                              <p:pRg st="6" end="6"/>
                                            </p:txEl>
                                          </p:spTgt>
                                        </p:tgtEl>
                                        <p:attrNameLst>
                                          <p:attrName>style.visibility</p:attrName>
                                        </p:attrNameLst>
                                      </p:cBhvr>
                                      <p:to>
                                        <p:strVal val="visible"/>
                                      </p:to>
                                    </p:set>
                                    <p:anim calcmode="lin" valueType="num">
                                      <p:cBhvr additive="base">
                                        <p:cTn id="43" dur="500" fill="hold"/>
                                        <p:tgtEl>
                                          <p:spTgt spid="785412">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785412">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5412"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A0478A9B-EA4C-43C2-92FD-B23BC3C5D3F4}"/>
              </a:ext>
            </a:extLst>
          </p:cNvPr>
          <p:cNvSpPr>
            <a:spLocks noGrp="1"/>
          </p:cNvSpPr>
          <p:nvPr>
            <p:ph type="sldNum" sz="quarter" idx="10"/>
          </p:nvPr>
        </p:nvSpPr>
        <p:spPr/>
        <p:txBody>
          <a:bodyPr/>
          <a:lstStyle/>
          <a:p>
            <a:pPr fontAlgn="base">
              <a:spcBef>
                <a:spcPct val="0"/>
              </a:spcBef>
              <a:spcAft>
                <a:spcPct val="0"/>
              </a:spcAft>
              <a:defRPr/>
            </a:pPr>
            <a:fld id="{56C21903-7055-4018-96C7-D6BC119E97AC}" type="slidenum">
              <a:rPr lang="ja-JP" altLang="en-US">
                <a:latin typeface="Arial"/>
              </a:rPr>
              <a:pPr fontAlgn="base">
                <a:spcBef>
                  <a:spcPct val="0"/>
                </a:spcBef>
                <a:spcAft>
                  <a:spcPct val="0"/>
                </a:spcAft>
                <a:defRPr/>
              </a:pPr>
              <a:t>16</a:t>
            </a:fld>
            <a:endParaRPr lang="en-US" altLang="ja-JP">
              <a:latin typeface="Arial"/>
            </a:endParaRPr>
          </a:p>
        </p:txBody>
      </p:sp>
      <p:sp>
        <p:nvSpPr>
          <p:cNvPr id="628739" name="Rectangle 2">
            <a:extLst>
              <a:ext uri="{FF2B5EF4-FFF2-40B4-BE49-F238E27FC236}">
                <a16:creationId xmlns:a16="http://schemas.microsoft.com/office/drawing/2014/main" id="{3CB475CF-CF02-44D2-B62C-DA061F281989}"/>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11.2 </a:t>
            </a:r>
            <a:r>
              <a:rPr lang="zh-CN" altLang="en-US" sz="4200" dirty="0">
                <a:solidFill>
                  <a:srgbClr val="FFFFFF"/>
                </a:solidFill>
                <a:latin typeface="Times New Roman" panose="02020603050405020304" pitchFamily="18" charset="0"/>
                <a:ea typeface="黑体" panose="02010609060101010101" pitchFamily="49" charset="-122"/>
              </a:rPr>
              <a:t>多智能体系统的概念与结构</a:t>
            </a:r>
          </a:p>
        </p:txBody>
      </p:sp>
      <p:sp>
        <p:nvSpPr>
          <p:cNvPr id="628740" name="Rectangle 3">
            <a:extLst>
              <a:ext uri="{FF2B5EF4-FFF2-40B4-BE49-F238E27FC236}">
                <a16:creationId xmlns:a16="http://schemas.microsoft.com/office/drawing/2014/main" id="{F686C763-7554-42A3-AD16-3BAFB15F2FF0}"/>
              </a:ext>
            </a:extLst>
          </p:cNvPr>
          <p:cNvSpPr>
            <a:spLocks noChangeArrowheads="1"/>
          </p:cNvSpPr>
          <p:nvPr/>
        </p:nvSpPr>
        <p:spPr bwMode="auto">
          <a:xfrm>
            <a:off x="158621" y="905070"/>
            <a:ext cx="8495522"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Aft>
                <a:spcPct val="0"/>
              </a:spcAft>
              <a:buClr>
                <a:srgbClr val="CC0000"/>
              </a:buClr>
              <a:buNone/>
            </a:pPr>
            <a:r>
              <a:rPr lang="en-US" altLang="zh-CN" b="1" dirty="0">
                <a:solidFill>
                  <a:srgbClr val="000000"/>
                </a:solidFill>
              </a:rPr>
              <a:t>11.2.2  </a:t>
            </a:r>
            <a:r>
              <a:rPr lang="zh-CN" altLang="en-US" b="1" dirty="0">
                <a:solidFill>
                  <a:srgbClr val="000000"/>
                </a:solidFill>
              </a:rPr>
              <a:t>多智能体系统的基本类型</a:t>
            </a:r>
            <a:r>
              <a:rPr lang="zh-CN" altLang="en-US" dirty="0">
                <a:solidFill>
                  <a:srgbClr val="000000"/>
                </a:solidFill>
              </a:rPr>
              <a:t> </a:t>
            </a:r>
            <a:endParaRPr lang="zh-CN" altLang="en-US" b="1" dirty="0">
              <a:solidFill>
                <a:srgbClr val="000000"/>
              </a:solidFill>
              <a:latin typeface="Times New Roman" panose="02020603050405020304" pitchFamily="18" charset="0"/>
            </a:endParaRPr>
          </a:p>
          <a:p>
            <a:pPr algn="just" fontAlgn="base">
              <a:spcAft>
                <a:spcPct val="0"/>
              </a:spcAft>
              <a:buClr>
                <a:srgbClr val="CC0000"/>
              </a:buClr>
              <a:buNone/>
            </a:pPr>
            <a:endParaRPr lang="en-US" altLang="zh-CN" b="1" dirty="0">
              <a:solidFill>
                <a:srgbClr val="000000"/>
              </a:solidFill>
              <a:latin typeface="Times New Roman" panose="02020603050405020304" pitchFamily="18" charset="0"/>
            </a:endParaRPr>
          </a:p>
        </p:txBody>
      </p:sp>
      <p:sp>
        <p:nvSpPr>
          <p:cNvPr id="786436" name="Rectangle 4">
            <a:extLst>
              <a:ext uri="{FF2B5EF4-FFF2-40B4-BE49-F238E27FC236}">
                <a16:creationId xmlns:a16="http://schemas.microsoft.com/office/drawing/2014/main" id="{D02C70A4-BA44-47FF-A739-23C9C7A2CBE4}"/>
              </a:ext>
            </a:extLst>
          </p:cNvPr>
          <p:cNvSpPr>
            <a:spLocks noChangeArrowheads="1"/>
          </p:cNvSpPr>
          <p:nvPr/>
        </p:nvSpPr>
        <p:spPr bwMode="auto">
          <a:xfrm>
            <a:off x="1752600" y="1676400"/>
            <a:ext cx="8763000" cy="45720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pPr>
            <a:r>
              <a:rPr lang="en-US" altLang="zh-CN" b="1" dirty="0">
                <a:solidFill>
                  <a:srgbClr val="0000FF"/>
                </a:solidFill>
              </a:rPr>
              <a:t>BDI</a:t>
            </a:r>
            <a:r>
              <a:rPr lang="zh-CN" altLang="en-US" b="1" dirty="0">
                <a:solidFill>
                  <a:srgbClr val="0000FF"/>
                </a:solidFill>
              </a:rPr>
              <a:t>模型：</a:t>
            </a:r>
            <a:r>
              <a:rPr lang="zh-CN" altLang="en-US" b="1" dirty="0">
                <a:solidFill>
                  <a:srgbClr val="000000"/>
                </a:solidFill>
              </a:rPr>
              <a:t>是一个概念和逻辑上的理论模型，是研究</a:t>
            </a:r>
            <a:r>
              <a:rPr lang="en-US" altLang="zh-CN" b="1" dirty="0">
                <a:solidFill>
                  <a:srgbClr val="000000"/>
                </a:solidFill>
              </a:rPr>
              <a:t>Agent</a:t>
            </a:r>
            <a:r>
              <a:rPr lang="zh-CN" altLang="en-US" b="1" dirty="0">
                <a:solidFill>
                  <a:srgbClr val="000000"/>
                </a:solidFill>
              </a:rPr>
              <a:t>理性和推理机制的基础。</a:t>
            </a:r>
          </a:p>
          <a:p>
            <a:pPr fontAlgn="base">
              <a:spcAft>
                <a:spcPct val="0"/>
              </a:spcAft>
              <a:buClr>
                <a:srgbClr val="CC0000"/>
              </a:buClr>
            </a:pPr>
            <a:r>
              <a:rPr lang="zh-CN" altLang="en-US" b="1" dirty="0">
                <a:solidFill>
                  <a:srgbClr val="0000FF"/>
                </a:solidFill>
              </a:rPr>
              <a:t>协商模型：</a:t>
            </a:r>
            <a:r>
              <a:rPr lang="en-US" altLang="zh-CN" b="1" dirty="0">
                <a:solidFill>
                  <a:srgbClr val="000000"/>
                </a:solidFill>
              </a:rPr>
              <a:t>Agent</a:t>
            </a:r>
            <a:r>
              <a:rPr lang="zh-CN" altLang="en-US" b="1" dirty="0">
                <a:solidFill>
                  <a:srgbClr val="000000"/>
                </a:solidFill>
              </a:rPr>
              <a:t>的协作行为一般通过协商而产生。合同网协议就是协商模型的典型代表，主要解决任务分配、资源冲突和知识冲突等问题。</a:t>
            </a:r>
          </a:p>
          <a:p>
            <a:pPr fontAlgn="base">
              <a:spcAft>
                <a:spcPct val="0"/>
              </a:spcAft>
              <a:buClr>
                <a:srgbClr val="CC0000"/>
              </a:buClr>
            </a:pPr>
            <a:r>
              <a:rPr lang="zh-CN" altLang="en-US" b="1" dirty="0">
                <a:solidFill>
                  <a:srgbClr val="0000FF"/>
                </a:solidFill>
              </a:rPr>
              <a:t>协作规划模型：</a:t>
            </a:r>
            <a:r>
              <a:rPr lang="zh-CN" altLang="en-US" b="1" dirty="0">
                <a:solidFill>
                  <a:srgbClr val="000000"/>
                </a:solidFill>
              </a:rPr>
              <a:t>用于制订其协调一致的问题规划。</a:t>
            </a:r>
          </a:p>
          <a:p>
            <a:pPr fontAlgn="base">
              <a:spcAft>
                <a:spcPct val="0"/>
              </a:spcAft>
              <a:buClr>
                <a:srgbClr val="CC0000"/>
              </a:buClr>
            </a:pPr>
            <a:r>
              <a:rPr lang="zh-CN" altLang="en-US" b="1" dirty="0">
                <a:solidFill>
                  <a:srgbClr val="0000FF"/>
                </a:solidFill>
              </a:rPr>
              <a:t>自协调模型：</a:t>
            </a:r>
            <a:r>
              <a:rPr lang="zh-CN" altLang="en-US" b="1" dirty="0">
                <a:solidFill>
                  <a:srgbClr val="000000"/>
                </a:solidFill>
              </a:rPr>
              <a:t>随环境变化自适应地调整行为。</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86436">
                                            <p:txEl>
                                              <p:pRg st="0" end="0"/>
                                            </p:txEl>
                                          </p:spTgt>
                                        </p:tgtEl>
                                        <p:attrNameLst>
                                          <p:attrName>style.visibility</p:attrName>
                                        </p:attrNameLst>
                                      </p:cBhvr>
                                      <p:to>
                                        <p:strVal val="visible"/>
                                      </p:to>
                                    </p:set>
                                    <p:anim calcmode="lin" valueType="num">
                                      <p:cBhvr additive="base">
                                        <p:cTn id="7" dur="500" fill="hold"/>
                                        <p:tgtEl>
                                          <p:spTgt spid="78643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8643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86436">
                                            <p:txEl>
                                              <p:pRg st="1" end="1"/>
                                            </p:txEl>
                                          </p:spTgt>
                                        </p:tgtEl>
                                        <p:attrNameLst>
                                          <p:attrName>style.visibility</p:attrName>
                                        </p:attrNameLst>
                                      </p:cBhvr>
                                      <p:to>
                                        <p:strVal val="visible"/>
                                      </p:to>
                                    </p:set>
                                    <p:anim calcmode="lin" valueType="num">
                                      <p:cBhvr additive="base">
                                        <p:cTn id="13" dur="500" fill="hold"/>
                                        <p:tgtEl>
                                          <p:spTgt spid="78643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8643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nodeType="after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86436">
                                            <p:txEl>
                                              <p:pRg st="2" end="2"/>
                                            </p:txEl>
                                          </p:spTgt>
                                        </p:tgtEl>
                                        <p:attrNameLst>
                                          <p:attrName>style.visibility</p:attrName>
                                        </p:attrNameLst>
                                      </p:cBhvr>
                                      <p:to>
                                        <p:strVal val="visible"/>
                                      </p:to>
                                    </p:set>
                                    <p:anim calcmode="lin" valueType="num">
                                      <p:cBhvr additive="base">
                                        <p:cTn id="19" dur="500" fill="hold"/>
                                        <p:tgtEl>
                                          <p:spTgt spid="78643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8643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nodeType="after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86436">
                                            <p:txEl>
                                              <p:pRg st="3" end="3"/>
                                            </p:txEl>
                                          </p:spTgt>
                                        </p:tgtEl>
                                        <p:attrNameLst>
                                          <p:attrName>style.visibility</p:attrName>
                                        </p:attrNameLst>
                                      </p:cBhvr>
                                      <p:to>
                                        <p:strVal val="visible"/>
                                      </p:to>
                                    </p:set>
                                    <p:anim calcmode="lin" valueType="num">
                                      <p:cBhvr additive="base">
                                        <p:cTn id="25" dur="500" fill="hold"/>
                                        <p:tgtEl>
                                          <p:spTgt spid="78643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86436">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6436"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73BA0803-C4AB-4807-94F7-B24DCDC4E77D}"/>
              </a:ext>
            </a:extLst>
          </p:cNvPr>
          <p:cNvSpPr>
            <a:spLocks noGrp="1"/>
          </p:cNvSpPr>
          <p:nvPr>
            <p:ph type="sldNum" sz="quarter" idx="10"/>
          </p:nvPr>
        </p:nvSpPr>
        <p:spPr/>
        <p:txBody>
          <a:bodyPr/>
          <a:lstStyle/>
          <a:p>
            <a:pPr fontAlgn="base">
              <a:spcBef>
                <a:spcPct val="0"/>
              </a:spcBef>
              <a:spcAft>
                <a:spcPct val="0"/>
              </a:spcAft>
              <a:defRPr/>
            </a:pPr>
            <a:fld id="{DF1E1233-DF08-4238-B67C-A8ABA466A3DC}" type="slidenum">
              <a:rPr lang="ja-JP" altLang="en-US">
                <a:latin typeface="Arial"/>
              </a:rPr>
              <a:pPr fontAlgn="base">
                <a:spcBef>
                  <a:spcPct val="0"/>
                </a:spcBef>
                <a:spcAft>
                  <a:spcPct val="0"/>
                </a:spcAft>
                <a:defRPr/>
              </a:pPr>
              <a:t>17</a:t>
            </a:fld>
            <a:endParaRPr lang="en-US" altLang="ja-JP">
              <a:latin typeface="Arial"/>
            </a:endParaRPr>
          </a:p>
        </p:txBody>
      </p:sp>
      <p:sp>
        <p:nvSpPr>
          <p:cNvPr id="629763" name="Rectangle 2">
            <a:extLst>
              <a:ext uri="{FF2B5EF4-FFF2-40B4-BE49-F238E27FC236}">
                <a16:creationId xmlns:a16="http://schemas.microsoft.com/office/drawing/2014/main" id="{7A3345C8-6C4E-4A6B-8B04-6E2BCA18F5D7}"/>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11.2 </a:t>
            </a:r>
            <a:r>
              <a:rPr lang="zh-CN" altLang="en-US" sz="4200" dirty="0">
                <a:solidFill>
                  <a:srgbClr val="FFFFFF"/>
                </a:solidFill>
                <a:latin typeface="Times New Roman" panose="02020603050405020304" pitchFamily="18" charset="0"/>
                <a:ea typeface="黑体" panose="02010609060101010101" pitchFamily="49" charset="-122"/>
              </a:rPr>
              <a:t>多智能体系统的概念与结构</a:t>
            </a:r>
          </a:p>
        </p:txBody>
      </p:sp>
      <p:sp>
        <p:nvSpPr>
          <p:cNvPr id="629764" name="Rectangle 3">
            <a:extLst>
              <a:ext uri="{FF2B5EF4-FFF2-40B4-BE49-F238E27FC236}">
                <a16:creationId xmlns:a16="http://schemas.microsoft.com/office/drawing/2014/main" id="{B57A60E2-D431-49C6-8CAD-C40FDD6439E0}"/>
              </a:ext>
            </a:extLst>
          </p:cNvPr>
          <p:cNvSpPr>
            <a:spLocks noChangeArrowheads="1"/>
          </p:cNvSpPr>
          <p:nvPr/>
        </p:nvSpPr>
        <p:spPr bwMode="auto">
          <a:xfrm>
            <a:off x="214604" y="895739"/>
            <a:ext cx="84582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Aft>
                <a:spcPct val="0"/>
              </a:spcAft>
              <a:buClr>
                <a:srgbClr val="CC0000"/>
              </a:buClr>
              <a:buNone/>
            </a:pPr>
            <a:r>
              <a:rPr lang="en-US" altLang="zh-CN" b="1" dirty="0">
                <a:solidFill>
                  <a:srgbClr val="000000"/>
                </a:solidFill>
              </a:rPr>
              <a:t>11.2.3	</a:t>
            </a:r>
            <a:r>
              <a:rPr lang="zh-CN" altLang="en-US" b="1" dirty="0">
                <a:solidFill>
                  <a:srgbClr val="000000"/>
                </a:solidFill>
              </a:rPr>
              <a:t>多智能体系统的体系结构</a:t>
            </a:r>
            <a:r>
              <a:rPr lang="zh-CN" altLang="en-US" dirty="0">
                <a:solidFill>
                  <a:srgbClr val="000000"/>
                </a:solidFill>
              </a:rPr>
              <a:t> </a:t>
            </a:r>
            <a:endParaRPr lang="zh-CN" altLang="en-US" b="1" dirty="0">
              <a:solidFill>
                <a:srgbClr val="000000"/>
              </a:solidFill>
              <a:latin typeface="Times New Roman" panose="02020603050405020304" pitchFamily="18" charset="0"/>
            </a:endParaRPr>
          </a:p>
          <a:p>
            <a:pPr algn="just" fontAlgn="base">
              <a:spcAft>
                <a:spcPct val="0"/>
              </a:spcAft>
              <a:buClr>
                <a:srgbClr val="CC0000"/>
              </a:buClr>
              <a:buNone/>
            </a:pPr>
            <a:endParaRPr lang="en-US" altLang="zh-CN" b="1" dirty="0">
              <a:solidFill>
                <a:srgbClr val="000000"/>
              </a:solidFill>
              <a:latin typeface="Times New Roman" panose="02020603050405020304" pitchFamily="18" charset="0"/>
            </a:endParaRPr>
          </a:p>
        </p:txBody>
      </p:sp>
      <p:sp>
        <p:nvSpPr>
          <p:cNvPr id="787460" name="Rectangle 4">
            <a:extLst>
              <a:ext uri="{FF2B5EF4-FFF2-40B4-BE49-F238E27FC236}">
                <a16:creationId xmlns:a16="http://schemas.microsoft.com/office/drawing/2014/main" id="{C236EAE1-727B-4009-963A-5AA0E26A56B0}"/>
              </a:ext>
            </a:extLst>
          </p:cNvPr>
          <p:cNvSpPr>
            <a:spLocks noChangeArrowheads="1"/>
          </p:cNvSpPr>
          <p:nvPr/>
        </p:nvSpPr>
        <p:spPr bwMode="auto">
          <a:xfrm>
            <a:off x="1752600" y="1676400"/>
            <a:ext cx="8763000" cy="45720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pPr>
            <a:r>
              <a:rPr lang="zh-CN" altLang="en-US" b="1">
                <a:solidFill>
                  <a:srgbClr val="0000FF"/>
                </a:solidFill>
              </a:rPr>
              <a:t>网络结构： </a:t>
            </a:r>
            <a:r>
              <a:rPr lang="en-US" altLang="zh-CN" b="1">
                <a:solidFill>
                  <a:srgbClr val="000000"/>
                </a:solidFill>
              </a:rPr>
              <a:t>Agent</a:t>
            </a:r>
            <a:r>
              <a:rPr lang="zh-CN" altLang="en-US" b="1">
                <a:solidFill>
                  <a:srgbClr val="000000"/>
                </a:solidFill>
              </a:rPr>
              <a:t>之间都是直接通信的，通信和状态知识都是固定的。</a:t>
            </a:r>
          </a:p>
          <a:p>
            <a:pPr fontAlgn="base">
              <a:spcAft>
                <a:spcPct val="0"/>
              </a:spcAft>
              <a:buClr>
                <a:srgbClr val="CC0000"/>
              </a:buClr>
            </a:pPr>
            <a:r>
              <a:rPr lang="zh-CN" altLang="en-US" b="1">
                <a:solidFill>
                  <a:srgbClr val="0000FF"/>
                </a:solidFill>
              </a:rPr>
              <a:t>联盟结构：</a:t>
            </a:r>
            <a:r>
              <a:rPr lang="zh-CN" altLang="en-US" b="1">
                <a:solidFill>
                  <a:srgbClr val="000000"/>
                </a:solidFill>
              </a:rPr>
              <a:t>若干相距较近的</a:t>
            </a:r>
            <a:r>
              <a:rPr lang="en-US" altLang="zh-CN" b="1">
                <a:solidFill>
                  <a:srgbClr val="000000"/>
                </a:solidFill>
              </a:rPr>
              <a:t>Agent</a:t>
            </a:r>
            <a:r>
              <a:rPr lang="zh-CN" altLang="en-US" b="1">
                <a:solidFill>
                  <a:srgbClr val="000000"/>
                </a:solidFill>
              </a:rPr>
              <a:t>通过一个叫做协助者的</a:t>
            </a:r>
            <a:r>
              <a:rPr lang="en-US" altLang="zh-CN" b="1">
                <a:solidFill>
                  <a:srgbClr val="000000"/>
                </a:solidFill>
              </a:rPr>
              <a:t>Agent</a:t>
            </a:r>
            <a:r>
              <a:rPr lang="zh-CN" altLang="en-US" b="1">
                <a:solidFill>
                  <a:srgbClr val="000000"/>
                </a:solidFill>
              </a:rPr>
              <a:t>来进行交互，而远程</a:t>
            </a:r>
            <a:r>
              <a:rPr lang="en-US" altLang="zh-CN" b="1">
                <a:solidFill>
                  <a:srgbClr val="000000"/>
                </a:solidFill>
              </a:rPr>
              <a:t>Agent</a:t>
            </a:r>
            <a:r>
              <a:rPr lang="zh-CN" altLang="en-US" b="1">
                <a:solidFill>
                  <a:srgbClr val="000000"/>
                </a:solidFill>
              </a:rPr>
              <a:t>之间的交互和消息发送是由局部</a:t>
            </a:r>
            <a:r>
              <a:rPr lang="en-US" altLang="zh-CN" b="1">
                <a:solidFill>
                  <a:srgbClr val="000000"/>
                </a:solidFill>
              </a:rPr>
              <a:t>Agent</a:t>
            </a:r>
            <a:r>
              <a:rPr lang="zh-CN" altLang="en-US" b="1">
                <a:solidFill>
                  <a:srgbClr val="000000"/>
                </a:solidFill>
              </a:rPr>
              <a:t>群体的协助者</a:t>
            </a:r>
            <a:r>
              <a:rPr lang="en-US" altLang="zh-CN" b="1">
                <a:solidFill>
                  <a:srgbClr val="000000"/>
                </a:solidFill>
              </a:rPr>
              <a:t>Agent</a:t>
            </a:r>
            <a:r>
              <a:rPr lang="zh-CN" altLang="en-US" b="1">
                <a:solidFill>
                  <a:srgbClr val="000000"/>
                </a:solidFill>
              </a:rPr>
              <a:t>协作完成的。</a:t>
            </a:r>
          </a:p>
          <a:p>
            <a:pPr fontAlgn="base">
              <a:spcAft>
                <a:spcPct val="0"/>
              </a:spcAft>
              <a:buClr>
                <a:srgbClr val="CC0000"/>
              </a:buClr>
            </a:pPr>
            <a:r>
              <a:rPr lang="zh-CN" altLang="en-US" b="1">
                <a:solidFill>
                  <a:srgbClr val="0000FF"/>
                </a:solidFill>
              </a:rPr>
              <a:t>黑板结构：</a:t>
            </a:r>
            <a:r>
              <a:rPr lang="zh-CN" altLang="en-US" b="1">
                <a:solidFill>
                  <a:srgbClr val="000000"/>
                </a:solidFill>
              </a:rPr>
              <a:t>黑板结构中的局部</a:t>
            </a:r>
            <a:r>
              <a:rPr lang="en-US" altLang="zh-CN" b="1">
                <a:solidFill>
                  <a:srgbClr val="000000"/>
                </a:solidFill>
              </a:rPr>
              <a:t>Agent</a:t>
            </a:r>
            <a:r>
              <a:rPr lang="zh-CN" altLang="en-US" b="1">
                <a:solidFill>
                  <a:srgbClr val="000000"/>
                </a:solidFill>
              </a:rPr>
              <a:t>把信息存放在可存取的黑板上，实现局部数据共享。</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87460">
                                            <p:txEl>
                                              <p:pRg st="0" end="0"/>
                                            </p:txEl>
                                          </p:spTgt>
                                        </p:tgtEl>
                                        <p:attrNameLst>
                                          <p:attrName>style.visibility</p:attrName>
                                        </p:attrNameLst>
                                      </p:cBhvr>
                                      <p:to>
                                        <p:strVal val="visible"/>
                                      </p:to>
                                    </p:set>
                                    <p:anim calcmode="lin" valueType="num">
                                      <p:cBhvr additive="base">
                                        <p:cTn id="7" dur="500" fill="hold"/>
                                        <p:tgtEl>
                                          <p:spTgt spid="78746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8746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87460">
                                            <p:txEl>
                                              <p:pRg st="1" end="1"/>
                                            </p:txEl>
                                          </p:spTgt>
                                        </p:tgtEl>
                                        <p:attrNameLst>
                                          <p:attrName>style.visibility</p:attrName>
                                        </p:attrNameLst>
                                      </p:cBhvr>
                                      <p:to>
                                        <p:strVal val="visible"/>
                                      </p:to>
                                    </p:set>
                                    <p:anim calcmode="lin" valueType="num">
                                      <p:cBhvr additive="base">
                                        <p:cTn id="13" dur="500" fill="hold"/>
                                        <p:tgtEl>
                                          <p:spTgt spid="78746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8746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nodeType="after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87460">
                                            <p:txEl>
                                              <p:pRg st="2" end="2"/>
                                            </p:txEl>
                                          </p:spTgt>
                                        </p:tgtEl>
                                        <p:attrNameLst>
                                          <p:attrName>style.visibility</p:attrName>
                                        </p:attrNameLst>
                                      </p:cBhvr>
                                      <p:to>
                                        <p:strVal val="visible"/>
                                      </p:to>
                                    </p:set>
                                    <p:anim calcmode="lin" valueType="num">
                                      <p:cBhvr additive="base">
                                        <p:cTn id="19" dur="500" fill="hold"/>
                                        <p:tgtEl>
                                          <p:spTgt spid="78746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87460">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7460"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a:extLst>
              <a:ext uri="{FF2B5EF4-FFF2-40B4-BE49-F238E27FC236}">
                <a16:creationId xmlns:a16="http://schemas.microsoft.com/office/drawing/2014/main" id="{64EA4FC9-7842-417A-824F-D1E5C8934381}"/>
              </a:ext>
            </a:extLst>
          </p:cNvPr>
          <p:cNvSpPr>
            <a:spLocks noGrp="1"/>
          </p:cNvSpPr>
          <p:nvPr>
            <p:ph type="sldNum" sz="quarter" idx="10"/>
          </p:nvPr>
        </p:nvSpPr>
        <p:spPr/>
        <p:txBody>
          <a:bodyPr/>
          <a:lstStyle/>
          <a:p>
            <a:pPr fontAlgn="base">
              <a:spcBef>
                <a:spcPct val="0"/>
              </a:spcBef>
              <a:spcAft>
                <a:spcPct val="0"/>
              </a:spcAft>
              <a:defRPr/>
            </a:pPr>
            <a:fld id="{935B71F6-2B35-4DB0-8B3F-8D4DA28FBB97}" type="slidenum">
              <a:rPr lang="ja-JP" altLang="en-US">
                <a:latin typeface="Arial"/>
              </a:rPr>
              <a:pPr fontAlgn="base">
                <a:spcBef>
                  <a:spcPct val="0"/>
                </a:spcBef>
                <a:spcAft>
                  <a:spcPct val="0"/>
                </a:spcAft>
                <a:defRPr/>
              </a:pPr>
              <a:t>18</a:t>
            </a:fld>
            <a:endParaRPr lang="en-US" altLang="ja-JP">
              <a:latin typeface="Arial"/>
            </a:endParaRPr>
          </a:p>
        </p:txBody>
      </p:sp>
      <p:sp>
        <p:nvSpPr>
          <p:cNvPr id="788482" name="Rectangle 2">
            <a:extLst>
              <a:ext uri="{FF2B5EF4-FFF2-40B4-BE49-F238E27FC236}">
                <a16:creationId xmlns:a16="http://schemas.microsoft.com/office/drawing/2014/main" id="{587F841F-2DE5-437E-B37A-112D82AADCB0}"/>
              </a:ext>
            </a:extLst>
          </p:cNvPr>
          <p:cNvSpPr>
            <a:spLocks noChangeArrowheads="1"/>
          </p:cNvSpPr>
          <p:nvPr/>
        </p:nvSpPr>
        <p:spPr bwMode="auto">
          <a:xfrm>
            <a:off x="432319" y="1410674"/>
            <a:ext cx="8283575" cy="3842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11.1 </a:t>
            </a:r>
            <a:r>
              <a:rPr lang="zh-CN" altLang="en-US" b="1" dirty="0">
                <a:solidFill>
                  <a:srgbClr val="000000"/>
                </a:solidFill>
                <a:latin typeface="Times New Roman" panose="02020603050405020304" pitchFamily="18" charset="0"/>
              </a:rPr>
              <a:t>智能体的概念与结构</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11.2 </a:t>
            </a:r>
            <a:r>
              <a:rPr lang="zh-CN" altLang="en-US" b="1" dirty="0">
                <a:solidFill>
                  <a:srgbClr val="000000"/>
                </a:solidFill>
                <a:latin typeface="Times New Roman" panose="02020603050405020304" pitchFamily="18" charset="0"/>
              </a:rPr>
              <a:t>多智能体系统的概念与结构</a:t>
            </a:r>
          </a:p>
          <a:p>
            <a:pPr fontAlgn="base">
              <a:spcBef>
                <a:spcPct val="30000"/>
              </a:spcBef>
              <a:spcAft>
                <a:spcPct val="0"/>
              </a:spcAft>
              <a:buClr>
                <a:srgbClr val="0000FF"/>
              </a:buClr>
              <a:buSzPct val="150000"/>
              <a:buFont typeface="Wingdings" panose="05000000000000000000" pitchFamily="2" charset="2"/>
              <a:buChar char="ü"/>
            </a:pPr>
            <a:r>
              <a:rPr lang="en-US" altLang="zh-CN" b="1" dirty="0">
                <a:solidFill>
                  <a:srgbClr val="0000FF"/>
                </a:solidFill>
                <a:latin typeface="Times New Roman" panose="02020603050405020304" pitchFamily="18" charset="0"/>
              </a:rPr>
              <a:t>11.3 </a:t>
            </a:r>
            <a:r>
              <a:rPr lang="zh-CN" altLang="en-US" b="1" dirty="0">
                <a:solidFill>
                  <a:srgbClr val="0000FF"/>
                </a:solidFill>
                <a:latin typeface="Times New Roman" panose="02020603050405020304" pitchFamily="18" charset="0"/>
              </a:rPr>
              <a:t>多智能体系统的通信</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11.4 </a:t>
            </a:r>
            <a:r>
              <a:rPr lang="zh-CN" altLang="en-US" b="1" dirty="0">
                <a:solidFill>
                  <a:srgbClr val="000000"/>
                </a:solidFill>
                <a:latin typeface="Times New Roman" panose="02020603050405020304" pitchFamily="18" charset="0"/>
              </a:rPr>
              <a:t>多智能体系统的协调</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11.5 </a:t>
            </a:r>
            <a:r>
              <a:rPr lang="zh-CN" altLang="en-US" b="1" dirty="0">
                <a:solidFill>
                  <a:srgbClr val="000000"/>
                </a:solidFill>
                <a:latin typeface="Times New Roman" panose="02020603050405020304" pitchFamily="18" charset="0"/>
              </a:rPr>
              <a:t>多智能体系统的协作</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11.6 </a:t>
            </a:r>
            <a:r>
              <a:rPr lang="zh-CN" altLang="en-US" b="1" dirty="0">
                <a:solidFill>
                  <a:srgbClr val="000000"/>
                </a:solidFill>
                <a:latin typeface="Times New Roman" panose="02020603050405020304" pitchFamily="18" charset="0"/>
              </a:rPr>
              <a:t>多智能体系统的协商</a:t>
            </a:r>
          </a:p>
          <a:p>
            <a:pPr fontAlgn="base">
              <a:spcBef>
                <a:spcPct val="30000"/>
              </a:spcBef>
              <a:spcAft>
                <a:spcPct val="0"/>
              </a:spcAft>
              <a:buClrTx/>
              <a:buNone/>
            </a:pPr>
            <a:endParaRPr lang="en-US" altLang="zh-CN" b="1" dirty="0">
              <a:solidFill>
                <a:srgbClr val="000000"/>
              </a:solidFill>
              <a:latin typeface="Times New Roman" panose="02020603050405020304" pitchFamily="18" charset="0"/>
            </a:endParaRPr>
          </a:p>
        </p:txBody>
      </p:sp>
      <p:sp>
        <p:nvSpPr>
          <p:cNvPr id="630788" name="Rectangle 3">
            <a:extLst>
              <a:ext uri="{FF2B5EF4-FFF2-40B4-BE49-F238E27FC236}">
                <a16:creationId xmlns:a16="http://schemas.microsoft.com/office/drawing/2014/main" id="{1D620DD5-3EC3-4BD9-BF18-F1E538943F70}"/>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4200" dirty="0">
                <a:solidFill>
                  <a:srgbClr val="FFFFFF"/>
                </a:solidFill>
                <a:latin typeface="Times New Roman" panose="02020603050405020304" pitchFamily="18" charset="0"/>
                <a:ea typeface="黑体" panose="02010609060101010101" pitchFamily="49" charset="-122"/>
              </a:rPr>
              <a:t>第</a:t>
            </a:r>
            <a:r>
              <a:rPr lang="en-US" altLang="zh-CN" sz="4200" dirty="0">
                <a:solidFill>
                  <a:srgbClr val="FFFFFF"/>
                </a:solidFill>
                <a:latin typeface="Times New Roman" panose="02020603050405020304" pitchFamily="18" charset="0"/>
                <a:ea typeface="黑体" panose="02010609060101010101" pitchFamily="49" charset="-122"/>
              </a:rPr>
              <a:t>11</a:t>
            </a:r>
            <a:r>
              <a:rPr lang="zh-CN" altLang="en-US" sz="4200" dirty="0">
                <a:solidFill>
                  <a:srgbClr val="FFFFFF"/>
                </a:solidFill>
                <a:latin typeface="Times New Roman" panose="02020603050405020304" pitchFamily="18" charset="0"/>
                <a:ea typeface="黑体" panose="02010609060101010101" pitchFamily="49" charset="-122"/>
              </a:rPr>
              <a:t>章  智能体与多智能体系统</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88482">
                                            <p:txEl>
                                              <p:pRg st="2" end="2"/>
                                            </p:txEl>
                                          </p:spTgt>
                                        </p:tgtEl>
                                        <p:attrNameLst>
                                          <p:attrName>style.visibility</p:attrName>
                                        </p:attrNameLst>
                                      </p:cBhvr>
                                      <p:to>
                                        <p:strVal val="visible"/>
                                      </p:to>
                                    </p:set>
                                    <p:anim calcmode="lin" valueType="num">
                                      <p:cBhvr additive="base">
                                        <p:cTn id="7" dur="500" fill="hold"/>
                                        <p:tgtEl>
                                          <p:spTgt spid="788482">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88482">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482" grpId="0" build="p" autoUpdateAnimBg="0"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9D8570F7-3245-48E5-9AE4-28EBBB29EF8D}"/>
              </a:ext>
            </a:extLst>
          </p:cNvPr>
          <p:cNvSpPr>
            <a:spLocks noGrp="1"/>
          </p:cNvSpPr>
          <p:nvPr>
            <p:ph type="sldNum" sz="quarter" idx="10"/>
          </p:nvPr>
        </p:nvSpPr>
        <p:spPr/>
        <p:txBody>
          <a:bodyPr/>
          <a:lstStyle/>
          <a:p>
            <a:pPr fontAlgn="base">
              <a:spcBef>
                <a:spcPct val="0"/>
              </a:spcBef>
              <a:spcAft>
                <a:spcPct val="0"/>
              </a:spcAft>
              <a:defRPr/>
            </a:pPr>
            <a:fld id="{145006DC-8E43-4ED7-8C0E-CBAA2B50B061}" type="slidenum">
              <a:rPr lang="ja-JP" altLang="en-US">
                <a:latin typeface="Arial"/>
              </a:rPr>
              <a:pPr fontAlgn="base">
                <a:spcBef>
                  <a:spcPct val="0"/>
                </a:spcBef>
                <a:spcAft>
                  <a:spcPct val="0"/>
                </a:spcAft>
                <a:defRPr/>
              </a:pPr>
              <a:t>19</a:t>
            </a:fld>
            <a:endParaRPr lang="en-US" altLang="ja-JP">
              <a:latin typeface="Arial"/>
            </a:endParaRPr>
          </a:p>
        </p:txBody>
      </p:sp>
      <p:sp>
        <p:nvSpPr>
          <p:cNvPr id="631811" name="Rectangle 2">
            <a:extLst>
              <a:ext uri="{FF2B5EF4-FFF2-40B4-BE49-F238E27FC236}">
                <a16:creationId xmlns:a16="http://schemas.microsoft.com/office/drawing/2014/main" id="{F95973E3-5C2A-4EDE-BC83-DA3F4AC7A065}"/>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11.3 </a:t>
            </a:r>
            <a:r>
              <a:rPr lang="zh-CN" altLang="en-US" sz="4200" dirty="0">
                <a:solidFill>
                  <a:srgbClr val="FFFFFF"/>
                </a:solidFill>
                <a:latin typeface="Times New Roman" panose="02020603050405020304" pitchFamily="18" charset="0"/>
                <a:ea typeface="黑体" panose="02010609060101010101" pitchFamily="49" charset="-122"/>
              </a:rPr>
              <a:t>多智能体系统的通信</a:t>
            </a:r>
          </a:p>
        </p:txBody>
      </p:sp>
      <p:sp>
        <p:nvSpPr>
          <p:cNvPr id="631812" name="Rectangle 3">
            <a:extLst>
              <a:ext uri="{FF2B5EF4-FFF2-40B4-BE49-F238E27FC236}">
                <a16:creationId xmlns:a16="http://schemas.microsoft.com/office/drawing/2014/main" id="{65F35DA3-F20C-4506-B799-17E0E92AA876}"/>
              </a:ext>
            </a:extLst>
          </p:cNvPr>
          <p:cNvSpPr>
            <a:spLocks noChangeArrowheads="1"/>
          </p:cNvSpPr>
          <p:nvPr/>
        </p:nvSpPr>
        <p:spPr bwMode="auto">
          <a:xfrm>
            <a:off x="326572" y="923731"/>
            <a:ext cx="84582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Aft>
                <a:spcPct val="0"/>
              </a:spcAft>
              <a:buClr>
                <a:srgbClr val="CC0000"/>
              </a:buClr>
              <a:buNone/>
            </a:pPr>
            <a:r>
              <a:rPr lang="zh-CN" altLang="en-US" b="1" dirty="0">
                <a:solidFill>
                  <a:srgbClr val="000000"/>
                </a:solidFill>
              </a:rPr>
              <a:t>两个</a:t>
            </a:r>
            <a:r>
              <a:rPr lang="en-US" altLang="zh-CN" b="1" dirty="0">
                <a:solidFill>
                  <a:srgbClr val="000000"/>
                </a:solidFill>
              </a:rPr>
              <a:t>Agent</a:t>
            </a:r>
            <a:r>
              <a:rPr lang="zh-CN" altLang="en-US" b="1" dirty="0">
                <a:solidFill>
                  <a:srgbClr val="000000"/>
                </a:solidFill>
              </a:rPr>
              <a:t>之间的通信过程如下：</a:t>
            </a:r>
            <a:endParaRPr lang="zh-CN" altLang="en-US" b="1" dirty="0">
              <a:solidFill>
                <a:srgbClr val="000000"/>
              </a:solidFill>
              <a:latin typeface="Times New Roman" panose="02020603050405020304" pitchFamily="18" charset="0"/>
            </a:endParaRPr>
          </a:p>
        </p:txBody>
      </p:sp>
      <p:sp>
        <p:nvSpPr>
          <p:cNvPr id="789508" name="Rectangle 4">
            <a:extLst>
              <a:ext uri="{FF2B5EF4-FFF2-40B4-BE49-F238E27FC236}">
                <a16:creationId xmlns:a16="http://schemas.microsoft.com/office/drawing/2014/main" id="{239E2D08-2532-4137-8039-AC8D87D55E63}"/>
              </a:ext>
            </a:extLst>
          </p:cNvPr>
          <p:cNvSpPr>
            <a:spLocks noChangeArrowheads="1"/>
          </p:cNvSpPr>
          <p:nvPr/>
        </p:nvSpPr>
        <p:spPr bwMode="auto">
          <a:xfrm>
            <a:off x="1752600" y="1676400"/>
            <a:ext cx="8763000" cy="45720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68400" indent="-49530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738313" indent="-43815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pPr>
            <a:r>
              <a:rPr lang="zh-CN" altLang="en-US" b="1">
                <a:solidFill>
                  <a:srgbClr val="000000"/>
                </a:solidFill>
              </a:rPr>
              <a:t>发送方将自己的思想翻译成通信所用语言的格式；</a:t>
            </a:r>
          </a:p>
          <a:p>
            <a:pPr fontAlgn="base">
              <a:spcAft>
                <a:spcPct val="0"/>
              </a:spcAft>
              <a:buClr>
                <a:srgbClr val="CC0000"/>
              </a:buClr>
            </a:pPr>
            <a:r>
              <a:rPr lang="zh-CN" altLang="en-US" b="1">
                <a:solidFill>
                  <a:srgbClr val="000000"/>
                </a:solidFill>
              </a:rPr>
              <a:t>发送方将语言格式加载到通信传播媒体，如声音、文字和图像；</a:t>
            </a:r>
          </a:p>
          <a:p>
            <a:pPr fontAlgn="base">
              <a:spcAft>
                <a:spcPct val="0"/>
              </a:spcAft>
              <a:buClr>
                <a:srgbClr val="CC0000"/>
              </a:buClr>
            </a:pPr>
            <a:r>
              <a:rPr lang="zh-CN" altLang="en-US" b="1">
                <a:solidFill>
                  <a:srgbClr val="000000"/>
                </a:solidFill>
              </a:rPr>
              <a:t>传播载体到达接收方；</a:t>
            </a:r>
          </a:p>
          <a:p>
            <a:pPr fontAlgn="base">
              <a:spcAft>
                <a:spcPct val="0"/>
              </a:spcAft>
              <a:buClr>
                <a:srgbClr val="CC0000"/>
              </a:buClr>
            </a:pPr>
            <a:r>
              <a:rPr lang="zh-CN" altLang="en-US" b="1">
                <a:solidFill>
                  <a:srgbClr val="000000"/>
                </a:solidFill>
              </a:rPr>
              <a:t>接收方读取载体中的语言代码；</a:t>
            </a:r>
          </a:p>
          <a:p>
            <a:pPr fontAlgn="base">
              <a:spcAft>
                <a:spcPct val="0"/>
              </a:spcAft>
              <a:buClr>
                <a:srgbClr val="CC0000"/>
              </a:buClr>
            </a:pPr>
            <a:r>
              <a:rPr lang="zh-CN" altLang="en-US" b="1">
                <a:solidFill>
                  <a:srgbClr val="000000"/>
                </a:solidFill>
              </a:rPr>
              <a:t>接收方在思维空间中将语言代码按其格式翻译为思想，从而熟悉发送方的意识状态。</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89508">
                                            <p:txEl>
                                              <p:pRg st="0" end="0"/>
                                            </p:txEl>
                                          </p:spTgt>
                                        </p:tgtEl>
                                        <p:attrNameLst>
                                          <p:attrName>style.visibility</p:attrName>
                                        </p:attrNameLst>
                                      </p:cBhvr>
                                      <p:to>
                                        <p:strVal val="visible"/>
                                      </p:to>
                                    </p:set>
                                    <p:anim calcmode="lin" valueType="num">
                                      <p:cBhvr additive="base">
                                        <p:cTn id="7" dur="500" fill="hold"/>
                                        <p:tgtEl>
                                          <p:spTgt spid="78950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8950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89508">
                                            <p:txEl>
                                              <p:pRg st="1" end="1"/>
                                            </p:txEl>
                                          </p:spTgt>
                                        </p:tgtEl>
                                        <p:attrNameLst>
                                          <p:attrName>style.visibility</p:attrName>
                                        </p:attrNameLst>
                                      </p:cBhvr>
                                      <p:to>
                                        <p:strVal val="visible"/>
                                      </p:to>
                                    </p:set>
                                    <p:anim calcmode="lin" valueType="num">
                                      <p:cBhvr additive="base">
                                        <p:cTn id="13" dur="500" fill="hold"/>
                                        <p:tgtEl>
                                          <p:spTgt spid="78950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8950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nodeType="after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89508">
                                            <p:txEl>
                                              <p:pRg st="2" end="2"/>
                                            </p:txEl>
                                          </p:spTgt>
                                        </p:tgtEl>
                                        <p:attrNameLst>
                                          <p:attrName>style.visibility</p:attrName>
                                        </p:attrNameLst>
                                      </p:cBhvr>
                                      <p:to>
                                        <p:strVal val="visible"/>
                                      </p:to>
                                    </p:set>
                                    <p:anim calcmode="lin" valueType="num">
                                      <p:cBhvr additive="base">
                                        <p:cTn id="19" dur="500" fill="hold"/>
                                        <p:tgtEl>
                                          <p:spTgt spid="78950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8950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nodeType="after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89508">
                                            <p:txEl>
                                              <p:pRg st="3" end="3"/>
                                            </p:txEl>
                                          </p:spTgt>
                                        </p:tgtEl>
                                        <p:attrNameLst>
                                          <p:attrName>style.visibility</p:attrName>
                                        </p:attrNameLst>
                                      </p:cBhvr>
                                      <p:to>
                                        <p:strVal val="visible"/>
                                      </p:to>
                                    </p:set>
                                    <p:anim calcmode="lin" valueType="num">
                                      <p:cBhvr additive="base">
                                        <p:cTn id="25" dur="500" fill="hold"/>
                                        <p:tgtEl>
                                          <p:spTgt spid="78950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8950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nodeType="after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89508">
                                            <p:txEl>
                                              <p:pRg st="4" end="4"/>
                                            </p:txEl>
                                          </p:spTgt>
                                        </p:tgtEl>
                                        <p:attrNameLst>
                                          <p:attrName>style.visibility</p:attrName>
                                        </p:attrNameLst>
                                      </p:cBhvr>
                                      <p:to>
                                        <p:strVal val="visible"/>
                                      </p:to>
                                    </p:set>
                                    <p:anim calcmode="lin" valueType="num">
                                      <p:cBhvr additive="base">
                                        <p:cTn id="31" dur="500" fill="hold"/>
                                        <p:tgtEl>
                                          <p:spTgt spid="78950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89508">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508"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1">
            <a:extLst>
              <a:ext uri="{FF2B5EF4-FFF2-40B4-BE49-F238E27FC236}">
                <a16:creationId xmlns:a16="http://schemas.microsoft.com/office/drawing/2014/main" id="{531B5943-EFAB-4108-9026-27EA3C8E4429}"/>
              </a:ext>
            </a:extLst>
          </p:cNvPr>
          <p:cNvSpPr>
            <a:spLocks noGrp="1"/>
          </p:cNvSpPr>
          <p:nvPr>
            <p:ph type="sldNum" sz="quarter" idx="10"/>
          </p:nvPr>
        </p:nvSpPr>
        <p:spPr/>
        <p:txBody>
          <a:bodyPr/>
          <a:lstStyle/>
          <a:p>
            <a:pPr fontAlgn="base">
              <a:spcBef>
                <a:spcPct val="0"/>
              </a:spcBef>
              <a:spcAft>
                <a:spcPct val="0"/>
              </a:spcAft>
              <a:defRPr/>
            </a:pPr>
            <a:fld id="{4FC32BC1-DD93-4CC4-9B2F-4B7AD5EF8133}" type="slidenum">
              <a:rPr lang="ja-JP" altLang="en-US">
                <a:latin typeface="Arial"/>
              </a:rPr>
              <a:pPr fontAlgn="base">
                <a:spcBef>
                  <a:spcPct val="0"/>
                </a:spcBef>
                <a:spcAft>
                  <a:spcPct val="0"/>
                </a:spcAft>
                <a:defRPr/>
              </a:pPr>
              <a:t>20</a:t>
            </a:fld>
            <a:endParaRPr lang="en-US" altLang="ja-JP">
              <a:latin typeface="Arial"/>
            </a:endParaRPr>
          </a:p>
        </p:txBody>
      </p:sp>
      <p:sp>
        <p:nvSpPr>
          <p:cNvPr id="632835" name="Rectangle 2">
            <a:extLst>
              <a:ext uri="{FF2B5EF4-FFF2-40B4-BE49-F238E27FC236}">
                <a16:creationId xmlns:a16="http://schemas.microsoft.com/office/drawing/2014/main" id="{C01CD8AE-852D-42D9-B93C-CD9F434B8F87}"/>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11.3.1 </a:t>
            </a:r>
            <a:r>
              <a:rPr lang="zh-CN" altLang="en-US" sz="4200" dirty="0">
                <a:solidFill>
                  <a:srgbClr val="FFFFFF"/>
                </a:solidFill>
                <a:latin typeface="Times New Roman" panose="02020603050405020304" pitchFamily="18" charset="0"/>
                <a:ea typeface="黑体" panose="02010609060101010101" pitchFamily="49" charset="-122"/>
              </a:rPr>
              <a:t>智能体通信的类型</a:t>
            </a:r>
          </a:p>
        </p:txBody>
      </p:sp>
      <p:sp>
        <p:nvSpPr>
          <p:cNvPr id="632836" name="Rectangle 3">
            <a:extLst>
              <a:ext uri="{FF2B5EF4-FFF2-40B4-BE49-F238E27FC236}">
                <a16:creationId xmlns:a16="http://schemas.microsoft.com/office/drawing/2014/main" id="{AE35F49B-D584-46B8-A457-1F62B621A2E4}"/>
              </a:ext>
            </a:extLst>
          </p:cNvPr>
          <p:cNvSpPr>
            <a:spLocks noChangeArrowheads="1"/>
          </p:cNvSpPr>
          <p:nvPr/>
        </p:nvSpPr>
        <p:spPr bwMode="auto">
          <a:xfrm>
            <a:off x="445182" y="987008"/>
            <a:ext cx="11505985"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pPr>
            <a:r>
              <a:rPr lang="zh-CN" altLang="en-US" b="1" dirty="0">
                <a:solidFill>
                  <a:srgbClr val="0000FF"/>
                </a:solidFill>
              </a:rPr>
              <a:t>使用</a:t>
            </a:r>
            <a:r>
              <a:rPr lang="en-US" altLang="zh-CN" b="1" dirty="0">
                <a:solidFill>
                  <a:srgbClr val="0000FF"/>
                </a:solidFill>
              </a:rPr>
              <a:t>Tell</a:t>
            </a:r>
            <a:r>
              <a:rPr lang="zh-CN" altLang="en-US" b="1" dirty="0">
                <a:solidFill>
                  <a:srgbClr val="0000FF"/>
                </a:solidFill>
              </a:rPr>
              <a:t>和</a:t>
            </a:r>
            <a:r>
              <a:rPr lang="en-US" altLang="zh-CN" b="1" dirty="0">
                <a:solidFill>
                  <a:srgbClr val="0000FF"/>
                </a:solidFill>
              </a:rPr>
              <a:t>Ask</a:t>
            </a:r>
            <a:r>
              <a:rPr lang="zh-CN" altLang="en-US" b="1" dirty="0">
                <a:solidFill>
                  <a:srgbClr val="0000FF"/>
                </a:solidFill>
              </a:rPr>
              <a:t>通信</a:t>
            </a:r>
            <a:r>
              <a:rPr lang="zh-CN" altLang="en-US" b="1" dirty="0">
                <a:solidFill>
                  <a:srgbClr val="000000"/>
                </a:solidFill>
              </a:rPr>
              <a:t>：</a:t>
            </a:r>
            <a:r>
              <a:rPr lang="en-US" altLang="zh-CN" b="1" dirty="0">
                <a:solidFill>
                  <a:srgbClr val="000000"/>
                </a:solidFill>
              </a:rPr>
              <a:t>Agent</a:t>
            </a:r>
            <a:r>
              <a:rPr lang="zh-CN" altLang="en-US" b="1" dirty="0">
                <a:solidFill>
                  <a:srgbClr val="000000"/>
                </a:solidFill>
              </a:rPr>
              <a:t>分享共同内部表示语言，并通过界面</a:t>
            </a:r>
            <a:r>
              <a:rPr lang="en-US" altLang="zh-CN" b="1" dirty="0">
                <a:solidFill>
                  <a:srgbClr val="000000"/>
                </a:solidFill>
              </a:rPr>
              <a:t>Tell</a:t>
            </a:r>
            <a:r>
              <a:rPr lang="zh-CN" altLang="en-US" b="1" dirty="0">
                <a:solidFill>
                  <a:srgbClr val="000000"/>
                </a:solidFill>
              </a:rPr>
              <a:t>和</a:t>
            </a:r>
            <a:r>
              <a:rPr lang="en-US" altLang="zh-CN" b="1" dirty="0">
                <a:solidFill>
                  <a:srgbClr val="000000"/>
                </a:solidFill>
              </a:rPr>
              <a:t>Ask</a:t>
            </a:r>
            <a:r>
              <a:rPr lang="zh-CN" altLang="en-US" b="1" dirty="0">
                <a:solidFill>
                  <a:srgbClr val="000000"/>
                </a:solidFill>
              </a:rPr>
              <a:t>直接访问相互的知识库。</a:t>
            </a:r>
          </a:p>
        </p:txBody>
      </p:sp>
      <p:grpSp>
        <p:nvGrpSpPr>
          <p:cNvPr id="632837" name="Group 4">
            <a:extLst>
              <a:ext uri="{FF2B5EF4-FFF2-40B4-BE49-F238E27FC236}">
                <a16:creationId xmlns:a16="http://schemas.microsoft.com/office/drawing/2014/main" id="{777EDB58-0C98-405C-AE49-BBBC008C6B59}"/>
              </a:ext>
            </a:extLst>
          </p:cNvPr>
          <p:cNvGrpSpPr>
            <a:grpSpLocks noChangeAspect="1"/>
          </p:cNvGrpSpPr>
          <p:nvPr/>
        </p:nvGrpSpPr>
        <p:grpSpPr bwMode="auto">
          <a:xfrm>
            <a:off x="2197674" y="2284036"/>
            <a:ext cx="8001000" cy="3821113"/>
            <a:chOff x="1680" y="9630"/>
            <a:chExt cx="5940" cy="2496"/>
          </a:xfrm>
        </p:grpSpPr>
        <p:sp>
          <p:nvSpPr>
            <p:cNvPr id="632838" name="AutoShape 5">
              <a:extLst>
                <a:ext uri="{FF2B5EF4-FFF2-40B4-BE49-F238E27FC236}">
                  <a16:creationId xmlns:a16="http://schemas.microsoft.com/office/drawing/2014/main" id="{3065ADBF-0A8F-4D2F-B8CC-02D48399BCEA}"/>
                </a:ext>
              </a:extLst>
            </p:cNvPr>
            <p:cNvSpPr>
              <a:spLocks noChangeAspect="1" noChangeArrowheads="1"/>
            </p:cNvSpPr>
            <p:nvPr/>
          </p:nvSpPr>
          <p:spPr bwMode="auto">
            <a:xfrm>
              <a:off x="1680" y="9630"/>
              <a:ext cx="5940" cy="2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cxnSp>
          <p:nvCxnSpPr>
            <p:cNvPr id="632839" name="AutoShape 6">
              <a:extLst>
                <a:ext uri="{FF2B5EF4-FFF2-40B4-BE49-F238E27FC236}">
                  <a16:creationId xmlns:a16="http://schemas.microsoft.com/office/drawing/2014/main" id="{B9693356-E6DC-4D1E-ABD6-4A5B200C6260}"/>
                </a:ext>
              </a:extLst>
            </p:cNvPr>
            <p:cNvCxnSpPr>
              <a:cxnSpLocks noChangeShapeType="1"/>
            </p:cNvCxnSpPr>
            <p:nvPr/>
          </p:nvCxnSpPr>
          <p:spPr bwMode="auto">
            <a:xfrm>
              <a:off x="3480" y="10812"/>
              <a:ext cx="36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32840" name="Freeform 7">
              <a:extLst>
                <a:ext uri="{FF2B5EF4-FFF2-40B4-BE49-F238E27FC236}">
                  <a16:creationId xmlns:a16="http://schemas.microsoft.com/office/drawing/2014/main" id="{F18C5B91-3B4A-4220-A291-3DC132F8EABB}"/>
                </a:ext>
              </a:extLst>
            </p:cNvPr>
            <p:cNvSpPr>
              <a:spLocks/>
            </p:cNvSpPr>
            <p:nvPr/>
          </p:nvSpPr>
          <p:spPr bwMode="auto">
            <a:xfrm>
              <a:off x="5100" y="10410"/>
              <a:ext cx="1980" cy="1560"/>
            </a:xfrm>
            <a:custGeom>
              <a:avLst/>
              <a:gdLst>
                <a:gd name="T0" fmla="*/ 0 w 1980"/>
                <a:gd name="T1" fmla="*/ 0 h 1560"/>
                <a:gd name="T2" fmla="*/ 0 w 1980"/>
                <a:gd name="T3" fmla="*/ 1560 h 1560"/>
                <a:gd name="T4" fmla="*/ 1980 w 1980"/>
                <a:gd name="T5" fmla="*/ 1560 h 1560"/>
                <a:gd name="T6" fmla="*/ 1980 w 1980"/>
                <a:gd name="T7" fmla="*/ 0 h 1560"/>
                <a:gd name="T8" fmla="*/ 0 w 1980"/>
                <a:gd name="T9" fmla="*/ 0 h 15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0" h="1560">
                  <a:moveTo>
                    <a:pt x="0" y="0"/>
                  </a:moveTo>
                  <a:lnTo>
                    <a:pt x="0" y="1560"/>
                  </a:lnTo>
                  <a:lnTo>
                    <a:pt x="1980" y="1560"/>
                  </a:lnTo>
                  <a:lnTo>
                    <a:pt x="1980" y="0"/>
                  </a:lnTo>
                  <a:lnTo>
                    <a:pt x="0" y="0"/>
                  </a:lnTo>
                  <a:close/>
                </a:path>
              </a:pathLst>
            </a:custGeom>
            <a:noFill/>
            <a:ln w="9525" cap="flat">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cxnSp>
          <p:nvCxnSpPr>
            <p:cNvPr id="632841" name="AutoShape 8">
              <a:extLst>
                <a:ext uri="{FF2B5EF4-FFF2-40B4-BE49-F238E27FC236}">
                  <a16:creationId xmlns:a16="http://schemas.microsoft.com/office/drawing/2014/main" id="{63256117-4B68-4712-9A90-3AD5BDA7C999}"/>
                </a:ext>
              </a:extLst>
            </p:cNvPr>
            <p:cNvCxnSpPr>
              <a:cxnSpLocks noChangeShapeType="1"/>
            </p:cNvCxnSpPr>
            <p:nvPr/>
          </p:nvCxnSpPr>
          <p:spPr bwMode="auto">
            <a:xfrm>
              <a:off x="2939" y="10957"/>
              <a:ext cx="1" cy="468"/>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632842" name="AutoShape 9">
              <a:extLst>
                <a:ext uri="{FF2B5EF4-FFF2-40B4-BE49-F238E27FC236}">
                  <a16:creationId xmlns:a16="http://schemas.microsoft.com/office/drawing/2014/main" id="{5ADF8B8B-07F5-49FF-92DA-861C6B234A71}"/>
                </a:ext>
              </a:extLst>
            </p:cNvPr>
            <p:cNvSpPr>
              <a:spLocks noChangeArrowheads="1"/>
            </p:cNvSpPr>
            <p:nvPr/>
          </p:nvSpPr>
          <p:spPr bwMode="auto">
            <a:xfrm>
              <a:off x="5460" y="10645"/>
              <a:ext cx="1080" cy="312"/>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数据库</a:t>
              </a:r>
            </a:p>
            <a:p>
              <a:pPr fontAlgn="base">
                <a:spcBef>
                  <a:spcPct val="0"/>
                </a:spcBef>
                <a:spcAft>
                  <a:spcPct val="0"/>
                </a:spcAft>
              </a:pPr>
              <a:endParaRPr lang="en-US" altLang="zh-CN">
                <a:solidFill>
                  <a:srgbClr val="000000"/>
                </a:solidFill>
              </a:endParaRPr>
            </a:p>
          </p:txBody>
        </p:sp>
        <p:sp>
          <p:nvSpPr>
            <p:cNvPr id="632843" name="AutoShape 10">
              <a:extLst>
                <a:ext uri="{FF2B5EF4-FFF2-40B4-BE49-F238E27FC236}">
                  <a16:creationId xmlns:a16="http://schemas.microsoft.com/office/drawing/2014/main" id="{827B6DBB-0B62-4C2F-AF04-D2DB5ED03065}"/>
                </a:ext>
              </a:extLst>
            </p:cNvPr>
            <p:cNvSpPr>
              <a:spLocks noChangeArrowheads="1"/>
            </p:cNvSpPr>
            <p:nvPr/>
          </p:nvSpPr>
          <p:spPr bwMode="auto">
            <a:xfrm>
              <a:off x="5460" y="11346"/>
              <a:ext cx="1079" cy="312"/>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推理</a:t>
              </a:r>
            </a:p>
            <a:p>
              <a:pPr fontAlgn="base">
                <a:spcBef>
                  <a:spcPct val="0"/>
                </a:spcBef>
                <a:spcAft>
                  <a:spcPct val="0"/>
                </a:spcAft>
              </a:pPr>
              <a:endParaRPr lang="en-US" altLang="zh-CN">
                <a:solidFill>
                  <a:srgbClr val="000000"/>
                </a:solidFill>
              </a:endParaRPr>
            </a:p>
          </p:txBody>
        </p:sp>
        <p:cxnSp>
          <p:nvCxnSpPr>
            <p:cNvPr id="632844" name="AutoShape 11">
              <a:extLst>
                <a:ext uri="{FF2B5EF4-FFF2-40B4-BE49-F238E27FC236}">
                  <a16:creationId xmlns:a16="http://schemas.microsoft.com/office/drawing/2014/main" id="{D1B0114E-68C2-4049-8738-1CE6E0F83997}"/>
                </a:ext>
              </a:extLst>
            </p:cNvPr>
            <p:cNvCxnSpPr>
              <a:cxnSpLocks noChangeShapeType="1"/>
            </p:cNvCxnSpPr>
            <p:nvPr/>
          </p:nvCxnSpPr>
          <p:spPr bwMode="auto">
            <a:xfrm>
              <a:off x="5999" y="10878"/>
              <a:ext cx="1" cy="468"/>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632845" name="Freeform 12">
              <a:extLst>
                <a:ext uri="{FF2B5EF4-FFF2-40B4-BE49-F238E27FC236}">
                  <a16:creationId xmlns:a16="http://schemas.microsoft.com/office/drawing/2014/main" id="{F6FF7F8C-38E5-4E9D-86CE-CA81046E7EBC}"/>
                </a:ext>
              </a:extLst>
            </p:cNvPr>
            <p:cNvSpPr>
              <a:spLocks/>
            </p:cNvSpPr>
            <p:nvPr/>
          </p:nvSpPr>
          <p:spPr bwMode="auto">
            <a:xfrm>
              <a:off x="2040" y="10410"/>
              <a:ext cx="1980" cy="1560"/>
            </a:xfrm>
            <a:custGeom>
              <a:avLst/>
              <a:gdLst>
                <a:gd name="T0" fmla="*/ 0 w 1980"/>
                <a:gd name="T1" fmla="*/ 0 h 1560"/>
                <a:gd name="T2" fmla="*/ 0 w 1980"/>
                <a:gd name="T3" fmla="*/ 1560 h 1560"/>
                <a:gd name="T4" fmla="*/ 1980 w 1980"/>
                <a:gd name="T5" fmla="*/ 1560 h 1560"/>
                <a:gd name="T6" fmla="*/ 1980 w 1980"/>
                <a:gd name="T7" fmla="*/ 0 h 1560"/>
                <a:gd name="T8" fmla="*/ 0 w 1980"/>
                <a:gd name="T9" fmla="*/ 0 h 15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0" h="1560">
                  <a:moveTo>
                    <a:pt x="0" y="0"/>
                  </a:moveTo>
                  <a:lnTo>
                    <a:pt x="0" y="1560"/>
                  </a:lnTo>
                  <a:lnTo>
                    <a:pt x="1980" y="1560"/>
                  </a:lnTo>
                  <a:lnTo>
                    <a:pt x="1980" y="0"/>
                  </a:lnTo>
                  <a:lnTo>
                    <a:pt x="0" y="0"/>
                  </a:lnTo>
                  <a:close/>
                </a:path>
              </a:pathLst>
            </a:custGeom>
            <a:noFill/>
            <a:ln w="9525" cap="flat">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cxnSp>
          <p:nvCxnSpPr>
            <p:cNvPr id="632846" name="AutoShape 13">
              <a:extLst>
                <a:ext uri="{FF2B5EF4-FFF2-40B4-BE49-F238E27FC236}">
                  <a16:creationId xmlns:a16="http://schemas.microsoft.com/office/drawing/2014/main" id="{5A5564F1-8BD3-4FBF-9432-E96A98790124}"/>
                </a:ext>
              </a:extLst>
            </p:cNvPr>
            <p:cNvCxnSpPr>
              <a:cxnSpLocks noChangeShapeType="1"/>
            </p:cNvCxnSpPr>
            <p:nvPr/>
          </p:nvCxnSpPr>
          <p:spPr bwMode="auto">
            <a:xfrm>
              <a:off x="6540" y="10787"/>
              <a:ext cx="36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32847" name="AutoShape 14">
              <a:extLst>
                <a:ext uri="{FF2B5EF4-FFF2-40B4-BE49-F238E27FC236}">
                  <a16:creationId xmlns:a16="http://schemas.microsoft.com/office/drawing/2014/main" id="{55D2B71C-62DC-44D2-8580-A9E19309D218}"/>
                </a:ext>
              </a:extLst>
            </p:cNvPr>
            <p:cNvCxnSpPr>
              <a:cxnSpLocks noChangeShapeType="1"/>
            </p:cNvCxnSpPr>
            <p:nvPr/>
          </p:nvCxnSpPr>
          <p:spPr bwMode="auto">
            <a:xfrm>
              <a:off x="5100" y="10797"/>
              <a:ext cx="36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32848" name="AutoShape 15">
              <a:extLst>
                <a:ext uri="{FF2B5EF4-FFF2-40B4-BE49-F238E27FC236}">
                  <a16:creationId xmlns:a16="http://schemas.microsoft.com/office/drawing/2014/main" id="{740AA988-6C81-4494-8640-1F78DADDB4D6}"/>
                </a:ext>
              </a:extLst>
            </p:cNvPr>
            <p:cNvCxnSpPr>
              <a:cxnSpLocks noChangeShapeType="1"/>
            </p:cNvCxnSpPr>
            <p:nvPr/>
          </p:nvCxnSpPr>
          <p:spPr bwMode="auto">
            <a:xfrm>
              <a:off x="4740" y="10782"/>
              <a:ext cx="36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32849" name="AutoShape 16">
              <a:extLst>
                <a:ext uri="{FF2B5EF4-FFF2-40B4-BE49-F238E27FC236}">
                  <a16:creationId xmlns:a16="http://schemas.microsoft.com/office/drawing/2014/main" id="{DBB5B821-680A-4318-8700-79BA435395DD}"/>
                </a:ext>
              </a:extLst>
            </p:cNvPr>
            <p:cNvCxnSpPr>
              <a:cxnSpLocks noChangeShapeType="1"/>
            </p:cNvCxnSpPr>
            <p:nvPr/>
          </p:nvCxnSpPr>
          <p:spPr bwMode="auto">
            <a:xfrm>
              <a:off x="4020" y="10801"/>
              <a:ext cx="36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32850" name="AutoShape 17">
              <a:extLst>
                <a:ext uri="{FF2B5EF4-FFF2-40B4-BE49-F238E27FC236}">
                  <a16:creationId xmlns:a16="http://schemas.microsoft.com/office/drawing/2014/main" id="{0344D94C-AB3C-4ED6-B023-DF1FCDE6128D}"/>
                </a:ext>
              </a:extLst>
            </p:cNvPr>
            <p:cNvSpPr>
              <a:spLocks noChangeArrowheads="1"/>
            </p:cNvSpPr>
            <p:nvPr/>
          </p:nvSpPr>
          <p:spPr bwMode="auto">
            <a:xfrm>
              <a:off x="2400" y="10645"/>
              <a:ext cx="1080" cy="312"/>
            </a:xfrm>
            <a:prstGeom prst="flowChartProcess">
              <a:avLst/>
            </a:prstGeom>
            <a:solidFill>
              <a:srgbClr val="FFFFFF"/>
            </a:solidFill>
            <a:ln w="9525">
              <a:solidFill>
                <a:srgbClr val="000000"/>
              </a:solidFill>
              <a:miter lim="800000"/>
              <a:headEnd/>
              <a:tailEnd/>
            </a:ln>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数据库</a:t>
              </a:r>
              <a:endParaRPr lang="zh-CN" altLang="en-US">
                <a:solidFill>
                  <a:srgbClr val="000000"/>
                </a:solidFill>
              </a:endParaRPr>
            </a:p>
          </p:txBody>
        </p:sp>
        <p:sp>
          <p:nvSpPr>
            <p:cNvPr id="632851" name="AutoShape 18">
              <a:extLst>
                <a:ext uri="{FF2B5EF4-FFF2-40B4-BE49-F238E27FC236}">
                  <a16:creationId xmlns:a16="http://schemas.microsoft.com/office/drawing/2014/main" id="{B84728FC-68F6-4B6B-BFCC-4210FCF12097}"/>
                </a:ext>
              </a:extLst>
            </p:cNvPr>
            <p:cNvSpPr>
              <a:spLocks noChangeArrowheads="1"/>
            </p:cNvSpPr>
            <p:nvPr/>
          </p:nvSpPr>
          <p:spPr bwMode="auto">
            <a:xfrm>
              <a:off x="2401" y="11425"/>
              <a:ext cx="1079" cy="312"/>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推理</a:t>
              </a:r>
              <a:endParaRPr lang="zh-CN" altLang="en-US">
                <a:solidFill>
                  <a:srgbClr val="000000"/>
                </a:solidFill>
              </a:endParaRPr>
            </a:p>
          </p:txBody>
        </p:sp>
        <p:cxnSp>
          <p:nvCxnSpPr>
            <p:cNvPr id="632852" name="AutoShape 19">
              <a:extLst>
                <a:ext uri="{FF2B5EF4-FFF2-40B4-BE49-F238E27FC236}">
                  <a16:creationId xmlns:a16="http://schemas.microsoft.com/office/drawing/2014/main" id="{14196ED3-1781-4B2C-908B-2545E3C60E4F}"/>
                </a:ext>
              </a:extLst>
            </p:cNvPr>
            <p:cNvCxnSpPr>
              <a:cxnSpLocks noChangeShapeType="1"/>
            </p:cNvCxnSpPr>
            <p:nvPr/>
          </p:nvCxnSpPr>
          <p:spPr bwMode="auto">
            <a:xfrm>
              <a:off x="2040" y="10803"/>
              <a:ext cx="36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32853" name="AutoShape 20">
              <a:extLst>
                <a:ext uri="{FF2B5EF4-FFF2-40B4-BE49-F238E27FC236}">
                  <a16:creationId xmlns:a16="http://schemas.microsoft.com/office/drawing/2014/main" id="{093D1C3D-0344-4777-AE1C-9CA2FA4E0165}"/>
                </a:ext>
              </a:extLst>
            </p:cNvPr>
            <p:cNvCxnSpPr>
              <a:cxnSpLocks noChangeShapeType="1"/>
            </p:cNvCxnSpPr>
            <p:nvPr/>
          </p:nvCxnSpPr>
          <p:spPr bwMode="auto">
            <a:xfrm>
              <a:off x="1680" y="10800"/>
              <a:ext cx="36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32854" name="Line 21">
              <a:extLst>
                <a:ext uri="{FF2B5EF4-FFF2-40B4-BE49-F238E27FC236}">
                  <a16:creationId xmlns:a16="http://schemas.microsoft.com/office/drawing/2014/main" id="{788705F0-3487-482E-9261-0C644A7CDEB6}"/>
                </a:ext>
              </a:extLst>
            </p:cNvPr>
            <p:cNvSpPr>
              <a:spLocks noChangeShapeType="1"/>
            </p:cNvSpPr>
            <p:nvPr/>
          </p:nvSpPr>
          <p:spPr bwMode="auto">
            <a:xfrm>
              <a:off x="2940" y="10098"/>
              <a:ext cx="1" cy="49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32855" name="Line 22">
              <a:extLst>
                <a:ext uri="{FF2B5EF4-FFF2-40B4-BE49-F238E27FC236}">
                  <a16:creationId xmlns:a16="http://schemas.microsoft.com/office/drawing/2014/main" id="{16526094-AFD0-4C7C-BA12-CEC6177F6AF7}"/>
                </a:ext>
              </a:extLst>
            </p:cNvPr>
            <p:cNvSpPr>
              <a:spLocks noChangeShapeType="1"/>
            </p:cNvSpPr>
            <p:nvPr/>
          </p:nvSpPr>
          <p:spPr bwMode="auto">
            <a:xfrm>
              <a:off x="2940" y="10098"/>
              <a:ext cx="30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32856" name="Line 23">
              <a:extLst>
                <a:ext uri="{FF2B5EF4-FFF2-40B4-BE49-F238E27FC236}">
                  <a16:creationId xmlns:a16="http://schemas.microsoft.com/office/drawing/2014/main" id="{EDFC26DE-638F-47BD-9682-6F98F046BF28}"/>
                </a:ext>
              </a:extLst>
            </p:cNvPr>
            <p:cNvSpPr>
              <a:spLocks noChangeShapeType="1"/>
            </p:cNvSpPr>
            <p:nvPr/>
          </p:nvSpPr>
          <p:spPr bwMode="auto">
            <a:xfrm>
              <a:off x="6000" y="10098"/>
              <a:ext cx="1" cy="49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32857" name="Text Box 24">
              <a:extLst>
                <a:ext uri="{FF2B5EF4-FFF2-40B4-BE49-F238E27FC236}">
                  <a16:creationId xmlns:a16="http://schemas.microsoft.com/office/drawing/2014/main" id="{72286F6B-E72D-4C66-AF56-FD0FDF34D603}"/>
                </a:ext>
              </a:extLst>
            </p:cNvPr>
            <p:cNvSpPr txBox="1">
              <a:spLocks noChangeArrowheads="1"/>
            </p:cNvSpPr>
            <p:nvPr/>
          </p:nvSpPr>
          <p:spPr bwMode="auto">
            <a:xfrm>
              <a:off x="4035" y="10536"/>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行为</a:t>
              </a:r>
              <a:endParaRPr lang="zh-CN" altLang="en-US">
                <a:solidFill>
                  <a:srgbClr val="000000"/>
                </a:solidFill>
              </a:endParaRPr>
            </a:p>
          </p:txBody>
        </p:sp>
        <p:sp>
          <p:nvSpPr>
            <p:cNvPr id="632858" name="Text Box 25">
              <a:extLst>
                <a:ext uri="{FF2B5EF4-FFF2-40B4-BE49-F238E27FC236}">
                  <a16:creationId xmlns:a16="http://schemas.microsoft.com/office/drawing/2014/main" id="{83596DAF-1F15-4082-87E2-7B8495761651}"/>
                </a:ext>
              </a:extLst>
            </p:cNvPr>
            <p:cNvSpPr txBox="1">
              <a:spLocks noChangeArrowheads="1"/>
            </p:cNvSpPr>
            <p:nvPr/>
          </p:nvSpPr>
          <p:spPr bwMode="auto">
            <a:xfrm>
              <a:off x="4725" y="10521"/>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感知</a:t>
              </a:r>
              <a:endParaRPr lang="zh-CN" altLang="en-US">
                <a:solidFill>
                  <a:srgbClr val="000000"/>
                </a:solidFill>
              </a:endParaRPr>
            </a:p>
          </p:txBody>
        </p:sp>
        <p:cxnSp>
          <p:nvCxnSpPr>
            <p:cNvPr id="632859" name="AutoShape 26">
              <a:extLst>
                <a:ext uri="{FF2B5EF4-FFF2-40B4-BE49-F238E27FC236}">
                  <a16:creationId xmlns:a16="http://schemas.microsoft.com/office/drawing/2014/main" id="{139A906C-9AE1-415E-9B52-F762D570452F}"/>
                </a:ext>
              </a:extLst>
            </p:cNvPr>
            <p:cNvCxnSpPr>
              <a:cxnSpLocks noChangeShapeType="1"/>
            </p:cNvCxnSpPr>
            <p:nvPr/>
          </p:nvCxnSpPr>
          <p:spPr bwMode="auto">
            <a:xfrm>
              <a:off x="7072" y="10782"/>
              <a:ext cx="36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32860" name="Text Box 27">
              <a:extLst>
                <a:ext uri="{FF2B5EF4-FFF2-40B4-BE49-F238E27FC236}">
                  <a16:creationId xmlns:a16="http://schemas.microsoft.com/office/drawing/2014/main" id="{7DA03FC9-3E11-4B1B-A485-AB233BB81BA2}"/>
                </a:ext>
              </a:extLst>
            </p:cNvPr>
            <p:cNvSpPr txBox="1">
              <a:spLocks noChangeArrowheads="1"/>
            </p:cNvSpPr>
            <p:nvPr/>
          </p:nvSpPr>
          <p:spPr bwMode="auto">
            <a:xfrm>
              <a:off x="7080" y="10489"/>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行为</a:t>
              </a:r>
              <a:endParaRPr lang="zh-CN" altLang="en-US">
                <a:solidFill>
                  <a:srgbClr val="000000"/>
                </a:solidFill>
              </a:endParaRPr>
            </a:p>
          </p:txBody>
        </p:sp>
        <p:sp>
          <p:nvSpPr>
            <p:cNvPr id="632861" name="Text Box 28">
              <a:extLst>
                <a:ext uri="{FF2B5EF4-FFF2-40B4-BE49-F238E27FC236}">
                  <a16:creationId xmlns:a16="http://schemas.microsoft.com/office/drawing/2014/main" id="{23921ADF-16E6-4F4E-9A08-BB16B599C660}"/>
                </a:ext>
              </a:extLst>
            </p:cNvPr>
            <p:cNvSpPr txBox="1">
              <a:spLocks noChangeArrowheads="1"/>
            </p:cNvSpPr>
            <p:nvPr/>
          </p:nvSpPr>
          <p:spPr bwMode="auto">
            <a:xfrm>
              <a:off x="3300" y="9786"/>
              <a:ext cx="19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FF"/>
                  </a:solidFill>
                  <a:latin typeface="Times New Roman" panose="02020603050405020304" pitchFamily="18" charset="0"/>
                </a:rPr>
                <a:t>通信界面</a:t>
              </a:r>
              <a:r>
                <a:rPr lang="en-US" altLang="zh-CN">
                  <a:solidFill>
                    <a:srgbClr val="0000FF"/>
                  </a:solidFill>
                  <a:latin typeface="Times New Roman" panose="02020603050405020304" pitchFamily="18" charset="0"/>
                </a:rPr>
                <a:t>Tell</a:t>
              </a:r>
              <a:r>
                <a:rPr lang="zh-CN" altLang="en-US">
                  <a:solidFill>
                    <a:srgbClr val="0000FF"/>
                  </a:solidFill>
                  <a:latin typeface="Times New Roman" panose="02020603050405020304" pitchFamily="18" charset="0"/>
                </a:rPr>
                <a:t>和</a:t>
              </a:r>
              <a:r>
                <a:rPr lang="en-US" altLang="zh-CN">
                  <a:solidFill>
                    <a:srgbClr val="0000FF"/>
                  </a:solidFill>
                  <a:latin typeface="Times New Roman" panose="02020603050405020304" pitchFamily="18" charset="0"/>
                </a:rPr>
                <a:t>Ask</a:t>
              </a:r>
              <a:r>
                <a:rPr lang="zh-CN" altLang="en-US">
                  <a:solidFill>
                    <a:srgbClr val="0000FF"/>
                  </a:solidFill>
                  <a:latin typeface="Times New Roman" panose="02020603050405020304" pitchFamily="18" charset="0"/>
                </a:rPr>
                <a:t>通信</a:t>
              </a:r>
              <a:endParaRPr lang="zh-CN" altLang="en-US">
                <a:solidFill>
                  <a:srgbClr val="0000FF"/>
                </a:solidFill>
              </a:endParaRPr>
            </a:p>
          </p:txBody>
        </p:sp>
        <p:sp>
          <p:nvSpPr>
            <p:cNvPr id="632862" name="Text Box 29">
              <a:extLst>
                <a:ext uri="{FF2B5EF4-FFF2-40B4-BE49-F238E27FC236}">
                  <a16:creationId xmlns:a16="http://schemas.microsoft.com/office/drawing/2014/main" id="{50986262-1102-4338-83CE-6229BD00E073}"/>
                </a:ext>
              </a:extLst>
            </p:cNvPr>
            <p:cNvSpPr txBox="1">
              <a:spLocks noChangeArrowheads="1"/>
            </p:cNvSpPr>
            <p:nvPr/>
          </p:nvSpPr>
          <p:spPr bwMode="auto">
            <a:xfrm>
              <a:off x="3660" y="10410"/>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en-US" altLang="zh-CN">
                  <a:solidFill>
                    <a:srgbClr val="FF0000"/>
                  </a:solidFill>
                  <a:latin typeface="Times New Roman" panose="02020603050405020304" pitchFamily="18" charset="0"/>
                </a:rPr>
                <a:t>A</a:t>
              </a:r>
              <a:endParaRPr lang="en-US" altLang="zh-CN">
                <a:solidFill>
                  <a:srgbClr val="FF0000"/>
                </a:solidFill>
              </a:endParaRPr>
            </a:p>
          </p:txBody>
        </p:sp>
        <p:sp>
          <p:nvSpPr>
            <p:cNvPr id="632863" name="Text Box 30">
              <a:extLst>
                <a:ext uri="{FF2B5EF4-FFF2-40B4-BE49-F238E27FC236}">
                  <a16:creationId xmlns:a16="http://schemas.microsoft.com/office/drawing/2014/main" id="{CEEE9A31-F35F-4B67-BFBC-8FE8046E7ECF}"/>
                </a:ext>
              </a:extLst>
            </p:cNvPr>
            <p:cNvSpPr txBox="1">
              <a:spLocks noChangeArrowheads="1"/>
            </p:cNvSpPr>
            <p:nvPr/>
          </p:nvSpPr>
          <p:spPr bwMode="auto">
            <a:xfrm>
              <a:off x="6720" y="10410"/>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en-US" altLang="zh-CN">
                  <a:solidFill>
                    <a:srgbClr val="FF0000"/>
                  </a:solidFill>
                  <a:latin typeface="Times New Roman" panose="02020603050405020304" pitchFamily="18" charset="0"/>
                </a:rPr>
                <a:t>B</a:t>
              </a:r>
              <a:endParaRPr lang="en-US" altLang="zh-CN">
                <a:solidFill>
                  <a:srgbClr val="FF0000"/>
                </a:solidFill>
              </a:endParaRPr>
            </a:p>
          </p:txBody>
        </p:sp>
      </p:grpSp>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灯片编号占位符 1">
            <a:extLst>
              <a:ext uri="{FF2B5EF4-FFF2-40B4-BE49-F238E27FC236}">
                <a16:creationId xmlns:a16="http://schemas.microsoft.com/office/drawing/2014/main" id="{3FDC7B37-26F0-4B62-AF9A-802D55BE438A}"/>
              </a:ext>
            </a:extLst>
          </p:cNvPr>
          <p:cNvSpPr>
            <a:spLocks noGrp="1"/>
          </p:cNvSpPr>
          <p:nvPr>
            <p:ph type="sldNum" sz="quarter" idx="10"/>
          </p:nvPr>
        </p:nvSpPr>
        <p:spPr/>
        <p:txBody>
          <a:bodyPr/>
          <a:lstStyle/>
          <a:p>
            <a:pPr fontAlgn="base">
              <a:spcBef>
                <a:spcPct val="0"/>
              </a:spcBef>
              <a:spcAft>
                <a:spcPct val="0"/>
              </a:spcAft>
              <a:defRPr/>
            </a:pPr>
            <a:fld id="{90821C74-636A-4DD6-AB4B-0EE4D71CDB3E}" type="slidenum">
              <a:rPr lang="ja-JP" altLang="en-US">
                <a:latin typeface="Arial"/>
              </a:rPr>
              <a:pPr fontAlgn="base">
                <a:spcBef>
                  <a:spcPct val="0"/>
                </a:spcBef>
                <a:spcAft>
                  <a:spcPct val="0"/>
                </a:spcAft>
                <a:defRPr/>
              </a:pPr>
              <a:t>21</a:t>
            </a:fld>
            <a:endParaRPr lang="en-US" altLang="ja-JP">
              <a:latin typeface="Arial"/>
            </a:endParaRPr>
          </a:p>
        </p:txBody>
      </p:sp>
      <p:sp>
        <p:nvSpPr>
          <p:cNvPr id="633859" name="Rectangle 2">
            <a:extLst>
              <a:ext uri="{FF2B5EF4-FFF2-40B4-BE49-F238E27FC236}">
                <a16:creationId xmlns:a16="http://schemas.microsoft.com/office/drawing/2014/main" id="{157C8C9E-A34B-41FB-AD26-8AF4F5999667}"/>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11.3.1 </a:t>
            </a:r>
            <a:r>
              <a:rPr lang="zh-CN" altLang="en-US" sz="4200" dirty="0">
                <a:solidFill>
                  <a:srgbClr val="FFFFFF"/>
                </a:solidFill>
                <a:latin typeface="Times New Roman" panose="02020603050405020304" pitchFamily="18" charset="0"/>
                <a:ea typeface="黑体" panose="02010609060101010101" pitchFamily="49" charset="-122"/>
              </a:rPr>
              <a:t>智能体通信的类型</a:t>
            </a:r>
          </a:p>
        </p:txBody>
      </p:sp>
      <p:sp>
        <p:nvSpPr>
          <p:cNvPr id="633860" name="Rectangle 3">
            <a:extLst>
              <a:ext uri="{FF2B5EF4-FFF2-40B4-BE49-F238E27FC236}">
                <a16:creationId xmlns:a16="http://schemas.microsoft.com/office/drawing/2014/main" id="{CBEDF45B-7088-4BC8-A716-F8E6B0403843}"/>
              </a:ext>
            </a:extLst>
          </p:cNvPr>
          <p:cNvSpPr>
            <a:spLocks noChangeArrowheads="1"/>
          </p:cNvSpPr>
          <p:nvPr/>
        </p:nvSpPr>
        <p:spPr bwMode="auto">
          <a:xfrm>
            <a:off x="199905" y="914400"/>
            <a:ext cx="11527353"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pPr>
            <a:r>
              <a:rPr lang="zh-CN" altLang="en-US" b="1" dirty="0">
                <a:solidFill>
                  <a:srgbClr val="0000FF"/>
                </a:solidFill>
              </a:rPr>
              <a:t>使用形式语言通信</a:t>
            </a:r>
            <a:r>
              <a:rPr lang="zh-CN" altLang="en-US" dirty="0">
                <a:solidFill>
                  <a:srgbClr val="000000"/>
                </a:solidFill>
              </a:rPr>
              <a:t> </a:t>
            </a:r>
            <a:r>
              <a:rPr lang="zh-CN" altLang="en-US" b="1" dirty="0">
                <a:solidFill>
                  <a:srgbClr val="000000"/>
                </a:solidFill>
              </a:rPr>
              <a:t>：大多数</a:t>
            </a:r>
            <a:r>
              <a:rPr lang="en-US" altLang="zh-CN" b="1" dirty="0">
                <a:solidFill>
                  <a:srgbClr val="000000"/>
                </a:solidFill>
              </a:rPr>
              <a:t>Agent</a:t>
            </a:r>
            <a:r>
              <a:rPr lang="zh-CN" altLang="en-US" b="1" dirty="0">
                <a:solidFill>
                  <a:srgbClr val="000000"/>
                </a:solidFill>
              </a:rPr>
              <a:t>的通信是通过语言而不是通过直接访问知识库而实现的。</a:t>
            </a:r>
          </a:p>
        </p:txBody>
      </p:sp>
      <p:grpSp>
        <p:nvGrpSpPr>
          <p:cNvPr id="633861" name="Group 4">
            <a:extLst>
              <a:ext uri="{FF2B5EF4-FFF2-40B4-BE49-F238E27FC236}">
                <a16:creationId xmlns:a16="http://schemas.microsoft.com/office/drawing/2014/main" id="{7DE42F59-2C29-4F01-B1D2-F1317012091F}"/>
              </a:ext>
            </a:extLst>
          </p:cNvPr>
          <p:cNvGrpSpPr>
            <a:grpSpLocks noChangeAspect="1"/>
          </p:cNvGrpSpPr>
          <p:nvPr/>
        </p:nvGrpSpPr>
        <p:grpSpPr bwMode="auto">
          <a:xfrm>
            <a:off x="2286000" y="2133600"/>
            <a:ext cx="7848600" cy="3886200"/>
            <a:chOff x="1680" y="9630"/>
            <a:chExt cx="5940" cy="2496"/>
          </a:xfrm>
        </p:grpSpPr>
        <p:sp>
          <p:nvSpPr>
            <p:cNvPr id="633862" name="AutoShape 5">
              <a:extLst>
                <a:ext uri="{FF2B5EF4-FFF2-40B4-BE49-F238E27FC236}">
                  <a16:creationId xmlns:a16="http://schemas.microsoft.com/office/drawing/2014/main" id="{2B8AAD40-A808-4329-9B34-FA5ACF5D0B18}"/>
                </a:ext>
              </a:extLst>
            </p:cNvPr>
            <p:cNvSpPr>
              <a:spLocks noChangeAspect="1" noChangeArrowheads="1"/>
            </p:cNvSpPr>
            <p:nvPr/>
          </p:nvSpPr>
          <p:spPr bwMode="auto">
            <a:xfrm>
              <a:off x="1680" y="9630"/>
              <a:ext cx="5940" cy="2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cxnSp>
          <p:nvCxnSpPr>
            <p:cNvPr id="633863" name="AutoShape 6">
              <a:extLst>
                <a:ext uri="{FF2B5EF4-FFF2-40B4-BE49-F238E27FC236}">
                  <a16:creationId xmlns:a16="http://schemas.microsoft.com/office/drawing/2014/main" id="{3B621BCD-77B7-4497-8677-FA2B6EF4FB01}"/>
                </a:ext>
              </a:extLst>
            </p:cNvPr>
            <p:cNvCxnSpPr>
              <a:cxnSpLocks noChangeShapeType="1"/>
            </p:cNvCxnSpPr>
            <p:nvPr/>
          </p:nvCxnSpPr>
          <p:spPr bwMode="auto">
            <a:xfrm>
              <a:off x="3480" y="10812"/>
              <a:ext cx="36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33864" name="Freeform 7">
              <a:extLst>
                <a:ext uri="{FF2B5EF4-FFF2-40B4-BE49-F238E27FC236}">
                  <a16:creationId xmlns:a16="http://schemas.microsoft.com/office/drawing/2014/main" id="{09F036FC-87EE-4DF4-903C-564C9636D8C1}"/>
                </a:ext>
              </a:extLst>
            </p:cNvPr>
            <p:cNvSpPr>
              <a:spLocks/>
            </p:cNvSpPr>
            <p:nvPr/>
          </p:nvSpPr>
          <p:spPr bwMode="auto">
            <a:xfrm>
              <a:off x="5100" y="10410"/>
              <a:ext cx="1980" cy="1560"/>
            </a:xfrm>
            <a:custGeom>
              <a:avLst/>
              <a:gdLst>
                <a:gd name="T0" fmla="*/ 0 w 1980"/>
                <a:gd name="T1" fmla="*/ 0 h 1560"/>
                <a:gd name="T2" fmla="*/ 0 w 1980"/>
                <a:gd name="T3" fmla="*/ 1560 h 1560"/>
                <a:gd name="T4" fmla="*/ 1980 w 1980"/>
                <a:gd name="T5" fmla="*/ 1560 h 1560"/>
                <a:gd name="T6" fmla="*/ 1980 w 1980"/>
                <a:gd name="T7" fmla="*/ 0 h 1560"/>
                <a:gd name="T8" fmla="*/ 0 w 1980"/>
                <a:gd name="T9" fmla="*/ 0 h 15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0" h="1560">
                  <a:moveTo>
                    <a:pt x="0" y="0"/>
                  </a:moveTo>
                  <a:lnTo>
                    <a:pt x="0" y="1560"/>
                  </a:lnTo>
                  <a:lnTo>
                    <a:pt x="1980" y="1560"/>
                  </a:lnTo>
                  <a:lnTo>
                    <a:pt x="1980" y="0"/>
                  </a:lnTo>
                  <a:lnTo>
                    <a:pt x="0" y="0"/>
                  </a:lnTo>
                  <a:close/>
                </a:path>
              </a:pathLst>
            </a:custGeom>
            <a:noFill/>
            <a:ln w="9525" cap="flat">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cxnSp>
          <p:nvCxnSpPr>
            <p:cNvPr id="633865" name="AutoShape 8">
              <a:extLst>
                <a:ext uri="{FF2B5EF4-FFF2-40B4-BE49-F238E27FC236}">
                  <a16:creationId xmlns:a16="http://schemas.microsoft.com/office/drawing/2014/main" id="{4C528B04-BC8D-4151-9141-6450E843E321}"/>
                </a:ext>
              </a:extLst>
            </p:cNvPr>
            <p:cNvCxnSpPr>
              <a:cxnSpLocks noChangeShapeType="1"/>
            </p:cNvCxnSpPr>
            <p:nvPr/>
          </p:nvCxnSpPr>
          <p:spPr bwMode="auto">
            <a:xfrm>
              <a:off x="2939" y="10957"/>
              <a:ext cx="1" cy="468"/>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633866" name="AutoShape 9">
              <a:extLst>
                <a:ext uri="{FF2B5EF4-FFF2-40B4-BE49-F238E27FC236}">
                  <a16:creationId xmlns:a16="http://schemas.microsoft.com/office/drawing/2014/main" id="{EE407EFC-8729-4A52-B7A1-54D099BA2673}"/>
                </a:ext>
              </a:extLst>
            </p:cNvPr>
            <p:cNvSpPr>
              <a:spLocks noChangeArrowheads="1"/>
            </p:cNvSpPr>
            <p:nvPr/>
          </p:nvSpPr>
          <p:spPr bwMode="auto">
            <a:xfrm>
              <a:off x="5460" y="10645"/>
              <a:ext cx="1080" cy="312"/>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数据库</a:t>
              </a:r>
            </a:p>
            <a:p>
              <a:pPr fontAlgn="base">
                <a:spcBef>
                  <a:spcPct val="0"/>
                </a:spcBef>
                <a:spcAft>
                  <a:spcPct val="0"/>
                </a:spcAft>
              </a:pPr>
              <a:endParaRPr lang="en-US" altLang="zh-CN">
                <a:solidFill>
                  <a:srgbClr val="000000"/>
                </a:solidFill>
              </a:endParaRPr>
            </a:p>
          </p:txBody>
        </p:sp>
        <p:sp>
          <p:nvSpPr>
            <p:cNvPr id="633867" name="AutoShape 10">
              <a:extLst>
                <a:ext uri="{FF2B5EF4-FFF2-40B4-BE49-F238E27FC236}">
                  <a16:creationId xmlns:a16="http://schemas.microsoft.com/office/drawing/2014/main" id="{65AA9434-A183-49ED-B02A-6FCF085AAF4C}"/>
                </a:ext>
              </a:extLst>
            </p:cNvPr>
            <p:cNvSpPr>
              <a:spLocks noChangeArrowheads="1"/>
            </p:cNvSpPr>
            <p:nvPr/>
          </p:nvSpPr>
          <p:spPr bwMode="auto">
            <a:xfrm>
              <a:off x="5460" y="11346"/>
              <a:ext cx="1079" cy="312"/>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推理</a:t>
              </a:r>
            </a:p>
            <a:p>
              <a:pPr fontAlgn="base">
                <a:spcBef>
                  <a:spcPct val="0"/>
                </a:spcBef>
                <a:spcAft>
                  <a:spcPct val="0"/>
                </a:spcAft>
              </a:pPr>
              <a:endParaRPr lang="en-US" altLang="zh-CN">
                <a:solidFill>
                  <a:srgbClr val="000000"/>
                </a:solidFill>
              </a:endParaRPr>
            </a:p>
          </p:txBody>
        </p:sp>
        <p:cxnSp>
          <p:nvCxnSpPr>
            <p:cNvPr id="633868" name="AutoShape 11">
              <a:extLst>
                <a:ext uri="{FF2B5EF4-FFF2-40B4-BE49-F238E27FC236}">
                  <a16:creationId xmlns:a16="http://schemas.microsoft.com/office/drawing/2014/main" id="{615929EB-4EFB-48BB-B2D5-F4AB6E97EAE9}"/>
                </a:ext>
              </a:extLst>
            </p:cNvPr>
            <p:cNvCxnSpPr>
              <a:cxnSpLocks noChangeShapeType="1"/>
            </p:cNvCxnSpPr>
            <p:nvPr/>
          </p:nvCxnSpPr>
          <p:spPr bwMode="auto">
            <a:xfrm>
              <a:off x="5999" y="10878"/>
              <a:ext cx="1" cy="468"/>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633869" name="Freeform 12">
              <a:extLst>
                <a:ext uri="{FF2B5EF4-FFF2-40B4-BE49-F238E27FC236}">
                  <a16:creationId xmlns:a16="http://schemas.microsoft.com/office/drawing/2014/main" id="{C37224B2-1E8C-409B-B56F-89B3069C9B96}"/>
                </a:ext>
              </a:extLst>
            </p:cNvPr>
            <p:cNvSpPr>
              <a:spLocks/>
            </p:cNvSpPr>
            <p:nvPr/>
          </p:nvSpPr>
          <p:spPr bwMode="auto">
            <a:xfrm>
              <a:off x="2040" y="10410"/>
              <a:ext cx="1980" cy="1560"/>
            </a:xfrm>
            <a:custGeom>
              <a:avLst/>
              <a:gdLst>
                <a:gd name="T0" fmla="*/ 0 w 1980"/>
                <a:gd name="T1" fmla="*/ 0 h 1560"/>
                <a:gd name="T2" fmla="*/ 0 w 1980"/>
                <a:gd name="T3" fmla="*/ 1560 h 1560"/>
                <a:gd name="T4" fmla="*/ 1980 w 1980"/>
                <a:gd name="T5" fmla="*/ 1560 h 1560"/>
                <a:gd name="T6" fmla="*/ 1980 w 1980"/>
                <a:gd name="T7" fmla="*/ 0 h 1560"/>
                <a:gd name="T8" fmla="*/ 0 w 1980"/>
                <a:gd name="T9" fmla="*/ 0 h 15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0" h="1560">
                  <a:moveTo>
                    <a:pt x="0" y="0"/>
                  </a:moveTo>
                  <a:lnTo>
                    <a:pt x="0" y="1560"/>
                  </a:lnTo>
                  <a:lnTo>
                    <a:pt x="1980" y="1560"/>
                  </a:lnTo>
                  <a:lnTo>
                    <a:pt x="1980" y="0"/>
                  </a:lnTo>
                  <a:lnTo>
                    <a:pt x="0" y="0"/>
                  </a:lnTo>
                  <a:close/>
                </a:path>
              </a:pathLst>
            </a:custGeom>
            <a:noFill/>
            <a:ln w="9525" cap="flat">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cxnSp>
          <p:nvCxnSpPr>
            <p:cNvPr id="633870" name="AutoShape 13">
              <a:extLst>
                <a:ext uri="{FF2B5EF4-FFF2-40B4-BE49-F238E27FC236}">
                  <a16:creationId xmlns:a16="http://schemas.microsoft.com/office/drawing/2014/main" id="{8C49AD7C-516F-4315-9ED5-BCBA27BDF5D1}"/>
                </a:ext>
              </a:extLst>
            </p:cNvPr>
            <p:cNvCxnSpPr>
              <a:cxnSpLocks noChangeShapeType="1"/>
            </p:cNvCxnSpPr>
            <p:nvPr/>
          </p:nvCxnSpPr>
          <p:spPr bwMode="auto">
            <a:xfrm>
              <a:off x="6540" y="10787"/>
              <a:ext cx="36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33871" name="AutoShape 14">
              <a:extLst>
                <a:ext uri="{FF2B5EF4-FFF2-40B4-BE49-F238E27FC236}">
                  <a16:creationId xmlns:a16="http://schemas.microsoft.com/office/drawing/2014/main" id="{0A5C2B10-27C3-422E-B631-796CC8CC8C73}"/>
                </a:ext>
              </a:extLst>
            </p:cNvPr>
            <p:cNvCxnSpPr>
              <a:cxnSpLocks noChangeShapeType="1"/>
            </p:cNvCxnSpPr>
            <p:nvPr/>
          </p:nvCxnSpPr>
          <p:spPr bwMode="auto">
            <a:xfrm>
              <a:off x="5100" y="10797"/>
              <a:ext cx="36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33872" name="AutoShape 15">
              <a:extLst>
                <a:ext uri="{FF2B5EF4-FFF2-40B4-BE49-F238E27FC236}">
                  <a16:creationId xmlns:a16="http://schemas.microsoft.com/office/drawing/2014/main" id="{0477E998-F65D-4A1D-A7E9-1E23560A00DE}"/>
                </a:ext>
              </a:extLst>
            </p:cNvPr>
            <p:cNvCxnSpPr>
              <a:cxnSpLocks noChangeShapeType="1"/>
            </p:cNvCxnSpPr>
            <p:nvPr/>
          </p:nvCxnSpPr>
          <p:spPr bwMode="auto">
            <a:xfrm>
              <a:off x="4740" y="10782"/>
              <a:ext cx="36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33873" name="AutoShape 16">
              <a:extLst>
                <a:ext uri="{FF2B5EF4-FFF2-40B4-BE49-F238E27FC236}">
                  <a16:creationId xmlns:a16="http://schemas.microsoft.com/office/drawing/2014/main" id="{FEC81AFA-48EC-4FF4-8662-764CDED671EC}"/>
                </a:ext>
              </a:extLst>
            </p:cNvPr>
            <p:cNvCxnSpPr>
              <a:cxnSpLocks noChangeShapeType="1"/>
            </p:cNvCxnSpPr>
            <p:nvPr/>
          </p:nvCxnSpPr>
          <p:spPr bwMode="auto">
            <a:xfrm>
              <a:off x="4020" y="10801"/>
              <a:ext cx="36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33874" name="AutoShape 17">
              <a:extLst>
                <a:ext uri="{FF2B5EF4-FFF2-40B4-BE49-F238E27FC236}">
                  <a16:creationId xmlns:a16="http://schemas.microsoft.com/office/drawing/2014/main" id="{F4A68CC9-5E51-4724-9C77-9671F7EFA92F}"/>
                </a:ext>
              </a:extLst>
            </p:cNvPr>
            <p:cNvSpPr>
              <a:spLocks noChangeArrowheads="1"/>
            </p:cNvSpPr>
            <p:nvPr/>
          </p:nvSpPr>
          <p:spPr bwMode="auto">
            <a:xfrm>
              <a:off x="2400" y="10645"/>
              <a:ext cx="1080" cy="312"/>
            </a:xfrm>
            <a:prstGeom prst="flowChartProcess">
              <a:avLst/>
            </a:prstGeom>
            <a:solidFill>
              <a:srgbClr val="FFFFFF"/>
            </a:solidFill>
            <a:ln w="9525">
              <a:solidFill>
                <a:srgbClr val="000000"/>
              </a:solidFill>
              <a:miter lim="800000"/>
              <a:headEnd/>
              <a:tailEnd/>
            </a:ln>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数据库</a:t>
              </a:r>
              <a:endParaRPr lang="zh-CN" altLang="en-US">
                <a:solidFill>
                  <a:srgbClr val="000000"/>
                </a:solidFill>
              </a:endParaRPr>
            </a:p>
          </p:txBody>
        </p:sp>
        <p:sp>
          <p:nvSpPr>
            <p:cNvPr id="633875" name="AutoShape 18">
              <a:extLst>
                <a:ext uri="{FF2B5EF4-FFF2-40B4-BE49-F238E27FC236}">
                  <a16:creationId xmlns:a16="http://schemas.microsoft.com/office/drawing/2014/main" id="{FC507CA4-1665-4CDF-AA76-0901E0B258E0}"/>
                </a:ext>
              </a:extLst>
            </p:cNvPr>
            <p:cNvSpPr>
              <a:spLocks noChangeArrowheads="1"/>
            </p:cNvSpPr>
            <p:nvPr/>
          </p:nvSpPr>
          <p:spPr bwMode="auto">
            <a:xfrm>
              <a:off x="2401" y="11425"/>
              <a:ext cx="1079" cy="312"/>
            </a:xfrm>
            <a:prstGeom prst="flowChartProcess">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t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a:solidFill>
                    <a:srgbClr val="000000"/>
                  </a:solidFill>
                  <a:latin typeface="Times New Roman" panose="02020603050405020304" pitchFamily="18" charset="0"/>
                </a:rPr>
                <a:t>推理</a:t>
              </a:r>
              <a:endParaRPr lang="zh-CN" altLang="en-US">
                <a:solidFill>
                  <a:srgbClr val="000000"/>
                </a:solidFill>
              </a:endParaRPr>
            </a:p>
          </p:txBody>
        </p:sp>
        <p:cxnSp>
          <p:nvCxnSpPr>
            <p:cNvPr id="633876" name="AutoShape 19">
              <a:extLst>
                <a:ext uri="{FF2B5EF4-FFF2-40B4-BE49-F238E27FC236}">
                  <a16:creationId xmlns:a16="http://schemas.microsoft.com/office/drawing/2014/main" id="{5A7484D5-CCFC-4044-9AD8-5567D41F890E}"/>
                </a:ext>
              </a:extLst>
            </p:cNvPr>
            <p:cNvCxnSpPr>
              <a:cxnSpLocks noChangeShapeType="1"/>
            </p:cNvCxnSpPr>
            <p:nvPr/>
          </p:nvCxnSpPr>
          <p:spPr bwMode="auto">
            <a:xfrm>
              <a:off x="2040" y="10803"/>
              <a:ext cx="36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33877" name="AutoShape 20">
              <a:extLst>
                <a:ext uri="{FF2B5EF4-FFF2-40B4-BE49-F238E27FC236}">
                  <a16:creationId xmlns:a16="http://schemas.microsoft.com/office/drawing/2014/main" id="{F96227C9-E736-4D5B-981E-1A75696FB11B}"/>
                </a:ext>
              </a:extLst>
            </p:cNvPr>
            <p:cNvCxnSpPr>
              <a:cxnSpLocks noChangeShapeType="1"/>
            </p:cNvCxnSpPr>
            <p:nvPr/>
          </p:nvCxnSpPr>
          <p:spPr bwMode="auto">
            <a:xfrm>
              <a:off x="1680" y="10800"/>
              <a:ext cx="36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33878" name="Line 21">
              <a:extLst>
                <a:ext uri="{FF2B5EF4-FFF2-40B4-BE49-F238E27FC236}">
                  <a16:creationId xmlns:a16="http://schemas.microsoft.com/office/drawing/2014/main" id="{8DA43EF1-4502-4F63-87B3-E7369E0310AB}"/>
                </a:ext>
              </a:extLst>
            </p:cNvPr>
            <p:cNvSpPr>
              <a:spLocks noChangeShapeType="1"/>
            </p:cNvSpPr>
            <p:nvPr/>
          </p:nvSpPr>
          <p:spPr bwMode="auto">
            <a:xfrm>
              <a:off x="2940" y="10098"/>
              <a:ext cx="1" cy="49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33879" name="Line 22">
              <a:extLst>
                <a:ext uri="{FF2B5EF4-FFF2-40B4-BE49-F238E27FC236}">
                  <a16:creationId xmlns:a16="http://schemas.microsoft.com/office/drawing/2014/main" id="{F7E79A70-1578-4F12-9457-52415360B9EF}"/>
                </a:ext>
              </a:extLst>
            </p:cNvPr>
            <p:cNvSpPr>
              <a:spLocks noChangeShapeType="1"/>
            </p:cNvSpPr>
            <p:nvPr/>
          </p:nvSpPr>
          <p:spPr bwMode="auto">
            <a:xfrm>
              <a:off x="2940" y="10098"/>
              <a:ext cx="30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33880" name="Line 23">
              <a:extLst>
                <a:ext uri="{FF2B5EF4-FFF2-40B4-BE49-F238E27FC236}">
                  <a16:creationId xmlns:a16="http://schemas.microsoft.com/office/drawing/2014/main" id="{EEC5189F-FB99-4D96-BE9C-19A21D4903B4}"/>
                </a:ext>
              </a:extLst>
            </p:cNvPr>
            <p:cNvSpPr>
              <a:spLocks noChangeShapeType="1"/>
            </p:cNvSpPr>
            <p:nvPr/>
          </p:nvSpPr>
          <p:spPr bwMode="auto">
            <a:xfrm>
              <a:off x="6000" y="10098"/>
              <a:ext cx="1" cy="49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33881" name="Text Box 24">
              <a:extLst>
                <a:ext uri="{FF2B5EF4-FFF2-40B4-BE49-F238E27FC236}">
                  <a16:creationId xmlns:a16="http://schemas.microsoft.com/office/drawing/2014/main" id="{EC9D3E2B-A58C-4908-8BB0-BA45D4DE26DA}"/>
                </a:ext>
              </a:extLst>
            </p:cNvPr>
            <p:cNvSpPr txBox="1">
              <a:spLocks noChangeArrowheads="1"/>
            </p:cNvSpPr>
            <p:nvPr/>
          </p:nvSpPr>
          <p:spPr bwMode="auto">
            <a:xfrm>
              <a:off x="4020" y="10803"/>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行为</a:t>
              </a:r>
              <a:endParaRPr lang="zh-CN" altLang="en-US">
                <a:solidFill>
                  <a:srgbClr val="000000"/>
                </a:solidFill>
              </a:endParaRPr>
            </a:p>
          </p:txBody>
        </p:sp>
        <p:sp>
          <p:nvSpPr>
            <p:cNvPr id="633882" name="Text Box 25">
              <a:extLst>
                <a:ext uri="{FF2B5EF4-FFF2-40B4-BE49-F238E27FC236}">
                  <a16:creationId xmlns:a16="http://schemas.microsoft.com/office/drawing/2014/main" id="{6FAA0882-4929-4EDD-A9A5-79572B03D030}"/>
                </a:ext>
              </a:extLst>
            </p:cNvPr>
            <p:cNvSpPr txBox="1">
              <a:spLocks noChangeArrowheads="1"/>
            </p:cNvSpPr>
            <p:nvPr/>
          </p:nvSpPr>
          <p:spPr bwMode="auto">
            <a:xfrm>
              <a:off x="4725" y="10803"/>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感知</a:t>
              </a:r>
              <a:endParaRPr lang="zh-CN" altLang="en-US">
                <a:solidFill>
                  <a:srgbClr val="000000"/>
                </a:solidFill>
              </a:endParaRPr>
            </a:p>
          </p:txBody>
        </p:sp>
        <p:cxnSp>
          <p:nvCxnSpPr>
            <p:cNvPr id="633883" name="AutoShape 26">
              <a:extLst>
                <a:ext uri="{FF2B5EF4-FFF2-40B4-BE49-F238E27FC236}">
                  <a16:creationId xmlns:a16="http://schemas.microsoft.com/office/drawing/2014/main" id="{287B436F-4290-4181-B2D3-E3C240FEACA6}"/>
                </a:ext>
              </a:extLst>
            </p:cNvPr>
            <p:cNvCxnSpPr>
              <a:cxnSpLocks noChangeShapeType="1"/>
            </p:cNvCxnSpPr>
            <p:nvPr/>
          </p:nvCxnSpPr>
          <p:spPr bwMode="auto">
            <a:xfrm>
              <a:off x="7072" y="10782"/>
              <a:ext cx="36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33884" name="Text Box 27">
              <a:extLst>
                <a:ext uri="{FF2B5EF4-FFF2-40B4-BE49-F238E27FC236}">
                  <a16:creationId xmlns:a16="http://schemas.microsoft.com/office/drawing/2014/main" id="{F3FC6F51-ED0C-4F74-BE40-E5643E9ACEC7}"/>
                </a:ext>
              </a:extLst>
            </p:cNvPr>
            <p:cNvSpPr txBox="1">
              <a:spLocks noChangeArrowheads="1"/>
            </p:cNvSpPr>
            <p:nvPr/>
          </p:nvSpPr>
          <p:spPr bwMode="auto">
            <a:xfrm>
              <a:off x="7080" y="10489"/>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行为</a:t>
              </a:r>
              <a:endParaRPr lang="zh-CN" altLang="en-US">
                <a:solidFill>
                  <a:srgbClr val="000000"/>
                </a:solidFill>
              </a:endParaRPr>
            </a:p>
          </p:txBody>
        </p:sp>
        <p:sp>
          <p:nvSpPr>
            <p:cNvPr id="633885" name="Text Box 28">
              <a:extLst>
                <a:ext uri="{FF2B5EF4-FFF2-40B4-BE49-F238E27FC236}">
                  <a16:creationId xmlns:a16="http://schemas.microsoft.com/office/drawing/2014/main" id="{1EB2ED45-C5AB-49DD-AEF5-1C8C4A5A7B2C}"/>
                </a:ext>
              </a:extLst>
            </p:cNvPr>
            <p:cNvSpPr txBox="1">
              <a:spLocks noChangeArrowheads="1"/>
            </p:cNvSpPr>
            <p:nvPr/>
          </p:nvSpPr>
          <p:spPr bwMode="auto">
            <a:xfrm>
              <a:off x="3300" y="9786"/>
              <a:ext cx="198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通信界面</a:t>
              </a:r>
              <a:r>
                <a:rPr lang="en-US" altLang="zh-CN">
                  <a:solidFill>
                    <a:srgbClr val="000000"/>
                  </a:solidFill>
                  <a:latin typeface="Times New Roman" panose="02020603050405020304" pitchFamily="18" charset="0"/>
                </a:rPr>
                <a:t>Tell</a:t>
              </a:r>
              <a:r>
                <a:rPr lang="zh-CN" altLang="en-US">
                  <a:solidFill>
                    <a:srgbClr val="000000"/>
                  </a:solidFill>
                  <a:latin typeface="Times New Roman" panose="02020603050405020304" pitchFamily="18" charset="0"/>
                </a:rPr>
                <a:t>和</a:t>
              </a:r>
              <a:r>
                <a:rPr lang="en-US" altLang="zh-CN">
                  <a:solidFill>
                    <a:srgbClr val="000000"/>
                  </a:solidFill>
                  <a:latin typeface="Times New Roman" panose="02020603050405020304" pitchFamily="18" charset="0"/>
                </a:rPr>
                <a:t>Ask</a:t>
              </a:r>
              <a:r>
                <a:rPr lang="zh-CN" altLang="en-US">
                  <a:solidFill>
                    <a:srgbClr val="000000"/>
                  </a:solidFill>
                  <a:latin typeface="Times New Roman" panose="02020603050405020304" pitchFamily="18" charset="0"/>
                </a:rPr>
                <a:t>通信</a:t>
              </a:r>
              <a:endParaRPr lang="zh-CN" altLang="en-US">
                <a:solidFill>
                  <a:srgbClr val="000000"/>
                </a:solidFill>
              </a:endParaRPr>
            </a:p>
          </p:txBody>
        </p:sp>
        <p:cxnSp>
          <p:nvCxnSpPr>
            <p:cNvPr id="633886" name="AutoShape 29">
              <a:extLst>
                <a:ext uri="{FF2B5EF4-FFF2-40B4-BE49-F238E27FC236}">
                  <a16:creationId xmlns:a16="http://schemas.microsoft.com/office/drawing/2014/main" id="{B0CEB587-81D4-4B75-9C89-01ED13E33BCC}"/>
                </a:ext>
              </a:extLst>
            </p:cNvPr>
            <p:cNvCxnSpPr>
              <a:cxnSpLocks noChangeShapeType="1"/>
            </p:cNvCxnSpPr>
            <p:nvPr/>
          </p:nvCxnSpPr>
          <p:spPr bwMode="auto">
            <a:xfrm rot="5400000" flipV="1">
              <a:off x="4522" y="10430"/>
              <a:ext cx="1" cy="705"/>
            </a:xfrm>
            <a:prstGeom prst="curvedConnector3">
              <a:avLst>
                <a:gd name="adj1" fmla="val -22200000"/>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633887" name="Text Box 30">
              <a:extLst>
                <a:ext uri="{FF2B5EF4-FFF2-40B4-BE49-F238E27FC236}">
                  <a16:creationId xmlns:a16="http://schemas.microsoft.com/office/drawing/2014/main" id="{83AB0154-9501-41C8-9453-2564B6F1D1DA}"/>
                </a:ext>
              </a:extLst>
            </p:cNvPr>
            <p:cNvSpPr txBox="1">
              <a:spLocks noChangeArrowheads="1"/>
            </p:cNvSpPr>
            <p:nvPr/>
          </p:nvSpPr>
          <p:spPr bwMode="auto">
            <a:xfrm>
              <a:off x="4335" y="10314"/>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zh-CN" altLang="en-US">
                  <a:solidFill>
                    <a:srgbClr val="000000"/>
                  </a:solidFill>
                  <a:latin typeface="Times New Roman" panose="02020603050405020304" pitchFamily="18" charset="0"/>
                </a:rPr>
                <a:t>语言</a:t>
              </a:r>
              <a:endParaRPr lang="zh-CN" altLang="en-US">
                <a:solidFill>
                  <a:srgbClr val="000000"/>
                </a:solidFill>
              </a:endParaRPr>
            </a:p>
          </p:txBody>
        </p:sp>
        <p:sp>
          <p:nvSpPr>
            <p:cNvPr id="633888" name="Text Box 31">
              <a:extLst>
                <a:ext uri="{FF2B5EF4-FFF2-40B4-BE49-F238E27FC236}">
                  <a16:creationId xmlns:a16="http://schemas.microsoft.com/office/drawing/2014/main" id="{E2004353-95FE-48A9-8FA0-48DE7525EC82}"/>
                </a:ext>
              </a:extLst>
            </p:cNvPr>
            <p:cNvSpPr txBox="1">
              <a:spLocks noChangeArrowheads="1"/>
            </p:cNvSpPr>
            <p:nvPr/>
          </p:nvSpPr>
          <p:spPr bwMode="auto">
            <a:xfrm>
              <a:off x="3660" y="10410"/>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en-US" altLang="zh-CN">
                  <a:solidFill>
                    <a:srgbClr val="FF0000"/>
                  </a:solidFill>
                  <a:latin typeface="Times New Roman" panose="02020603050405020304" pitchFamily="18" charset="0"/>
                </a:rPr>
                <a:t>A</a:t>
              </a:r>
              <a:endParaRPr lang="en-US" altLang="zh-CN">
                <a:solidFill>
                  <a:srgbClr val="FF0000"/>
                </a:solidFill>
              </a:endParaRPr>
            </a:p>
          </p:txBody>
        </p:sp>
        <p:sp>
          <p:nvSpPr>
            <p:cNvPr id="633889" name="Text Box 32">
              <a:extLst>
                <a:ext uri="{FF2B5EF4-FFF2-40B4-BE49-F238E27FC236}">
                  <a16:creationId xmlns:a16="http://schemas.microsoft.com/office/drawing/2014/main" id="{CF5180FE-DC36-4390-8153-2EAD4FCB8565}"/>
                </a:ext>
              </a:extLst>
            </p:cNvPr>
            <p:cNvSpPr txBox="1">
              <a:spLocks noChangeArrowheads="1"/>
            </p:cNvSpPr>
            <p:nvPr/>
          </p:nvSpPr>
          <p:spPr bwMode="auto">
            <a:xfrm>
              <a:off x="6720" y="10410"/>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0"/>
                </a:spcBef>
                <a:spcAft>
                  <a:spcPct val="0"/>
                </a:spcAft>
              </a:pPr>
              <a:r>
                <a:rPr lang="en-US" altLang="zh-CN">
                  <a:solidFill>
                    <a:srgbClr val="FF0000"/>
                  </a:solidFill>
                  <a:latin typeface="Times New Roman" panose="02020603050405020304" pitchFamily="18" charset="0"/>
                </a:rPr>
                <a:t>B</a:t>
              </a:r>
              <a:endParaRPr lang="en-US" altLang="zh-CN">
                <a:solidFill>
                  <a:srgbClr val="FF0000"/>
                </a:solidFill>
              </a:endParaRPr>
            </a:p>
          </p:txBody>
        </p:sp>
      </p:gr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31A45906-8AFD-4F52-89EF-15DCDE8EBA37}"/>
              </a:ext>
            </a:extLst>
          </p:cNvPr>
          <p:cNvSpPr>
            <a:spLocks noGrp="1"/>
          </p:cNvSpPr>
          <p:nvPr>
            <p:ph type="sldNum" sz="quarter" idx="10"/>
          </p:nvPr>
        </p:nvSpPr>
        <p:spPr/>
        <p:txBody>
          <a:bodyPr/>
          <a:lstStyle/>
          <a:p>
            <a:pPr fontAlgn="base">
              <a:spcBef>
                <a:spcPct val="0"/>
              </a:spcBef>
              <a:spcAft>
                <a:spcPct val="0"/>
              </a:spcAft>
              <a:defRPr/>
            </a:pPr>
            <a:fld id="{E56912B9-D2A0-402A-AA7E-280904DDB072}" type="slidenum">
              <a:rPr lang="ja-JP" altLang="en-US">
                <a:latin typeface="Arial"/>
              </a:rPr>
              <a:pPr fontAlgn="base">
                <a:spcBef>
                  <a:spcPct val="0"/>
                </a:spcBef>
                <a:spcAft>
                  <a:spcPct val="0"/>
                </a:spcAft>
                <a:defRPr/>
              </a:pPr>
              <a:t>22</a:t>
            </a:fld>
            <a:endParaRPr lang="en-US" altLang="ja-JP">
              <a:latin typeface="Arial"/>
            </a:endParaRPr>
          </a:p>
        </p:txBody>
      </p:sp>
      <p:sp>
        <p:nvSpPr>
          <p:cNvPr id="634883" name="Rectangle 2">
            <a:extLst>
              <a:ext uri="{FF2B5EF4-FFF2-40B4-BE49-F238E27FC236}">
                <a16:creationId xmlns:a16="http://schemas.microsoft.com/office/drawing/2014/main" id="{EFC70F1A-C7FA-4495-A0C6-D5AEFB64E6A8}"/>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11.3.2  Agent</a:t>
            </a:r>
            <a:r>
              <a:rPr lang="zh-CN" altLang="en-US" sz="4200" dirty="0">
                <a:solidFill>
                  <a:srgbClr val="FFFFFF"/>
                </a:solidFill>
                <a:latin typeface="Times New Roman" panose="02020603050405020304" pitchFamily="18" charset="0"/>
                <a:ea typeface="黑体" panose="02010609060101010101" pitchFamily="49" charset="-122"/>
              </a:rPr>
              <a:t>通信的方式</a:t>
            </a:r>
          </a:p>
        </p:txBody>
      </p:sp>
      <p:sp>
        <p:nvSpPr>
          <p:cNvPr id="634884" name="Rectangle 3">
            <a:extLst>
              <a:ext uri="{FF2B5EF4-FFF2-40B4-BE49-F238E27FC236}">
                <a16:creationId xmlns:a16="http://schemas.microsoft.com/office/drawing/2014/main" id="{3743984A-03CF-4ED1-A4B3-259DD4FB1515}"/>
              </a:ext>
            </a:extLst>
          </p:cNvPr>
          <p:cNvSpPr>
            <a:spLocks noChangeArrowheads="1"/>
          </p:cNvSpPr>
          <p:nvPr/>
        </p:nvSpPr>
        <p:spPr bwMode="auto">
          <a:xfrm>
            <a:off x="1828800" y="914400"/>
            <a:ext cx="84582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Aft>
                <a:spcPct val="0"/>
              </a:spcAft>
              <a:buClr>
                <a:srgbClr val="CC0000"/>
              </a:buClr>
              <a:buNone/>
            </a:pPr>
            <a:r>
              <a:rPr lang="en-US" altLang="zh-CN" b="1">
                <a:solidFill>
                  <a:srgbClr val="000000"/>
                </a:solidFill>
              </a:rPr>
              <a:t>1. </a:t>
            </a:r>
            <a:r>
              <a:rPr lang="zh-CN" altLang="en-US" b="1">
                <a:solidFill>
                  <a:srgbClr val="000000"/>
                </a:solidFill>
              </a:rPr>
              <a:t>黑板系统</a:t>
            </a:r>
            <a:r>
              <a:rPr lang="zh-CN" altLang="en-US">
                <a:solidFill>
                  <a:srgbClr val="000000"/>
                </a:solidFill>
              </a:rPr>
              <a:t> </a:t>
            </a:r>
            <a:endParaRPr lang="zh-CN" altLang="en-US" b="1">
              <a:solidFill>
                <a:srgbClr val="000000"/>
              </a:solidFill>
              <a:latin typeface="Times New Roman" panose="02020603050405020304" pitchFamily="18" charset="0"/>
            </a:endParaRPr>
          </a:p>
          <a:p>
            <a:pPr algn="just" fontAlgn="base">
              <a:spcAft>
                <a:spcPct val="0"/>
              </a:spcAft>
              <a:buClr>
                <a:srgbClr val="CC0000"/>
              </a:buClr>
              <a:buNone/>
            </a:pPr>
            <a:endParaRPr lang="en-US" altLang="zh-CN" b="1">
              <a:solidFill>
                <a:srgbClr val="000000"/>
              </a:solidFill>
              <a:latin typeface="Times New Roman" panose="02020603050405020304" pitchFamily="18" charset="0"/>
            </a:endParaRPr>
          </a:p>
        </p:txBody>
      </p:sp>
      <p:sp>
        <p:nvSpPr>
          <p:cNvPr id="792580" name="Rectangle 4">
            <a:extLst>
              <a:ext uri="{FF2B5EF4-FFF2-40B4-BE49-F238E27FC236}">
                <a16:creationId xmlns:a16="http://schemas.microsoft.com/office/drawing/2014/main" id="{5D856DC0-AF94-4EFC-8AF0-CA9FF9E2E5C1}"/>
              </a:ext>
            </a:extLst>
          </p:cNvPr>
          <p:cNvSpPr>
            <a:spLocks noChangeArrowheads="1"/>
          </p:cNvSpPr>
          <p:nvPr/>
        </p:nvSpPr>
        <p:spPr bwMode="auto">
          <a:xfrm>
            <a:off x="1752600" y="1676400"/>
            <a:ext cx="8763000" cy="45720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pPr>
            <a:r>
              <a:rPr lang="zh-CN" altLang="en-US" b="1">
                <a:solidFill>
                  <a:srgbClr val="000000"/>
                </a:solidFill>
              </a:rPr>
              <a:t>黑板系统的模型有三个主要组成部分：</a:t>
            </a:r>
          </a:p>
          <a:p>
            <a:pPr fontAlgn="base">
              <a:spcAft>
                <a:spcPct val="0"/>
              </a:spcAft>
              <a:buClr>
                <a:srgbClr val="CC0000"/>
              </a:buClr>
            </a:pPr>
            <a:r>
              <a:rPr lang="zh-CN" altLang="en-US" b="1">
                <a:solidFill>
                  <a:srgbClr val="0000FF"/>
                </a:solidFill>
              </a:rPr>
              <a:t>① 知识源，即</a:t>
            </a:r>
            <a:r>
              <a:rPr lang="en-US" altLang="zh-CN" b="1">
                <a:solidFill>
                  <a:srgbClr val="0000FF"/>
                </a:solidFill>
              </a:rPr>
              <a:t>Agent</a:t>
            </a:r>
            <a:r>
              <a:rPr lang="zh-CN" altLang="en-US" b="1">
                <a:solidFill>
                  <a:srgbClr val="000000"/>
                </a:solidFill>
              </a:rPr>
              <a:t>，是作为求解问题的独立单元，具有不同的专门知识，独立完成特定的任务。</a:t>
            </a:r>
          </a:p>
          <a:p>
            <a:pPr fontAlgn="base">
              <a:spcAft>
                <a:spcPct val="0"/>
              </a:spcAft>
              <a:buClr>
                <a:srgbClr val="CC0000"/>
              </a:buClr>
            </a:pPr>
            <a:r>
              <a:rPr lang="zh-CN" altLang="en-US" b="1">
                <a:solidFill>
                  <a:srgbClr val="0000FF"/>
                </a:solidFill>
              </a:rPr>
              <a:t>② 黑板，即公共工作区</a:t>
            </a:r>
            <a:r>
              <a:rPr lang="zh-CN" altLang="en-US" b="1">
                <a:solidFill>
                  <a:srgbClr val="000000"/>
                </a:solidFill>
              </a:rPr>
              <a:t>，为知识源提供信息和数据，同时，供知识源进行修改。</a:t>
            </a:r>
            <a:r>
              <a:rPr lang="zh-CN" altLang="en-US">
                <a:solidFill>
                  <a:srgbClr val="000000"/>
                </a:solidFill>
              </a:rPr>
              <a:t> </a:t>
            </a:r>
          </a:p>
          <a:p>
            <a:pPr fontAlgn="base">
              <a:spcAft>
                <a:spcPct val="0"/>
              </a:spcAft>
              <a:buClr>
                <a:srgbClr val="CC0000"/>
              </a:buClr>
            </a:pPr>
            <a:r>
              <a:rPr lang="zh-CN" altLang="en-US" b="1">
                <a:solidFill>
                  <a:srgbClr val="0000FF"/>
                </a:solidFill>
              </a:rPr>
              <a:t>③ </a:t>
            </a:r>
            <a:r>
              <a:rPr lang="zh-CN" altLang="en-US">
                <a:solidFill>
                  <a:srgbClr val="0000FF"/>
                </a:solidFill>
              </a:rPr>
              <a:t>监控机制。</a:t>
            </a:r>
            <a:r>
              <a:rPr lang="zh-CN" altLang="en-US">
                <a:solidFill>
                  <a:srgbClr val="000000"/>
                </a:solidFill>
              </a:rPr>
              <a:t>根据黑板当前的问题求解状态，以及各知识源的不同求解能力，对其进行监控，使之能适时相应黑板变化，及时进行问题求解。</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92580">
                                            <p:txEl>
                                              <p:pRg st="0" end="0"/>
                                            </p:txEl>
                                          </p:spTgt>
                                        </p:tgtEl>
                                        <p:attrNameLst>
                                          <p:attrName>style.visibility</p:attrName>
                                        </p:attrNameLst>
                                      </p:cBhvr>
                                      <p:to>
                                        <p:strVal val="visible"/>
                                      </p:to>
                                    </p:set>
                                    <p:anim calcmode="lin" valueType="num">
                                      <p:cBhvr additive="base">
                                        <p:cTn id="7" dur="500" fill="hold"/>
                                        <p:tgtEl>
                                          <p:spTgt spid="79258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9258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92580">
                                            <p:txEl>
                                              <p:pRg st="1" end="1"/>
                                            </p:txEl>
                                          </p:spTgt>
                                        </p:tgtEl>
                                        <p:attrNameLst>
                                          <p:attrName>style.visibility</p:attrName>
                                        </p:attrNameLst>
                                      </p:cBhvr>
                                      <p:to>
                                        <p:strVal val="visible"/>
                                      </p:to>
                                    </p:set>
                                    <p:anim calcmode="lin" valueType="num">
                                      <p:cBhvr additive="base">
                                        <p:cTn id="13" dur="500" fill="hold"/>
                                        <p:tgtEl>
                                          <p:spTgt spid="79258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9258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nodeType="after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92580">
                                            <p:txEl>
                                              <p:pRg st="2" end="2"/>
                                            </p:txEl>
                                          </p:spTgt>
                                        </p:tgtEl>
                                        <p:attrNameLst>
                                          <p:attrName>style.visibility</p:attrName>
                                        </p:attrNameLst>
                                      </p:cBhvr>
                                      <p:to>
                                        <p:strVal val="visible"/>
                                      </p:to>
                                    </p:set>
                                    <p:anim calcmode="lin" valueType="num">
                                      <p:cBhvr additive="base">
                                        <p:cTn id="19" dur="500" fill="hold"/>
                                        <p:tgtEl>
                                          <p:spTgt spid="79258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9258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92580">
                                            <p:txEl>
                                              <p:pRg st="3" end="3"/>
                                            </p:txEl>
                                          </p:spTgt>
                                        </p:tgtEl>
                                        <p:attrNameLst>
                                          <p:attrName>style.visibility</p:attrName>
                                        </p:attrNameLst>
                                      </p:cBhvr>
                                      <p:to>
                                        <p:strVal val="visible"/>
                                      </p:to>
                                    </p:set>
                                    <p:anim calcmode="lin" valueType="num">
                                      <p:cBhvr additive="base">
                                        <p:cTn id="25" dur="500" fill="hold"/>
                                        <p:tgtEl>
                                          <p:spTgt spid="792580">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92580">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2580"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64FCF4A8-E6B2-49F2-BB84-6B5FAEB1D0AB}"/>
              </a:ext>
            </a:extLst>
          </p:cNvPr>
          <p:cNvSpPr>
            <a:spLocks noGrp="1"/>
          </p:cNvSpPr>
          <p:nvPr>
            <p:ph type="sldNum" sz="quarter" idx="10"/>
          </p:nvPr>
        </p:nvSpPr>
        <p:spPr/>
        <p:txBody>
          <a:bodyPr/>
          <a:lstStyle/>
          <a:p>
            <a:pPr fontAlgn="base">
              <a:spcBef>
                <a:spcPct val="0"/>
              </a:spcBef>
              <a:spcAft>
                <a:spcPct val="0"/>
              </a:spcAft>
              <a:defRPr/>
            </a:pPr>
            <a:fld id="{DFB73F17-6A97-4E17-9C1F-E7F3175CDBF8}" type="slidenum">
              <a:rPr lang="ja-JP" altLang="en-US">
                <a:latin typeface="Arial"/>
              </a:rPr>
              <a:pPr fontAlgn="base">
                <a:spcBef>
                  <a:spcPct val="0"/>
                </a:spcBef>
                <a:spcAft>
                  <a:spcPct val="0"/>
                </a:spcAft>
                <a:defRPr/>
              </a:pPr>
              <a:t>23</a:t>
            </a:fld>
            <a:endParaRPr lang="en-US" altLang="ja-JP">
              <a:latin typeface="Arial"/>
            </a:endParaRPr>
          </a:p>
        </p:txBody>
      </p:sp>
      <p:sp>
        <p:nvSpPr>
          <p:cNvPr id="635907" name="Rectangle 2">
            <a:extLst>
              <a:ext uri="{FF2B5EF4-FFF2-40B4-BE49-F238E27FC236}">
                <a16:creationId xmlns:a16="http://schemas.microsoft.com/office/drawing/2014/main" id="{144F164A-DA8B-4EF6-B3CB-FDDAE198FA13}"/>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11.3.2  Agent</a:t>
            </a:r>
            <a:r>
              <a:rPr lang="zh-CN" altLang="en-US" sz="4200" dirty="0">
                <a:solidFill>
                  <a:srgbClr val="FFFFFF"/>
                </a:solidFill>
                <a:latin typeface="Times New Roman" panose="02020603050405020304" pitchFamily="18" charset="0"/>
                <a:ea typeface="黑体" panose="02010609060101010101" pitchFamily="49" charset="-122"/>
              </a:rPr>
              <a:t>通信的方式</a:t>
            </a:r>
          </a:p>
        </p:txBody>
      </p:sp>
      <p:sp>
        <p:nvSpPr>
          <p:cNvPr id="635908" name="Rectangle 3">
            <a:extLst>
              <a:ext uri="{FF2B5EF4-FFF2-40B4-BE49-F238E27FC236}">
                <a16:creationId xmlns:a16="http://schemas.microsoft.com/office/drawing/2014/main" id="{E3A05344-89BD-4F14-8D5B-0239BAE6CFE3}"/>
              </a:ext>
            </a:extLst>
          </p:cNvPr>
          <p:cNvSpPr>
            <a:spLocks noChangeArrowheads="1"/>
          </p:cNvSpPr>
          <p:nvPr/>
        </p:nvSpPr>
        <p:spPr bwMode="auto">
          <a:xfrm>
            <a:off x="1828800" y="914400"/>
            <a:ext cx="84582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Aft>
                <a:spcPct val="0"/>
              </a:spcAft>
              <a:buClr>
                <a:srgbClr val="CC0000"/>
              </a:buClr>
              <a:buNone/>
            </a:pPr>
            <a:r>
              <a:rPr lang="en-US" altLang="zh-CN" b="1">
                <a:solidFill>
                  <a:srgbClr val="000000"/>
                </a:solidFill>
              </a:rPr>
              <a:t>2. </a:t>
            </a:r>
            <a:r>
              <a:rPr lang="zh-CN" altLang="en-US" b="1">
                <a:solidFill>
                  <a:srgbClr val="000000"/>
                </a:solidFill>
              </a:rPr>
              <a:t>消息</a:t>
            </a:r>
            <a:r>
              <a:rPr lang="en-US" altLang="zh-CN" b="1">
                <a:solidFill>
                  <a:srgbClr val="000000"/>
                </a:solidFill>
              </a:rPr>
              <a:t>/</a:t>
            </a:r>
            <a:r>
              <a:rPr lang="zh-CN" altLang="en-US" b="1">
                <a:solidFill>
                  <a:srgbClr val="000000"/>
                </a:solidFill>
              </a:rPr>
              <a:t>对话系统</a:t>
            </a:r>
            <a:r>
              <a:rPr lang="zh-CN" altLang="en-US">
                <a:solidFill>
                  <a:srgbClr val="000000"/>
                </a:solidFill>
              </a:rPr>
              <a:t> </a:t>
            </a:r>
            <a:endParaRPr lang="zh-CN" altLang="en-US" b="1">
              <a:solidFill>
                <a:srgbClr val="000000"/>
              </a:solidFill>
              <a:latin typeface="Times New Roman" panose="02020603050405020304" pitchFamily="18" charset="0"/>
            </a:endParaRPr>
          </a:p>
          <a:p>
            <a:pPr algn="just" fontAlgn="base">
              <a:spcAft>
                <a:spcPct val="0"/>
              </a:spcAft>
              <a:buClr>
                <a:srgbClr val="CC0000"/>
              </a:buClr>
              <a:buNone/>
            </a:pPr>
            <a:endParaRPr lang="en-US" altLang="zh-CN" b="1">
              <a:solidFill>
                <a:srgbClr val="000000"/>
              </a:solidFill>
              <a:latin typeface="Times New Roman" panose="02020603050405020304" pitchFamily="18" charset="0"/>
            </a:endParaRPr>
          </a:p>
        </p:txBody>
      </p:sp>
      <p:sp>
        <p:nvSpPr>
          <p:cNvPr id="793604" name="Rectangle 4">
            <a:extLst>
              <a:ext uri="{FF2B5EF4-FFF2-40B4-BE49-F238E27FC236}">
                <a16:creationId xmlns:a16="http://schemas.microsoft.com/office/drawing/2014/main" id="{14D5E131-6563-40EB-880E-116D1E2D5CCE}"/>
              </a:ext>
            </a:extLst>
          </p:cNvPr>
          <p:cNvSpPr>
            <a:spLocks noChangeArrowheads="1"/>
          </p:cNvSpPr>
          <p:nvPr/>
        </p:nvSpPr>
        <p:spPr bwMode="auto">
          <a:xfrm>
            <a:off x="1752600" y="1676400"/>
            <a:ext cx="8763000" cy="50292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pPr>
            <a:r>
              <a:rPr lang="zh-CN" altLang="en-US" b="1">
                <a:solidFill>
                  <a:srgbClr val="000000"/>
                </a:solidFill>
              </a:rPr>
              <a:t>有如下两种方式来实现</a:t>
            </a:r>
            <a:r>
              <a:rPr lang="en-US" altLang="zh-CN" b="1">
                <a:solidFill>
                  <a:srgbClr val="000000"/>
                </a:solidFill>
              </a:rPr>
              <a:t>Agent</a:t>
            </a:r>
            <a:r>
              <a:rPr lang="zh-CN" altLang="en-US" b="1">
                <a:solidFill>
                  <a:srgbClr val="000000"/>
                </a:solidFill>
              </a:rPr>
              <a:t>间的消息传递：</a:t>
            </a:r>
          </a:p>
          <a:p>
            <a:pPr fontAlgn="base">
              <a:spcAft>
                <a:spcPct val="0"/>
              </a:spcAft>
              <a:buClr>
                <a:srgbClr val="CC0000"/>
              </a:buClr>
            </a:pPr>
            <a:r>
              <a:rPr lang="zh-CN" altLang="en-US" b="1">
                <a:solidFill>
                  <a:srgbClr val="000000"/>
                </a:solidFill>
              </a:rPr>
              <a:t>① 直接通信方式：每个</a:t>
            </a:r>
            <a:r>
              <a:rPr lang="en-US" altLang="zh-CN" b="1">
                <a:solidFill>
                  <a:srgbClr val="000000"/>
                </a:solidFill>
              </a:rPr>
              <a:t>Agent</a:t>
            </a:r>
            <a:r>
              <a:rPr lang="zh-CN" altLang="en-US" b="1">
                <a:solidFill>
                  <a:srgbClr val="000000"/>
                </a:solidFill>
              </a:rPr>
              <a:t>必须知道消息在什么时候发送到什么地方，系统中有哪些</a:t>
            </a:r>
            <a:r>
              <a:rPr lang="en-US" altLang="zh-CN" b="1">
                <a:solidFill>
                  <a:srgbClr val="000000"/>
                </a:solidFill>
              </a:rPr>
              <a:t>Agent</a:t>
            </a:r>
            <a:r>
              <a:rPr lang="zh-CN" altLang="en-US" b="1">
                <a:solidFill>
                  <a:srgbClr val="000000"/>
                </a:solidFill>
              </a:rPr>
              <a:t>可以合作，这些</a:t>
            </a:r>
            <a:r>
              <a:rPr lang="en-US" altLang="zh-CN" b="1">
                <a:solidFill>
                  <a:srgbClr val="000000"/>
                </a:solidFill>
              </a:rPr>
              <a:t>Agent</a:t>
            </a:r>
            <a:r>
              <a:rPr lang="zh-CN" altLang="en-US" b="1">
                <a:solidFill>
                  <a:srgbClr val="000000"/>
                </a:solidFill>
              </a:rPr>
              <a:t>各具备什么样的能力等。这要求系统中的每个</a:t>
            </a:r>
            <a:r>
              <a:rPr lang="en-US" altLang="zh-CN" b="1">
                <a:solidFill>
                  <a:srgbClr val="000000"/>
                </a:solidFill>
              </a:rPr>
              <a:t>Agent</a:t>
            </a:r>
            <a:r>
              <a:rPr lang="zh-CN" altLang="en-US" b="1">
                <a:solidFill>
                  <a:srgbClr val="000000"/>
                </a:solidFill>
              </a:rPr>
              <a:t>都拥有其他</a:t>
            </a:r>
            <a:r>
              <a:rPr lang="en-US" altLang="zh-CN" b="1">
                <a:solidFill>
                  <a:srgbClr val="000000"/>
                </a:solidFill>
              </a:rPr>
              <a:t>Agent</a:t>
            </a:r>
            <a:r>
              <a:rPr lang="zh-CN" altLang="en-US" b="1">
                <a:solidFill>
                  <a:srgbClr val="000000"/>
                </a:solidFill>
              </a:rPr>
              <a:t>的信息。</a:t>
            </a:r>
          </a:p>
          <a:p>
            <a:pPr fontAlgn="base">
              <a:spcAft>
                <a:spcPct val="0"/>
              </a:spcAft>
              <a:buClr>
                <a:srgbClr val="CC0000"/>
              </a:buClr>
            </a:pPr>
            <a:r>
              <a:rPr lang="zh-CN" altLang="en-US" b="1">
                <a:solidFill>
                  <a:srgbClr val="000000"/>
                </a:solidFill>
              </a:rPr>
              <a:t>② 中介的通信：在基于中介的消息传送中，若干相距较近的</a:t>
            </a:r>
            <a:r>
              <a:rPr lang="en-US" altLang="zh-CN" b="1">
                <a:solidFill>
                  <a:srgbClr val="000000"/>
                </a:solidFill>
              </a:rPr>
              <a:t>Agent</a:t>
            </a:r>
            <a:r>
              <a:rPr lang="zh-CN" altLang="en-US" b="1">
                <a:solidFill>
                  <a:srgbClr val="000000"/>
                </a:solidFill>
              </a:rPr>
              <a:t>通过通信服务器来进行交互和消息发送，而远程</a:t>
            </a:r>
            <a:r>
              <a:rPr lang="en-US" altLang="zh-CN" b="1">
                <a:solidFill>
                  <a:srgbClr val="000000"/>
                </a:solidFill>
              </a:rPr>
              <a:t>Agent</a:t>
            </a:r>
            <a:r>
              <a:rPr lang="zh-CN" altLang="en-US" b="1">
                <a:solidFill>
                  <a:srgbClr val="000000"/>
                </a:solidFill>
              </a:rPr>
              <a:t>之间的交互是由局部群体中的通信服务器协作完成的。</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93604">
                                            <p:txEl>
                                              <p:pRg st="0" end="0"/>
                                            </p:txEl>
                                          </p:spTgt>
                                        </p:tgtEl>
                                        <p:attrNameLst>
                                          <p:attrName>style.visibility</p:attrName>
                                        </p:attrNameLst>
                                      </p:cBhvr>
                                      <p:to>
                                        <p:strVal val="visible"/>
                                      </p:to>
                                    </p:set>
                                    <p:anim calcmode="lin" valueType="num">
                                      <p:cBhvr additive="base">
                                        <p:cTn id="7" dur="500" fill="hold"/>
                                        <p:tgtEl>
                                          <p:spTgt spid="79360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9360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93604">
                                            <p:txEl>
                                              <p:pRg st="1" end="1"/>
                                            </p:txEl>
                                          </p:spTgt>
                                        </p:tgtEl>
                                        <p:attrNameLst>
                                          <p:attrName>style.visibility</p:attrName>
                                        </p:attrNameLst>
                                      </p:cBhvr>
                                      <p:to>
                                        <p:strVal val="visible"/>
                                      </p:to>
                                    </p:set>
                                    <p:anim calcmode="lin" valueType="num">
                                      <p:cBhvr additive="base">
                                        <p:cTn id="13" dur="500" fill="hold"/>
                                        <p:tgtEl>
                                          <p:spTgt spid="79360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9360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93604">
                                            <p:txEl>
                                              <p:pRg st="2" end="2"/>
                                            </p:txEl>
                                          </p:spTgt>
                                        </p:tgtEl>
                                        <p:attrNameLst>
                                          <p:attrName>style.visibility</p:attrName>
                                        </p:attrNameLst>
                                      </p:cBhvr>
                                      <p:to>
                                        <p:strVal val="visible"/>
                                      </p:to>
                                    </p:set>
                                    <p:anim calcmode="lin" valueType="num">
                                      <p:cBhvr additive="base">
                                        <p:cTn id="19" dur="500" fill="hold"/>
                                        <p:tgtEl>
                                          <p:spTgt spid="79360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93604">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3604"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a:extLst>
              <a:ext uri="{FF2B5EF4-FFF2-40B4-BE49-F238E27FC236}">
                <a16:creationId xmlns:a16="http://schemas.microsoft.com/office/drawing/2014/main" id="{74BC37C0-607A-4202-A385-34CA1F25D552}"/>
              </a:ext>
            </a:extLst>
          </p:cNvPr>
          <p:cNvSpPr>
            <a:spLocks noGrp="1"/>
          </p:cNvSpPr>
          <p:nvPr>
            <p:ph type="sldNum" sz="quarter" idx="10"/>
          </p:nvPr>
        </p:nvSpPr>
        <p:spPr/>
        <p:txBody>
          <a:bodyPr/>
          <a:lstStyle/>
          <a:p>
            <a:pPr fontAlgn="base">
              <a:spcBef>
                <a:spcPct val="0"/>
              </a:spcBef>
              <a:spcAft>
                <a:spcPct val="0"/>
              </a:spcAft>
              <a:defRPr/>
            </a:pPr>
            <a:fld id="{6DE948A5-38E4-48C8-B3EE-3FA8D0F7D5AF}" type="slidenum">
              <a:rPr lang="ja-JP" altLang="en-US">
                <a:latin typeface="Arial"/>
              </a:rPr>
              <a:pPr fontAlgn="base">
                <a:spcBef>
                  <a:spcPct val="0"/>
                </a:spcBef>
                <a:spcAft>
                  <a:spcPct val="0"/>
                </a:spcAft>
                <a:defRPr/>
              </a:pPr>
              <a:t>24</a:t>
            </a:fld>
            <a:endParaRPr lang="en-US" altLang="ja-JP">
              <a:latin typeface="Arial"/>
            </a:endParaRPr>
          </a:p>
        </p:txBody>
      </p:sp>
      <p:sp>
        <p:nvSpPr>
          <p:cNvPr id="636931" name="Rectangle 2">
            <a:extLst>
              <a:ext uri="{FF2B5EF4-FFF2-40B4-BE49-F238E27FC236}">
                <a16:creationId xmlns:a16="http://schemas.microsoft.com/office/drawing/2014/main" id="{8A918727-2C35-4C97-AC7C-5119451A0267}"/>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11.3.3</a:t>
            </a:r>
            <a:r>
              <a:rPr lang="zh-CN" altLang="en-US" sz="4200" dirty="0">
                <a:solidFill>
                  <a:srgbClr val="FFFFFF"/>
                </a:solidFill>
                <a:latin typeface="Times New Roman" panose="02020603050405020304" pitchFamily="18" charset="0"/>
                <a:ea typeface="黑体" panose="02010609060101010101" pitchFamily="49" charset="-122"/>
              </a:rPr>
              <a:t>智能体通信语言</a:t>
            </a:r>
          </a:p>
        </p:txBody>
      </p:sp>
      <p:sp>
        <p:nvSpPr>
          <p:cNvPr id="794627" name="Rectangle 3">
            <a:extLst>
              <a:ext uri="{FF2B5EF4-FFF2-40B4-BE49-F238E27FC236}">
                <a16:creationId xmlns:a16="http://schemas.microsoft.com/office/drawing/2014/main" id="{5B3DD691-BBA8-4E91-88F2-82414DCE1B81}"/>
              </a:ext>
            </a:extLst>
          </p:cNvPr>
          <p:cNvSpPr>
            <a:spLocks noChangeArrowheads="1"/>
          </p:cNvSpPr>
          <p:nvPr/>
        </p:nvSpPr>
        <p:spPr bwMode="auto">
          <a:xfrm>
            <a:off x="1752600" y="990600"/>
            <a:ext cx="8763000" cy="55626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pPr>
            <a:r>
              <a:rPr lang="en-US" altLang="zh-CN" b="1">
                <a:solidFill>
                  <a:srgbClr val="000000"/>
                </a:solidFill>
              </a:rPr>
              <a:t>1. </a:t>
            </a:r>
            <a:r>
              <a:rPr lang="zh-CN" altLang="en-US" b="1">
                <a:solidFill>
                  <a:srgbClr val="000000"/>
                </a:solidFill>
              </a:rPr>
              <a:t>知识交换格式语言</a:t>
            </a:r>
            <a:r>
              <a:rPr lang="en-US" altLang="zh-CN" b="1">
                <a:solidFill>
                  <a:srgbClr val="000000"/>
                </a:solidFill>
              </a:rPr>
              <a:t>KIF</a:t>
            </a:r>
          </a:p>
          <a:p>
            <a:pPr fontAlgn="base">
              <a:lnSpc>
                <a:spcPct val="110000"/>
              </a:lnSpc>
              <a:spcBef>
                <a:spcPct val="20000"/>
              </a:spcBef>
              <a:spcAft>
                <a:spcPct val="0"/>
              </a:spcAft>
              <a:buClr>
                <a:srgbClr val="CC0000"/>
              </a:buClr>
            </a:pPr>
            <a:r>
              <a:rPr lang="zh-CN" altLang="en-US" sz="2400" b="1">
                <a:solidFill>
                  <a:srgbClr val="000000"/>
                </a:solidFill>
              </a:rPr>
              <a:t>主要是基于谓词逻辑，可以作为描述专家系统、数据库、多智能体的知识表示工具。</a:t>
            </a:r>
          </a:p>
          <a:p>
            <a:pPr fontAlgn="base">
              <a:lnSpc>
                <a:spcPct val="110000"/>
              </a:lnSpc>
              <a:spcBef>
                <a:spcPct val="20000"/>
              </a:spcBef>
              <a:spcAft>
                <a:spcPct val="0"/>
              </a:spcAft>
              <a:buClr>
                <a:srgbClr val="CC0000"/>
              </a:buClr>
            </a:pPr>
            <a:r>
              <a:rPr lang="en-US" altLang="zh-CN" sz="2400" b="1">
                <a:solidFill>
                  <a:srgbClr val="000000"/>
                </a:solidFill>
              </a:rPr>
              <a:t>KIF</a:t>
            </a:r>
            <a:r>
              <a:rPr lang="zh-CN" altLang="en-US" sz="2400" b="1">
                <a:solidFill>
                  <a:srgbClr val="000000"/>
                </a:solidFill>
              </a:rPr>
              <a:t>负责将一种语言翻译成另一种语言，或者为两种异构智能体的知识表达提供语义共享。</a:t>
            </a:r>
          </a:p>
          <a:p>
            <a:pPr fontAlgn="base">
              <a:lnSpc>
                <a:spcPct val="110000"/>
              </a:lnSpc>
              <a:spcBef>
                <a:spcPct val="20000"/>
              </a:spcBef>
              <a:spcAft>
                <a:spcPct val="0"/>
              </a:spcAft>
              <a:buClr>
                <a:srgbClr val="CC0000"/>
              </a:buClr>
            </a:pPr>
            <a:r>
              <a:rPr lang="zh-CN" altLang="en-US" sz="2400" b="1">
                <a:solidFill>
                  <a:srgbClr val="000000"/>
                </a:solidFill>
              </a:rPr>
              <a:t>可共享重用知识则是一个词汇表，它可以使可共享知识库的内容更容易被理解，同时也为特定的领域提供开发工具和方法。</a:t>
            </a:r>
          </a:p>
          <a:p>
            <a:pPr fontAlgn="base">
              <a:lnSpc>
                <a:spcPct val="110000"/>
              </a:lnSpc>
              <a:spcBef>
                <a:spcPct val="20000"/>
              </a:spcBef>
              <a:spcAft>
                <a:spcPct val="0"/>
              </a:spcAft>
              <a:buClr>
                <a:srgbClr val="CC0000"/>
              </a:buClr>
            </a:pPr>
            <a:r>
              <a:rPr lang="zh-CN" altLang="en-US" sz="2400" b="1">
                <a:solidFill>
                  <a:srgbClr val="000000"/>
                </a:solidFill>
              </a:rPr>
              <a:t>外部接口主要设计软件智能体运行时能够共享知识和信息的通信高层语言</a:t>
            </a:r>
            <a:r>
              <a:rPr lang="en-US" altLang="zh-CN" sz="2400" b="1">
                <a:solidFill>
                  <a:srgbClr val="000000"/>
                </a:solidFill>
              </a:rPr>
              <a:t>KQML</a:t>
            </a:r>
            <a:r>
              <a:rPr lang="zh-CN" altLang="en-US" sz="2400" b="1">
                <a:solidFill>
                  <a:srgbClr val="000000"/>
                </a:solidFill>
              </a:rPr>
              <a:t>，即知识查询操纵语言。</a:t>
            </a:r>
            <a:r>
              <a:rPr lang="en-US" altLang="zh-CN" sz="2400" b="1">
                <a:solidFill>
                  <a:srgbClr val="000000"/>
                </a:solidFill>
              </a:rPr>
              <a:t>KQML</a:t>
            </a:r>
            <a:r>
              <a:rPr lang="zh-CN" altLang="en-US" sz="2400" b="1">
                <a:solidFill>
                  <a:srgbClr val="000000"/>
                </a:solidFill>
              </a:rPr>
              <a:t>是自主的异步智能体之间共享知识和实现协作问题求解的通信语言。</a:t>
            </a:r>
          </a:p>
          <a:p>
            <a:pPr fontAlgn="base">
              <a:lnSpc>
                <a:spcPct val="110000"/>
              </a:lnSpc>
              <a:spcBef>
                <a:spcPct val="20000"/>
              </a:spcBef>
              <a:spcAft>
                <a:spcPct val="0"/>
              </a:spcAft>
              <a:buClr>
                <a:srgbClr val="CC0000"/>
              </a:buClr>
            </a:pPr>
            <a:r>
              <a:rPr lang="en-US" altLang="zh-CN" sz="2400" b="1">
                <a:solidFill>
                  <a:srgbClr val="000000"/>
                </a:solidFill>
              </a:rPr>
              <a:t>KQML</a:t>
            </a:r>
            <a:r>
              <a:rPr lang="zh-CN" altLang="en-US" sz="2400" b="1">
                <a:solidFill>
                  <a:srgbClr val="000000"/>
                </a:solidFill>
              </a:rPr>
              <a:t>既是一种消息格式，也是支持实时智能体之间知识共享的消息处理协议，实现基于知识的异构系统之间互操作和集成。</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94627">
                                            <p:txEl>
                                              <p:pRg st="0" end="0"/>
                                            </p:txEl>
                                          </p:spTgt>
                                        </p:tgtEl>
                                        <p:attrNameLst>
                                          <p:attrName>style.visibility</p:attrName>
                                        </p:attrNameLst>
                                      </p:cBhvr>
                                      <p:to>
                                        <p:strVal val="visible"/>
                                      </p:to>
                                    </p:set>
                                    <p:anim calcmode="lin" valueType="num">
                                      <p:cBhvr additive="base">
                                        <p:cTn id="7" dur="500" fill="hold"/>
                                        <p:tgtEl>
                                          <p:spTgt spid="7946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946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94627">
                                            <p:txEl>
                                              <p:pRg st="1" end="1"/>
                                            </p:txEl>
                                          </p:spTgt>
                                        </p:tgtEl>
                                        <p:attrNameLst>
                                          <p:attrName>style.visibility</p:attrName>
                                        </p:attrNameLst>
                                      </p:cBhvr>
                                      <p:to>
                                        <p:strVal val="visible"/>
                                      </p:to>
                                    </p:set>
                                    <p:anim calcmode="lin" valueType="num">
                                      <p:cBhvr additive="base">
                                        <p:cTn id="13" dur="500" fill="hold"/>
                                        <p:tgtEl>
                                          <p:spTgt spid="7946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946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94627">
                                            <p:txEl>
                                              <p:pRg st="2" end="2"/>
                                            </p:txEl>
                                          </p:spTgt>
                                        </p:tgtEl>
                                        <p:attrNameLst>
                                          <p:attrName>style.visibility</p:attrName>
                                        </p:attrNameLst>
                                      </p:cBhvr>
                                      <p:to>
                                        <p:strVal val="visible"/>
                                      </p:to>
                                    </p:set>
                                    <p:anim calcmode="lin" valueType="num">
                                      <p:cBhvr additive="base">
                                        <p:cTn id="19" dur="500" fill="hold"/>
                                        <p:tgtEl>
                                          <p:spTgt spid="79462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946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94627">
                                            <p:txEl>
                                              <p:pRg st="3" end="3"/>
                                            </p:txEl>
                                          </p:spTgt>
                                        </p:tgtEl>
                                        <p:attrNameLst>
                                          <p:attrName>style.visibility</p:attrName>
                                        </p:attrNameLst>
                                      </p:cBhvr>
                                      <p:to>
                                        <p:strVal val="visible"/>
                                      </p:to>
                                    </p:set>
                                    <p:anim calcmode="lin" valueType="num">
                                      <p:cBhvr additive="base">
                                        <p:cTn id="25" dur="500" fill="hold"/>
                                        <p:tgtEl>
                                          <p:spTgt spid="79462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9462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94627">
                                            <p:txEl>
                                              <p:pRg st="4" end="4"/>
                                            </p:txEl>
                                          </p:spTgt>
                                        </p:tgtEl>
                                        <p:attrNameLst>
                                          <p:attrName>style.visibility</p:attrName>
                                        </p:attrNameLst>
                                      </p:cBhvr>
                                      <p:to>
                                        <p:strVal val="visible"/>
                                      </p:to>
                                    </p:set>
                                    <p:anim calcmode="lin" valueType="num">
                                      <p:cBhvr additive="base">
                                        <p:cTn id="31" dur="500" fill="hold"/>
                                        <p:tgtEl>
                                          <p:spTgt spid="79462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946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94627">
                                            <p:txEl>
                                              <p:pRg st="5" end="5"/>
                                            </p:txEl>
                                          </p:spTgt>
                                        </p:tgtEl>
                                        <p:attrNameLst>
                                          <p:attrName>style.visibility</p:attrName>
                                        </p:attrNameLst>
                                      </p:cBhvr>
                                      <p:to>
                                        <p:strVal val="visible"/>
                                      </p:to>
                                    </p:set>
                                    <p:anim calcmode="lin" valueType="num">
                                      <p:cBhvr additive="base">
                                        <p:cTn id="37" dur="500" fill="hold"/>
                                        <p:tgtEl>
                                          <p:spTgt spid="79462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9462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4627"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2B3D1F33-36C8-49FE-80BB-126C6943018E}"/>
              </a:ext>
            </a:extLst>
          </p:cNvPr>
          <p:cNvSpPr>
            <a:spLocks noGrp="1"/>
          </p:cNvSpPr>
          <p:nvPr>
            <p:ph type="sldNum" sz="quarter" idx="10"/>
          </p:nvPr>
        </p:nvSpPr>
        <p:spPr/>
        <p:txBody>
          <a:bodyPr/>
          <a:lstStyle/>
          <a:p>
            <a:pPr fontAlgn="base">
              <a:spcBef>
                <a:spcPct val="0"/>
              </a:spcBef>
              <a:spcAft>
                <a:spcPct val="0"/>
              </a:spcAft>
              <a:defRPr/>
            </a:pPr>
            <a:fld id="{071E5D3D-B100-4DD7-A4D4-70D4811CB5EF}" type="slidenum">
              <a:rPr lang="ja-JP" altLang="en-US">
                <a:latin typeface="Arial"/>
              </a:rPr>
              <a:pPr fontAlgn="base">
                <a:spcBef>
                  <a:spcPct val="0"/>
                </a:spcBef>
                <a:spcAft>
                  <a:spcPct val="0"/>
                </a:spcAft>
                <a:defRPr/>
              </a:pPr>
              <a:t>25</a:t>
            </a:fld>
            <a:endParaRPr lang="en-US" altLang="ja-JP">
              <a:latin typeface="Arial"/>
            </a:endParaRPr>
          </a:p>
        </p:txBody>
      </p:sp>
      <p:sp>
        <p:nvSpPr>
          <p:cNvPr id="637955" name="Rectangle 2">
            <a:extLst>
              <a:ext uri="{FF2B5EF4-FFF2-40B4-BE49-F238E27FC236}">
                <a16:creationId xmlns:a16="http://schemas.microsoft.com/office/drawing/2014/main" id="{0A86FDA2-8E45-4E2B-9D34-39E227F24C7A}"/>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11.3.3</a:t>
            </a:r>
            <a:r>
              <a:rPr lang="zh-CN" altLang="en-US" sz="4200" dirty="0">
                <a:solidFill>
                  <a:srgbClr val="FFFFFF"/>
                </a:solidFill>
                <a:latin typeface="Times New Roman" panose="02020603050405020304" pitchFamily="18" charset="0"/>
                <a:ea typeface="黑体" panose="02010609060101010101" pitchFamily="49" charset="-122"/>
              </a:rPr>
              <a:t>智能体通信语言</a:t>
            </a:r>
          </a:p>
        </p:txBody>
      </p:sp>
      <p:sp>
        <p:nvSpPr>
          <p:cNvPr id="795651" name="Rectangle 3">
            <a:extLst>
              <a:ext uri="{FF2B5EF4-FFF2-40B4-BE49-F238E27FC236}">
                <a16:creationId xmlns:a16="http://schemas.microsoft.com/office/drawing/2014/main" id="{165931F7-72ED-4DFB-8D6A-B0C31C88ADBB}"/>
              </a:ext>
            </a:extLst>
          </p:cNvPr>
          <p:cNvSpPr>
            <a:spLocks noChangeArrowheads="1"/>
          </p:cNvSpPr>
          <p:nvPr/>
        </p:nvSpPr>
        <p:spPr bwMode="auto">
          <a:xfrm>
            <a:off x="578497" y="990600"/>
            <a:ext cx="11084767" cy="15240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lnSpc>
                <a:spcPct val="110000"/>
              </a:lnSpc>
              <a:spcBef>
                <a:spcPct val="20000"/>
              </a:spcBef>
              <a:spcAft>
                <a:spcPct val="0"/>
              </a:spcAft>
              <a:buClr>
                <a:srgbClr val="CC0000"/>
              </a:buClr>
            </a:pPr>
            <a:r>
              <a:rPr lang="zh-CN" altLang="en-US" sz="2400" b="1">
                <a:solidFill>
                  <a:srgbClr val="000000"/>
                </a:solidFill>
              </a:rPr>
              <a:t>在实际应用中，软件实体之间的互操作和知识共享是应用程序作为软件智能体的重要基础，甚至是必不可少的先决条件。</a:t>
            </a:r>
          </a:p>
          <a:p>
            <a:pPr fontAlgn="base">
              <a:lnSpc>
                <a:spcPct val="110000"/>
              </a:lnSpc>
              <a:spcBef>
                <a:spcPct val="20000"/>
              </a:spcBef>
              <a:spcAft>
                <a:spcPct val="0"/>
              </a:spcAft>
              <a:buClr>
                <a:srgbClr val="CC0000"/>
              </a:buClr>
            </a:pPr>
            <a:r>
              <a:rPr lang="zh-CN" altLang="en-US" sz="2400" b="1">
                <a:solidFill>
                  <a:srgbClr val="000000"/>
                </a:solidFill>
              </a:rPr>
              <a:t>互操作软件智能体的抽象模型。</a:t>
            </a:r>
          </a:p>
        </p:txBody>
      </p:sp>
      <p:pic>
        <p:nvPicPr>
          <p:cNvPr id="637957" name="Picture 4" descr="互操作软件智能体的抽象模型">
            <a:extLst>
              <a:ext uri="{FF2B5EF4-FFF2-40B4-BE49-F238E27FC236}">
                <a16:creationId xmlns:a16="http://schemas.microsoft.com/office/drawing/2014/main" id="{D16DD769-1A00-4CED-8662-C05C63E113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2819401"/>
            <a:ext cx="5029200" cy="364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95651">
                                            <p:txEl>
                                              <p:pRg st="0" end="0"/>
                                            </p:txEl>
                                          </p:spTgt>
                                        </p:tgtEl>
                                        <p:attrNameLst>
                                          <p:attrName>style.visibility</p:attrName>
                                        </p:attrNameLst>
                                      </p:cBhvr>
                                      <p:to>
                                        <p:strVal val="visible"/>
                                      </p:to>
                                    </p:set>
                                    <p:anim calcmode="lin" valueType="num">
                                      <p:cBhvr additive="base">
                                        <p:cTn id="7" dur="500" fill="hold"/>
                                        <p:tgtEl>
                                          <p:spTgt spid="7956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956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95651">
                                            <p:txEl>
                                              <p:pRg st="1" end="1"/>
                                            </p:txEl>
                                          </p:spTgt>
                                        </p:tgtEl>
                                        <p:attrNameLst>
                                          <p:attrName>style.visibility</p:attrName>
                                        </p:attrNameLst>
                                      </p:cBhvr>
                                      <p:to>
                                        <p:strVal val="visible"/>
                                      </p:to>
                                    </p:set>
                                    <p:anim calcmode="lin" valueType="num">
                                      <p:cBhvr additive="base">
                                        <p:cTn id="13" dur="500" fill="hold"/>
                                        <p:tgtEl>
                                          <p:spTgt spid="79565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95651">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5651"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a:extLst>
              <a:ext uri="{FF2B5EF4-FFF2-40B4-BE49-F238E27FC236}">
                <a16:creationId xmlns:a16="http://schemas.microsoft.com/office/drawing/2014/main" id="{8EFE01C9-78A7-4577-8F1F-39EF41B21579}"/>
              </a:ext>
            </a:extLst>
          </p:cNvPr>
          <p:cNvSpPr>
            <a:spLocks noGrp="1"/>
          </p:cNvSpPr>
          <p:nvPr>
            <p:ph type="sldNum" sz="quarter" idx="10"/>
          </p:nvPr>
        </p:nvSpPr>
        <p:spPr/>
        <p:txBody>
          <a:bodyPr/>
          <a:lstStyle/>
          <a:p>
            <a:pPr fontAlgn="base">
              <a:spcBef>
                <a:spcPct val="0"/>
              </a:spcBef>
              <a:spcAft>
                <a:spcPct val="0"/>
              </a:spcAft>
              <a:defRPr/>
            </a:pPr>
            <a:fld id="{F8C55036-8ACE-415A-838A-C3D354166345}" type="slidenum">
              <a:rPr lang="ja-JP" altLang="en-US">
                <a:latin typeface="Arial"/>
              </a:rPr>
              <a:pPr fontAlgn="base">
                <a:spcBef>
                  <a:spcPct val="0"/>
                </a:spcBef>
                <a:spcAft>
                  <a:spcPct val="0"/>
                </a:spcAft>
                <a:defRPr/>
              </a:pPr>
              <a:t>26</a:t>
            </a:fld>
            <a:endParaRPr lang="en-US" altLang="ja-JP">
              <a:latin typeface="Arial"/>
            </a:endParaRPr>
          </a:p>
        </p:txBody>
      </p:sp>
      <p:sp>
        <p:nvSpPr>
          <p:cNvPr id="638979" name="Rectangle 2">
            <a:extLst>
              <a:ext uri="{FF2B5EF4-FFF2-40B4-BE49-F238E27FC236}">
                <a16:creationId xmlns:a16="http://schemas.microsoft.com/office/drawing/2014/main" id="{43D32162-2EAA-415A-BD56-445FA635ED68}"/>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11.3.3</a:t>
            </a:r>
            <a:r>
              <a:rPr lang="zh-CN" altLang="en-US" sz="4200" dirty="0">
                <a:solidFill>
                  <a:srgbClr val="FFFFFF"/>
                </a:solidFill>
                <a:latin typeface="Times New Roman" panose="02020603050405020304" pitchFamily="18" charset="0"/>
                <a:ea typeface="黑体" panose="02010609060101010101" pitchFamily="49" charset="-122"/>
              </a:rPr>
              <a:t>智能体通信语言</a:t>
            </a:r>
          </a:p>
        </p:txBody>
      </p:sp>
      <p:sp>
        <p:nvSpPr>
          <p:cNvPr id="796675" name="Rectangle 3">
            <a:extLst>
              <a:ext uri="{FF2B5EF4-FFF2-40B4-BE49-F238E27FC236}">
                <a16:creationId xmlns:a16="http://schemas.microsoft.com/office/drawing/2014/main" id="{65D1F84A-3730-42AE-83D8-C7FA97E4AD5A}"/>
              </a:ext>
            </a:extLst>
          </p:cNvPr>
          <p:cNvSpPr>
            <a:spLocks noChangeArrowheads="1"/>
          </p:cNvSpPr>
          <p:nvPr/>
        </p:nvSpPr>
        <p:spPr bwMode="auto">
          <a:xfrm>
            <a:off x="1752600" y="990600"/>
            <a:ext cx="8763000" cy="55626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pPr>
            <a:r>
              <a:rPr lang="en-US" altLang="zh-CN" b="1">
                <a:solidFill>
                  <a:srgbClr val="000000"/>
                </a:solidFill>
              </a:rPr>
              <a:t>2. </a:t>
            </a:r>
            <a:r>
              <a:rPr lang="zh-CN" altLang="en-US" b="1">
                <a:solidFill>
                  <a:srgbClr val="000000"/>
                </a:solidFill>
              </a:rPr>
              <a:t>知识查询操纵语言</a:t>
            </a:r>
            <a:r>
              <a:rPr lang="en-US" altLang="zh-CN" b="1">
                <a:solidFill>
                  <a:srgbClr val="000000"/>
                </a:solidFill>
              </a:rPr>
              <a:t>KQML</a:t>
            </a:r>
          </a:p>
          <a:p>
            <a:pPr fontAlgn="base">
              <a:lnSpc>
                <a:spcPct val="110000"/>
              </a:lnSpc>
              <a:spcBef>
                <a:spcPct val="20000"/>
              </a:spcBef>
              <a:spcAft>
                <a:spcPct val="0"/>
              </a:spcAft>
              <a:buClr>
                <a:srgbClr val="CC0000"/>
              </a:buClr>
            </a:pPr>
            <a:r>
              <a:rPr lang="en-US" altLang="zh-CN" sz="2400" b="1">
                <a:solidFill>
                  <a:srgbClr val="000000"/>
                </a:solidFill>
              </a:rPr>
              <a:t>KQML</a:t>
            </a:r>
            <a:r>
              <a:rPr lang="zh-CN" altLang="en-US" sz="2400" b="1">
                <a:solidFill>
                  <a:srgbClr val="000000"/>
                </a:solidFill>
              </a:rPr>
              <a:t>为多智能体通信定义了一套消息表达机制和消息传递格式，构建了一种标准通用框架。</a:t>
            </a:r>
          </a:p>
          <a:p>
            <a:pPr fontAlgn="base">
              <a:lnSpc>
                <a:spcPct val="110000"/>
              </a:lnSpc>
              <a:spcBef>
                <a:spcPct val="20000"/>
              </a:spcBef>
              <a:spcAft>
                <a:spcPct val="0"/>
              </a:spcAft>
              <a:buClr>
                <a:srgbClr val="CC0000"/>
              </a:buClr>
            </a:pPr>
            <a:r>
              <a:rPr lang="en-US" altLang="zh-CN" sz="2400" b="1">
                <a:solidFill>
                  <a:srgbClr val="000000"/>
                </a:solidFill>
              </a:rPr>
              <a:t>KQML</a:t>
            </a:r>
            <a:r>
              <a:rPr lang="zh-CN" altLang="en-US" sz="2400" b="1">
                <a:solidFill>
                  <a:srgbClr val="000000"/>
                </a:solidFill>
              </a:rPr>
              <a:t>分为</a:t>
            </a:r>
            <a:r>
              <a:rPr lang="en-US" altLang="zh-CN" sz="2400" b="1">
                <a:solidFill>
                  <a:srgbClr val="000000"/>
                </a:solidFill>
              </a:rPr>
              <a:t>3</a:t>
            </a:r>
            <a:r>
              <a:rPr lang="zh-CN" altLang="en-US" sz="2400" b="1">
                <a:solidFill>
                  <a:srgbClr val="000000"/>
                </a:solidFill>
              </a:rPr>
              <a:t>层：内容层、消息层和通信层。</a:t>
            </a:r>
          </a:p>
          <a:p>
            <a:pPr fontAlgn="base">
              <a:lnSpc>
                <a:spcPct val="110000"/>
              </a:lnSpc>
              <a:spcBef>
                <a:spcPct val="20000"/>
              </a:spcBef>
              <a:spcAft>
                <a:spcPct val="0"/>
              </a:spcAft>
              <a:buClr>
                <a:srgbClr val="CC0000"/>
              </a:buClr>
            </a:pPr>
            <a:r>
              <a:rPr lang="zh-CN" altLang="en-US" sz="2400" b="1">
                <a:solidFill>
                  <a:srgbClr val="000000"/>
                </a:solidFill>
              </a:rPr>
              <a:t>内容层使用应用程序本身的表达语言来传送消息的实际内容。</a:t>
            </a:r>
          </a:p>
          <a:p>
            <a:pPr fontAlgn="base">
              <a:lnSpc>
                <a:spcPct val="110000"/>
              </a:lnSpc>
              <a:spcBef>
                <a:spcPct val="20000"/>
              </a:spcBef>
              <a:spcAft>
                <a:spcPct val="0"/>
              </a:spcAft>
              <a:buClr>
                <a:srgbClr val="CC0000"/>
              </a:buClr>
            </a:pPr>
            <a:r>
              <a:rPr lang="zh-CN" altLang="en-US" sz="2400" b="1">
                <a:solidFill>
                  <a:srgbClr val="000000"/>
                </a:solidFill>
              </a:rPr>
              <a:t>通信层主要负责对消息的某些特性进行编码，这些特性描述了底层通信参数，例如发送者和接收者的标识符。</a:t>
            </a:r>
          </a:p>
          <a:p>
            <a:pPr fontAlgn="base">
              <a:lnSpc>
                <a:spcPct val="110000"/>
              </a:lnSpc>
              <a:spcBef>
                <a:spcPct val="20000"/>
              </a:spcBef>
              <a:spcAft>
                <a:spcPct val="0"/>
              </a:spcAft>
              <a:buClr>
                <a:srgbClr val="CC0000"/>
              </a:buClr>
            </a:pPr>
            <a:r>
              <a:rPr lang="zh-CN" altLang="en-US" sz="2400" b="1">
                <a:solidFill>
                  <a:srgbClr val="000000"/>
                </a:solidFill>
              </a:rPr>
              <a:t>消息层是整个</a:t>
            </a:r>
            <a:r>
              <a:rPr lang="en-US" altLang="zh-CN" sz="2400" b="1">
                <a:solidFill>
                  <a:srgbClr val="000000"/>
                </a:solidFill>
              </a:rPr>
              <a:t>KQML</a:t>
            </a:r>
            <a:r>
              <a:rPr lang="zh-CN" altLang="en-US" sz="2400" b="1">
                <a:solidFill>
                  <a:srgbClr val="000000"/>
                </a:solidFill>
              </a:rPr>
              <a:t>语言的核心。将一条消息从一个应用程序传送到另一个应用程序时，消息层完成对所传送信息的封装。消息层的一个最基本功能是识别传输消息发送时所使用的协议，并且给消息发送者提供一个附加在内容上的述行语或原语。</a:t>
            </a:r>
            <a:r>
              <a:rPr lang="en-US" altLang="zh-CN" sz="2400" b="1">
                <a:solidFill>
                  <a:srgbClr val="000000"/>
                </a:solidFill>
              </a:rPr>
              <a:t>KQML</a:t>
            </a:r>
            <a:r>
              <a:rPr lang="zh-CN" altLang="en-US" sz="2400" b="1">
                <a:solidFill>
                  <a:srgbClr val="000000"/>
                </a:solidFill>
              </a:rPr>
              <a:t>语言在内容不可知的情况下实现对消息的分析、路由和正确的传送。</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96675">
                                            <p:txEl>
                                              <p:pRg st="0" end="0"/>
                                            </p:txEl>
                                          </p:spTgt>
                                        </p:tgtEl>
                                        <p:attrNameLst>
                                          <p:attrName>style.visibility</p:attrName>
                                        </p:attrNameLst>
                                      </p:cBhvr>
                                      <p:to>
                                        <p:strVal val="visible"/>
                                      </p:to>
                                    </p:set>
                                    <p:anim calcmode="lin" valueType="num">
                                      <p:cBhvr additive="base">
                                        <p:cTn id="7" dur="500" fill="hold"/>
                                        <p:tgtEl>
                                          <p:spTgt spid="7966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966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96675">
                                            <p:txEl>
                                              <p:pRg st="1" end="1"/>
                                            </p:txEl>
                                          </p:spTgt>
                                        </p:tgtEl>
                                        <p:attrNameLst>
                                          <p:attrName>style.visibility</p:attrName>
                                        </p:attrNameLst>
                                      </p:cBhvr>
                                      <p:to>
                                        <p:strVal val="visible"/>
                                      </p:to>
                                    </p:set>
                                    <p:anim calcmode="lin" valueType="num">
                                      <p:cBhvr additive="base">
                                        <p:cTn id="13" dur="500" fill="hold"/>
                                        <p:tgtEl>
                                          <p:spTgt spid="79667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966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96675">
                                            <p:txEl>
                                              <p:pRg st="2" end="2"/>
                                            </p:txEl>
                                          </p:spTgt>
                                        </p:tgtEl>
                                        <p:attrNameLst>
                                          <p:attrName>style.visibility</p:attrName>
                                        </p:attrNameLst>
                                      </p:cBhvr>
                                      <p:to>
                                        <p:strVal val="visible"/>
                                      </p:to>
                                    </p:set>
                                    <p:anim calcmode="lin" valueType="num">
                                      <p:cBhvr additive="base">
                                        <p:cTn id="19" dur="500" fill="hold"/>
                                        <p:tgtEl>
                                          <p:spTgt spid="79667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966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96675">
                                            <p:txEl>
                                              <p:pRg st="3" end="3"/>
                                            </p:txEl>
                                          </p:spTgt>
                                        </p:tgtEl>
                                        <p:attrNameLst>
                                          <p:attrName>style.visibility</p:attrName>
                                        </p:attrNameLst>
                                      </p:cBhvr>
                                      <p:to>
                                        <p:strVal val="visible"/>
                                      </p:to>
                                    </p:set>
                                    <p:anim calcmode="lin" valueType="num">
                                      <p:cBhvr additive="base">
                                        <p:cTn id="25" dur="500" fill="hold"/>
                                        <p:tgtEl>
                                          <p:spTgt spid="79667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966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96675">
                                            <p:txEl>
                                              <p:pRg st="4" end="4"/>
                                            </p:txEl>
                                          </p:spTgt>
                                        </p:tgtEl>
                                        <p:attrNameLst>
                                          <p:attrName>style.visibility</p:attrName>
                                        </p:attrNameLst>
                                      </p:cBhvr>
                                      <p:to>
                                        <p:strVal val="visible"/>
                                      </p:to>
                                    </p:set>
                                    <p:anim calcmode="lin" valueType="num">
                                      <p:cBhvr additive="base">
                                        <p:cTn id="31" dur="500" fill="hold"/>
                                        <p:tgtEl>
                                          <p:spTgt spid="79667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9667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96675">
                                            <p:txEl>
                                              <p:pRg st="5" end="5"/>
                                            </p:txEl>
                                          </p:spTgt>
                                        </p:tgtEl>
                                        <p:attrNameLst>
                                          <p:attrName>style.visibility</p:attrName>
                                        </p:attrNameLst>
                                      </p:cBhvr>
                                      <p:to>
                                        <p:strVal val="visible"/>
                                      </p:to>
                                    </p:set>
                                    <p:anim calcmode="lin" valueType="num">
                                      <p:cBhvr additive="base">
                                        <p:cTn id="37" dur="500" fill="hold"/>
                                        <p:tgtEl>
                                          <p:spTgt spid="79667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9667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6675"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7F25CFDA-CFCA-4224-97B6-4DC74864AE36}"/>
              </a:ext>
            </a:extLst>
          </p:cNvPr>
          <p:cNvSpPr>
            <a:spLocks noGrp="1"/>
          </p:cNvSpPr>
          <p:nvPr>
            <p:ph type="sldNum" sz="quarter" idx="10"/>
          </p:nvPr>
        </p:nvSpPr>
        <p:spPr/>
        <p:txBody>
          <a:bodyPr/>
          <a:lstStyle/>
          <a:p>
            <a:pPr fontAlgn="base">
              <a:spcBef>
                <a:spcPct val="0"/>
              </a:spcBef>
              <a:spcAft>
                <a:spcPct val="0"/>
              </a:spcAft>
              <a:defRPr/>
            </a:pPr>
            <a:fld id="{351426A3-191A-4986-8514-E0CE03C7B449}" type="slidenum">
              <a:rPr lang="ja-JP" altLang="en-US">
                <a:latin typeface="Arial"/>
              </a:rPr>
              <a:pPr fontAlgn="base">
                <a:spcBef>
                  <a:spcPct val="0"/>
                </a:spcBef>
                <a:spcAft>
                  <a:spcPct val="0"/>
                </a:spcAft>
                <a:defRPr/>
              </a:pPr>
              <a:t>27</a:t>
            </a:fld>
            <a:endParaRPr lang="en-US" altLang="ja-JP">
              <a:latin typeface="Arial"/>
            </a:endParaRPr>
          </a:p>
        </p:txBody>
      </p:sp>
      <p:sp>
        <p:nvSpPr>
          <p:cNvPr id="640003" name="Rectangle 2">
            <a:extLst>
              <a:ext uri="{FF2B5EF4-FFF2-40B4-BE49-F238E27FC236}">
                <a16:creationId xmlns:a16="http://schemas.microsoft.com/office/drawing/2014/main" id="{B3D8062C-903D-41C0-9A6B-00B229D7B085}"/>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11.3.3</a:t>
            </a:r>
            <a:r>
              <a:rPr lang="zh-CN" altLang="en-US" sz="4200" dirty="0">
                <a:solidFill>
                  <a:srgbClr val="FFFFFF"/>
                </a:solidFill>
                <a:latin typeface="Times New Roman" panose="02020603050405020304" pitchFamily="18" charset="0"/>
                <a:ea typeface="黑体" panose="02010609060101010101" pitchFamily="49" charset="-122"/>
              </a:rPr>
              <a:t>智能体通信语言</a:t>
            </a:r>
          </a:p>
        </p:txBody>
      </p:sp>
      <p:sp>
        <p:nvSpPr>
          <p:cNvPr id="797699" name="Rectangle 3">
            <a:extLst>
              <a:ext uri="{FF2B5EF4-FFF2-40B4-BE49-F238E27FC236}">
                <a16:creationId xmlns:a16="http://schemas.microsoft.com/office/drawing/2014/main" id="{6622ECF9-2237-4A19-9FA3-833D06981F66}"/>
              </a:ext>
            </a:extLst>
          </p:cNvPr>
          <p:cNvSpPr>
            <a:spLocks noChangeArrowheads="1"/>
          </p:cNvSpPr>
          <p:nvPr/>
        </p:nvSpPr>
        <p:spPr bwMode="auto">
          <a:xfrm>
            <a:off x="1752600" y="990600"/>
            <a:ext cx="8763000" cy="6858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lnSpc>
                <a:spcPct val="110000"/>
              </a:lnSpc>
              <a:spcBef>
                <a:spcPct val="20000"/>
              </a:spcBef>
              <a:spcAft>
                <a:spcPct val="0"/>
              </a:spcAft>
              <a:buClr>
                <a:srgbClr val="CC0000"/>
              </a:buClr>
            </a:pPr>
            <a:r>
              <a:rPr lang="en-US" altLang="zh-CN" sz="2400" b="1">
                <a:solidFill>
                  <a:srgbClr val="000000"/>
                </a:solidFill>
              </a:rPr>
              <a:t>KQML</a:t>
            </a:r>
            <a:r>
              <a:rPr lang="zh-CN" altLang="en-US" sz="2400" b="1">
                <a:solidFill>
                  <a:srgbClr val="000000"/>
                </a:solidFill>
              </a:rPr>
              <a:t>语言中有多种在进程之间进行信息交换的协议。</a:t>
            </a:r>
          </a:p>
        </p:txBody>
      </p:sp>
      <p:pic>
        <p:nvPicPr>
          <p:cNvPr id="640005" name="Picture 4" descr="KQML支持的几种通信协议">
            <a:extLst>
              <a:ext uri="{FF2B5EF4-FFF2-40B4-BE49-F238E27FC236}">
                <a16:creationId xmlns:a16="http://schemas.microsoft.com/office/drawing/2014/main" id="{5C269616-AD6E-4158-8541-25065DE4F3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057401"/>
            <a:ext cx="8001000"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97699">
                                            <p:txEl>
                                              <p:pRg st="0" end="0"/>
                                            </p:txEl>
                                          </p:spTgt>
                                        </p:tgtEl>
                                        <p:attrNameLst>
                                          <p:attrName>style.visibility</p:attrName>
                                        </p:attrNameLst>
                                      </p:cBhvr>
                                      <p:to>
                                        <p:strVal val="visible"/>
                                      </p:to>
                                    </p:set>
                                    <p:anim calcmode="lin" valueType="num">
                                      <p:cBhvr additive="base">
                                        <p:cTn id="7" dur="500" fill="hold"/>
                                        <p:tgtEl>
                                          <p:spTgt spid="7976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9769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7699"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a:extLst>
              <a:ext uri="{FF2B5EF4-FFF2-40B4-BE49-F238E27FC236}">
                <a16:creationId xmlns:a16="http://schemas.microsoft.com/office/drawing/2014/main" id="{7E2FE49A-498E-452C-BCB2-EC4CD912FB6F}"/>
              </a:ext>
            </a:extLst>
          </p:cNvPr>
          <p:cNvSpPr>
            <a:spLocks noGrp="1"/>
          </p:cNvSpPr>
          <p:nvPr>
            <p:ph type="sldNum" sz="quarter" idx="10"/>
          </p:nvPr>
        </p:nvSpPr>
        <p:spPr/>
        <p:txBody>
          <a:bodyPr/>
          <a:lstStyle/>
          <a:p>
            <a:pPr fontAlgn="base">
              <a:spcBef>
                <a:spcPct val="0"/>
              </a:spcBef>
              <a:spcAft>
                <a:spcPct val="0"/>
              </a:spcAft>
              <a:defRPr/>
            </a:pPr>
            <a:fld id="{468B3098-A981-4C40-BE67-122E411B32CC}" type="slidenum">
              <a:rPr lang="ja-JP" altLang="en-US">
                <a:latin typeface="Arial"/>
              </a:rPr>
              <a:pPr fontAlgn="base">
                <a:spcBef>
                  <a:spcPct val="0"/>
                </a:spcBef>
                <a:spcAft>
                  <a:spcPct val="0"/>
                </a:spcAft>
                <a:defRPr/>
              </a:pPr>
              <a:t>28</a:t>
            </a:fld>
            <a:endParaRPr lang="en-US" altLang="ja-JP">
              <a:latin typeface="Arial"/>
            </a:endParaRPr>
          </a:p>
        </p:txBody>
      </p:sp>
      <p:sp>
        <p:nvSpPr>
          <p:cNvPr id="798722" name="Rectangle 2">
            <a:extLst>
              <a:ext uri="{FF2B5EF4-FFF2-40B4-BE49-F238E27FC236}">
                <a16:creationId xmlns:a16="http://schemas.microsoft.com/office/drawing/2014/main" id="{A509458A-063F-4A69-AC28-68655B609B8F}"/>
              </a:ext>
            </a:extLst>
          </p:cNvPr>
          <p:cNvSpPr>
            <a:spLocks noChangeArrowheads="1"/>
          </p:cNvSpPr>
          <p:nvPr/>
        </p:nvSpPr>
        <p:spPr bwMode="auto">
          <a:xfrm>
            <a:off x="581609" y="1420004"/>
            <a:ext cx="8283575" cy="3870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11.1 </a:t>
            </a:r>
            <a:r>
              <a:rPr lang="zh-CN" altLang="en-US" b="1" dirty="0">
                <a:solidFill>
                  <a:srgbClr val="000000"/>
                </a:solidFill>
                <a:latin typeface="Times New Roman" panose="02020603050405020304" pitchFamily="18" charset="0"/>
              </a:rPr>
              <a:t>智能体的概念与结构</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11.2 </a:t>
            </a:r>
            <a:r>
              <a:rPr lang="zh-CN" altLang="en-US" b="1" dirty="0">
                <a:solidFill>
                  <a:srgbClr val="000000"/>
                </a:solidFill>
                <a:latin typeface="Times New Roman" panose="02020603050405020304" pitchFamily="18" charset="0"/>
              </a:rPr>
              <a:t>多智能体系统的概念与结构</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11.3 </a:t>
            </a:r>
            <a:r>
              <a:rPr lang="zh-CN" altLang="en-US" b="1" dirty="0">
                <a:solidFill>
                  <a:srgbClr val="000000"/>
                </a:solidFill>
                <a:latin typeface="Times New Roman" panose="02020603050405020304" pitchFamily="18" charset="0"/>
              </a:rPr>
              <a:t>多智能体系统的通信</a:t>
            </a:r>
          </a:p>
          <a:p>
            <a:pPr fontAlgn="base">
              <a:spcBef>
                <a:spcPct val="30000"/>
              </a:spcBef>
              <a:spcAft>
                <a:spcPct val="0"/>
              </a:spcAft>
              <a:buClr>
                <a:srgbClr val="0000FF"/>
              </a:buClr>
              <a:buSzPct val="150000"/>
              <a:buFont typeface="Wingdings" panose="05000000000000000000" pitchFamily="2" charset="2"/>
              <a:buChar char="ü"/>
            </a:pPr>
            <a:r>
              <a:rPr lang="en-US" altLang="zh-CN" b="1" dirty="0">
                <a:solidFill>
                  <a:srgbClr val="0000FF"/>
                </a:solidFill>
                <a:latin typeface="Times New Roman" panose="02020603050405020304" pitchFamily="18" charset="0"/>
              </a:rPr>
              <a:t>11.4 </a:t>
            </a:r>
            <a:r>
              <a:rPr lang="zh-CN" altLang="en-US" b="1" dirty="0">
                <a:solidFill>
                  <a:srgbClr val="0000FF"/>
                </a:solidFill>
                <a:latin typeface="Times New Roman" panose="02020603050405020304" pitchFamily="18" charset="0"/>
              </a:rPr>
              <a:t>多智能体系统的协调</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11.5 </a:t>
            </a:r>
            <a:r>
              <a:rPr lang="zh-CN" altLang="en-US" b="1" dirty="0">
                <a:solidFill>
                  <a:srgbClr val="000000"/>
                </a:solidFill>
                <a:latin typeface="Times New Roman" panose="02020603050405020304" pitchFamily="18" charset="0"/>
              </a:rPr>
              <a:t>多智能体系统的协作</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11.6 </a:t>
            </a:r>
            <a:r>
              <a:rPr lang="zh-CN" altLang="en-US" b="1" dirty="0">
                <a:solidFill>
                  <a:srgbClr val="000000"/>
                </a:solidFill>
                <a:latin typeface="Times New Roman" panose="02020603050405020304" pitchFamily="18" charset="0"/>
              </a:rPr>
              <a:t>多智能体系统的协商</a:t>
            </a:r>
          </a:p>
          <a:p>
            <a:pPr fontAlgn="base">
              <a:spcBef>
                <a:spcPct val="30000"/>
              </a:spcBef>
              <a:spcAft>
                <a:spcPct val="0"/>
              </a:spcAft>
              <a:buClrTx/>
              <a:buNone/>
            </a:pPr>
            <a:endParaRPr lang="en-US" altLang="zh-CN" b="1" dirty="0">
              <a:solidFill>
                <a:srgbClr val="000000"/>
              </a:solidFill>
              <a:latin typeface="Times New Roman" panose="02020603050405020304" pitchFamily="18" charset="0"/>
            </a:endParaRPr>
          </a:p>
        </p:txBody>
      </p:sp>
      <p:sp>
        <p:nvSpPr>
          <p:cNvPr id="641028" name="Rectangle 3">
            <a:extLst>
              <a:ext uri="{FF2B5EF4-FFF2-40B4-BE49-F238E27FC236}">
                <a16:creationId xmlns:a16="http://schemas.microsoft.com/office/drawing/2014/main" id="{D30CE0E0-D1CA-418E-AB2A-FF96754DEE53}"/>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4200" dirty="0">
                <a:solidFill>
                  <a:srgbClr val="FFFFFF"/>
                </a:solidFill>
                <a:latin typeface="Times New Roman" panose="02020603050405020304" pitchFamily="18" charset="0"/>
                <a:ea typeface="黑体" panose="02010609060101010101" pitchFamily="49" charset="-122"/>
              </a:rPr>
              <a:t>第</a:t>
            </a:r>
            <a:r>
              <a:rPr lang="en-US" altLang="zh-CN" sz="4200" dirty="0">
                <a:solidFill>
                  <a:srgbClr val="FFFFFF"/>
                </a:solidFill>
                <a:latin typeface="Times New Roman" panose="02020603050405020304" pitchFamily="18" charset="0"/>
                <a:ea typeface="黑体" panose="02010609060101010101" pitchFamily="49" charset="-122"/>
              </a:rPr>
              <a:t>11</a:t>
            </a:r>
            <a:r>
              <a:rPr lang="zh-CN" altLang="en-US" sz="4200" dirty="0">
                <a:solidFill>
                  <a:srgbClr val="FFFFFF"/>
                </a:solidFill>
                <a:latin typeface="Times New Roman" panose="02020603050405020304" pitchFamily="18" charset="0"/>
                <a:ea typeface="黑体" panose="02010609060101010101" pitchFamily="49" charset="-122"/>
              </a:rPr>
              <a:t>章  智能体与多智能体系统</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98722">
                                            <p:txEl>
                                              <p:pRg st="3" end="3"/>
                                            </p:txEl>
                                          </p:spTgt>
                                        </p:tgtEl>
                                        <p:attrNameLst>
                                          <p:attrName>style.visibility</p:attrName>
                                        </p:attrNameLst>
                                      </p:cBhvr>
                                      <p:to>
                                        <p:strVal val="visible"/>
                                      </p:to>
                                    </p:set>
                                    <p:anim calcmode="lin" valueType="num">
                                      <p:cBhvr additive="base">
                                        <p:cTn id="7" dur="500" fill="hold"/>
                                        <p:tgtEl>
                                          <p:spTgt spid="798722">
                                            <p:txEl>
                                              <p:pRg st="3" end="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9872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22" grpId="0" build="p" autoUpdateAnimBg="0" advAuto="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605B6EC-B6D2-415E-B7AA-5C14E5C30F06}"/>
              </a:ext>
            </a:extLst>
          </p:cNvPr>
          <p:cNvSpPr>
            <a:spLocks noGrp="1"/>
          </p:cNvSpPr>
          <p:nvPr>
            <p:ph type="sldNum" sz="quarter" idx="10"/>
          </p:nvPr>
        </p:nvSpPr>
        <p:spPr/>
        <p:txBody>
          <a:bodyPr/>
          <a:lstStyle/>
          <a:p>
            <a:pPr fontAlgn="base">
              <a:spcBef>
                <a:spcPct val="0"/>
              </a:spcBef>
              <a:spcAft>
                <a:spcPct val="0"/>
              </a:spcAft>
              <a:defRPr/>
            </a:pPr>
            <a:fld id="{DF98D7D0-27E2-431C-B986-779B5D871325}" type="slidenum">
              <a:rPr lang="ja-JP" altLang="en-US">
                <a:latin typeface="Arial"/>
              </a:rPr>
              <a:pPr fontAlgn="base">
                <a:spcBef>
                  <a:spcPct val="0"/>
                </a:spcBef>
                <a:spcAft>
                  <a:spcPct val="0"/>
                </a:spcAft>
                <a:defRPr/>
              </a:pPr>
              <a:t>29</a:t>
            </a:fld>
            <a:endParaRPr lang="en-US" altLang="ja-JP">
              <a:latin typeface="Arial"/>
            </a:endParaRPr>
          </a:p>
        </p:txBody>
      </p:sp>
      <p:sp>
        <p:nvSpPr>
          <p:cNvPr id="642051" name="Rectangle 2">
            <a:extLst>
              <a:ext uri="{FF2B5EF4-FFF2-40B4-BE49-F238E27FC236}">
                <a16:creationId xmlns:a16="http://schemas.microsoft.com/office/drawing/2014/main" id="{2944B0FE-2B72-452B-93ED-28819DEC30CC}"/>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11.4 </a:t>
            </a:r>
            <a:r>
              <a:rPr lang="zh-CN" altLang="en-US" sz="4200" dirty="0">
                <a:solidFill>
                  <a:srgbClr val="FFFFFF"/>
                </a:solidFill>
                <a:latin typeface="Times New Roman" panose="02020603050405020304" pitchFamily="18" charset="0"/>
                <a:ea typeface="黑体" panose="02010609060101010101" pitchFamily="49" charset="-122"/>
              </a:rPr>
              <a:t>多智能体系统的协调</a:t>
            </a:r>
          </a:p>
        </p:txBody>
      </p:sp>
      <p:sp>
        <p:nvSpPr>
          <p:cNvPr id="799747" name="Rectangle 3">
            <a:extLst>
              <a:ext uri="{FF2B5EF4-FFF2-40B4-BE49-F238E27FC236}">
                <a16:creationId xmlns:a16="http://schemas.microsoft.com/office/drawing/2014/main" id="{0157965B-6B05-4EBD-B038-523A3E952F4B}"/>
              </a:ext>
            </a:extLst>
          </p:cNvPr>
          <p:cNvSpPr>
            <a:spLocks noChangeArrowheads="1"/>
          </p:cNvSpPr>
          <p:nvPr/>
        </p:nvSpPr>
        <p:spPr bwMode="auto">
          <a:xfrm>
            <a:off x="1676400" y="1066800"/>
            <a:ext cx="8763000" cy="54864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68400" indent="-49530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738313" indent="-43815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pPr>
            <a:r>
              <a:rPr lang="zh-CN" altLang="en-US" b="1">
                <a:solidFill>
                  <a:srgbClr val="000000"/>
                </a:solidFill>
              </a:rPr>
              <a:t>协调和协作是</a:t>
            </a:r>
            <a:r>
              <a:rPr lang="en-US" altLang="zh-CN" b="1">
                <a:solidFill>
                  <a:srgbClr val="000000"/>
                </a:solidFill>
              </a:rPr>
              <a:t>MAS</a:t>
            </a:r>
            <a:r>
              <a:rPr lang="zh-CN" altLang="en-US" b="1">
                <a:solidFill>
                  <a:srgbClr val="000000"/>
                </a:solidFill>
              </a:rPr>
              <a:t>研究的核心问题之一，是一个系统智能水平的重要体现。</a:t>
            </a:r>
          </a:p>
          <a:p>
            <a:pPr fontAlgn="base">
              <a:spcAft>
                <a:spcPct val="0"/>
              </a:spcAft>
              <a:buClr>
                <a:srgbClr val="CC0000"/>
              </a:buClr>
            </a:pPr>
            <a:r>
              <a:rPr lang="zh-CN" altLang="en-US" b="1">
                <a:solidFill>
                  <a:srgbClr val="000000"/>
                </a:solidFill>
              </a:rPr>
              <a:t>协调是一组</a:t>
            </a:r>
            <a:r>
              <a:rPr lang="en-US" altLang="zh-CN" b="1">
                <a:solidFill>
                  <a:srgbClr val="000000"/>
                </a:solidFill>
              </a:rPr>
              <a:t>Agent</a:t>
            </a:r>
            <a:r>
              <a:rPr lang="zh-CN" altLang="en-US" b="1">
                <a:solidFill>
                  <a:srgbClr val="000000"/>
                </a:solidFill>
              </a:rPr>
              <a:t>完成集体活动时相互作用的性质。</a:t>
            </a:r>
          </a:p>
          <a:p>
            <a:pPr fontAlgn="base">
              <a:spcAft>
                <a:spcPct val="0"/>
              </a:spcAft>
              <a:buClr>
                <a:srgbClr val="CC0000"/>
              </a:buClr>
            </a:pPr>
            <a:r>
              <a:rPr lang="zh-CN" altLang="en-US" b="1">
                <a:solidFill>
                  <a:srgbClr val="000000"/>
                </a:solidFill>
              </a:rPr>
              <a:t>协作是非对抗的</a:t>
            </a:r>
            <a:r>
              <a:rPr lang="en-US" altLang="zh-CN" b="1">
                <a:solidFill>
                  <a:srgbClr val="000000"/>
                </a:solidFill>
              </a:rPr>
              <a:t>Agent</a:t>
            </a:r>
            <a:r>
              <a:rPr lang="zh-CN" altLang="en-US" b="1">
                <a:solidFill>
                  <a:srgbClr val="000000"/>
                </a:solidFill>
              </a:rPr>
              <a:t>之间保持行为协调的特例。</a:t>
            </a:r>
          </a:p>
          <a:p>
            <a:pPr fontAlgn="base">
              <a:spcAft>
                <a:spcPct val="0"/>
              </a:spcAft>
              <a:buClr>
                <a:srgbClr val="CC0000"/>
              </a:buClr>
            </a:pPr>
            <a:r>
              <a:rPr lang="en-US" altLang="zh-CN" b="1">
                <a:solidFill>
                  <a:srgbClr val="000000"/>
                </a:solidFill>
              </a:rPr>
              <a:t>MAS</a:t>
            </a:r>
            <a:r>
              <a:rPr lang="zh-CN" altLang="en-US" b="1">
                <a:solidFill>
                  <a:srgbClr val="000000"/>
                </a:solidFill>
              </a:rPr>
              <a:t>中的协调是指多个</a:t>
            </a:r>
            <a:r>
              <a:rPr lang="en-US" altLang="zh-CN" b="1">
                <a:solidFill>
                  <a:srgbClr val="000000"/>
                </a:solidFill>
              </a:rPr>
              <a:t>Agent</a:t>
            </a:r>
            <a:r>
              <a:rPr lang="zh-CN" altLang="en-US" b="1">
                <a:solidFill>
                  <a:srgbClr val="000000"/>
                </a:solidFill>
              </a:rPr>
              <a:t>为了一致和谐的方式工作而进行交互的过程，避免</a:t>
            </a:r>
            <a:r>
              <a:rPr lang="en-US" altLang="zh-CN" b="1">
                <a:solidFill>
                  <a:srgbClr val="000000"/>
                </a:solidFill>
              </a:rPr>
              <a:t>Agent</a:t>
            </a:r>
            <a:r>
              <a:rPr lang="zh-CN" altLang="en-US" b="1">
                <a:solidFill>
                  <a:srgbClr val="000000"/>
                </a:solidFill>
              </a:rPr>
              <a:t>之间的死锁或活锁。</a:t>
            </a:r>
          </a:p>
          <a:p>
            <a:pPr fontAlgn="base">
              <a:spcAft>
                <a:spcPct val="0"/>
              </a:spcAft>
              <a:buClr>
                <a:srgbClr val="CC0000"/>
              </a:buClr>
            </a:pPr>
            <a:r>
              <a:rPr lang="zh-CN" altLang="en-US" b="1">
                <a:solidFill>
                  <a:srgbClr val="000000"/>
                </a:solidFill>
              </a:rPr>
              <a:t>死锁指多个</a:t>
            </a:r>
            <a:r>
              <a:rPr lang="en-US" altLang="zh-CN" b="1">
                <a:solidFill>
                  <a:srgbClr val="000000"/>
                </a:solidFill>
              </a:rPr>
              <a:t>Agent</a:t>
            </a:r>
            <a:r>
              <a:rPr lang="zh-CN" altLang="en-US" b="1">
                <a:solidFill>
                  <a:srgbClr val="000000"/>
                </a:solidFill>
              </a:rPr>
              <a:t>无法进行各自的下一步动作；活锁指多个</a:t>
            </a:r>
            <a:r>
              <a:rPr lang="en-US" altLang="zh-CN" b="1">
                <a:solidFill>
                  <a:srgbClr val="000000"/>
                </a:solidFill>
              </a:rPr>
              <a:t>Agent</a:t>
            </a:r>
            <a:r>
              <a:rPr lang="zh-CN" altLang="en-US" b="1">
                <a:solidFill>
                  <a:srgbClr val="000000"/>
                </a:solidFill>
              </a:rPr>
              <a:t>不断工作却无任何进展。</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99747">
                                            <p:txEl>
                                              <p:pRg st="0" end="0"/>
                                            </p:txEl>
                                          </p:spTgt>
                                        </p:tgtEl>
                                        <p:attrNameLst>
                                          <p:attrName>style.visibility</p:attrName>
                                        </p:attrNameLst>
                                      </p:cBhvr>
                                      <p:to>
                                        <p:strVal val="visible"/>
                                      </p:to>
                                    </p:set>
                                    <p:anim calcmode="lin" valueType="num">
                                      <p:cBhvr additive="base">
                                        <p:cTn id="7" dur="500" fill="hold"/>
                                        <p:tgtEl>
                                          <p:spTgt spid="7997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997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99747">
                                            <p:txEl>
                                              <p:pRg st="1" end="1"/>
                                            </p:txEl>
                                          </p:spTgt>
                                        </p:tgtEl>
                                        <p:attrNameLst>
                                          <p:attrName>style.visibility</p:attrName>
                                        </p:attrNameLst>
                                      </p:cBhvr>
                                      <p:to>
                                        <p:strVal val="visible"/>
                                      </p:to>
                                    </p:set>
                                    <p:anim calcmode="lin" valueType="num">
                                      <p:cBhvr additive="base">
                                        <p:cTn id="13" dur="500" fill="hold"/>
                                        <p:tgtEl>
                                          <p:spTgt spid="7997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997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nodeType="after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99747">
                                            <p:txEl>
                                              <p:pRg st="2" end="2"/>
                                            </p:txEl>
                                          </p:spTgt>
                                        </p:tgtEl>
                                        <p:attrNameLst>
                                          <p:attrName>style.visibility</p:attrName>
                                        </p:attrNameLst>
                                      </p:cBhvr>
                                      <p:to>
                                        <p:strVal val="visible"/>
                                      </p:to>
                                    </p:set>
                                    <p:anim calcmode="lin" valueType="num">
                                      <p:cBhvr additive="base">
                                        <p:cTn id="19" dur="500" fill="hold"/>
                                        <p:tgtEl>
                                          <p:spTgt spid="7997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997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nodeType="after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99747">
                                            <p:txEl>
                                              <p:pRg st="3" end="3"/>
                                            </p:txEl>
                                          </p:spTgt>
                                        </p:tgtEl>
                                        <p:attrNameLst>
                                          <p:attrName>style.visibility</p:attrName>
                                        </p:attrNameLst>
                                      </p:cBhvr>
                                      <p:to>
                                        <p:strVal val="visible"/>
                                      </p:to>
                                    </p:set>
                                    <p:anim calcmode="lin" valueType="num">
                                      <p:cBhvr additive="base">
                                        <p:cTn id="25" dur="500" fill="hold"/>
                                        <p:tgtEl>
                                          <p:spTgt spid="79974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9974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nodeType="after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99747">
                                            <p:txEl>
                                              <p:pRg st="4" end="4"/>
                                            </p:txEl>
                                          </p:spTgt>
                                        </p:tgtEl>
                                        <p:attrNameLst>
                                          <p:attrName>style.visibility</p:attrName>
                                        </p:attrNameLst>
                                      </p:cBhvr>
                                      <p:to>
                                        <p:strVal val="visible"/>
                                      </p:to>
                                    </p:set>
                                    <p:anim calcmode="lin" valueType="num">
                                      <p:cBhvr additive="base">
                                        <p:cTn id="31" dur="500" fill="hold"/>
                                        <p:tgtEl>
                                          <p:spTgt spid="79974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9974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747"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a:extLst>
              <a:ext uri="{FF2B5EF4-FFF2-40B4-BE49-F238E27FC236}">
                <a16:creationId xmlns:a16="http://schemas.microsoft.com/office/drawing/2014/main" id="{09489F4B-3583-4C3D-8A26-C22773542EC7}"/>
              </a:ext>
            </a:extLst>
          </p:cNvPr>
          <p:cNvSpPr>
            <a:spLocks noGrp="1"/>
          </p:cNvSpPr>
          <p:nvPr>
            <p:ph type="sldNum" sz="quarter" idx="10"/>
          </p:nvPr>
        </p:nvSpPr>
        <p:spPr/>
        <p:txBody>
          <a:bodyPr/>
          <a:lstStyle/>
          <a:p>
            <a:pPr fontAlgn="base">
              <a:spcBef>
                <a:spcPct val="0"/>
              </a:spcBef>
              <a:spcAft>
                <a:spcPct val="0"/>
              </a:spcAft>
              <a:defRPr/>
            </a:pPr>
            <a:fld id="{E7C146DC-2E16-406B-9611-A731A31E7795}" type="slidenum">
              <a:rPr lang="ja-JP" altLang="en-US">
                <a:latin typeface="Arial"/>
              </a:rPr>
              <a:pPr fontAlgn="base">
                <a:spcBef>
                  <a:spcPct val="0"/>
                </a:spcBef>
                <a:spcAft>
                  <a:spcPct val="0"/>
                </a:spcAft>
                <a:defRPr/>
              </a:pPr>
              <a:t>30</a:t>
            </a:fld>
            <a:endParaRPr lang="en-US" altLang="ja-JP">
              <a:latin typeface="Arial"/>
            </a:endParaRPr>
          </a:p>
        </p:txBody>
      </p:sp>
      <p:sp>
        <p:nvSpPr>
          <p:cNvPr id="643075" name="Rectangle 2">
            <a:extLst>
              <a:ext uri="{FF2B5EF4-FFF2-40B4-BE49-F238E27FC236}">
                <a16:creationId xmlns:a16="http://schemas.microsoft.com/office/drawing/2014/main" id="{DE9F5C95-DFDB-4746-B6DA-EFC8AEE5D835}"/>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11.4 </a:t>
            </a:r>
            <a:r>
              <a:rPr lang="zh-CN" altLang="en-US" sz="4200" dirty="0">
                <a:solidFill>
                  <a:srgbClr val="FFFFFF"/>
                </a:solidFill>
                <a:latin typeface="Times New Roman" panose="02020603050405020304" pitchFamily="18" charset="0"/>
                <a:ea typeface="黑体" panose="02010609060101010101" pitchFamily="49" charset="-122"/>
              </a:rPr>
              <a:t>多智能体系统的协调</a:t>
            </a:r>
          </a:p>
        </p:txBody>
      </p:sp>
      <p:sp>
        <p:nvSpPr>
          <p:cNvPr id="800771" name="Rectangle 3">
            <a:extLst>
              <a:ext uri="{FF2B5EF4-FFF2-40B4-BE49-F238E27FC236}">
                <a16:creationId xmlns:a16="http://schemas.microsoft.com/office/drawing/2014/main" id="{6566A6A7-755C-42AA-9E40-3F176ED99039}"/>
              </a:ext>
            </a:extLst>
          </p:cNvPr>
          <p:cNvSpPr>
            <a:spLocks noChangeArrowheads="1"/>
          </p:cNvSpPr>
          <p:nvPr/>
        </p:nvSpPr>
        <p:spPr bwMode="auto">
          <a:xfrm>
            <a:off x="1676400" y="1066800"/>
            <a:ext cx="8763000" cy="54864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68400" indent="-49530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738313" indent="-43815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pPr>
            <a:r>
              <a:rPr lang="zh-CN" altLang="en-US" b="1">
                <a:solidFill>
                  <a:srgbClr val="000000"/>
                </a:solidFill>
              </a:rPr>
              <a:t>当前主要有以下四种协调方法。</a:t>
            </a:r>
          </a:p>
          <a:p>
            <a:pPr fontAlgn="base">
              <a:spcAft>
                <a:spcPct val="0"/>
              </a:spcAft>
              <a:buClr>
                <a:srgbClr val="CC0000"/>
              </a:buClr>
            </a:pPr>
            <a:r>
              <a:rPr lang="en-US" altLang="zh-CN" b="1">
                <a:solidFill>
                  <a:srgbClr val="000000"/>
                </a:solidFill>
              </a:rPr>
              <a:t>(1)</a:t>
            </a:r>
            <a:r>
              <a:rPr lang="zh-CN" altLang="en-US" b="1">
                <a:solidFill>
                  <a:srgbClr val="000000"/>
                </a:solidFill>
              </a:rPr>
              <a:t>基于集中规划的协调：将具备其他</a:t>
            </a:r>
            <a:r>
              <a:rPr lang="en-US" altLang="zh-CN" b="1">
                <a:solidFill>
                  <a:srgbClr val="000000"/>
                </a:solidFill>
              </a:rPr>
              <a:t>Agent</a:t>
            </a:r>
            <a:r>
              <a:rPr lang="zh-CN" altLang="en-US" b="1">
                <a:solidFill>
                  <a:srgbClr val="000000"/>
                </a:solidFill>
              </a:rPr>
              <a:t>的知识、能力和环境资源知识的</a:t>
            </a:r>
            <a:r>
              <a:rPr lang="en-US" altLang="zh-CN" b="1">
                <a:solidFill>
                  <a:srgbClr val="000000"/>
                </a:solidFill>
              </a:rPr>
              <a:t>Agent</a:t>
            </a:r>
            <a:r>
              <a:rPr lang="zh-CN" altLang="en-US" b="1">
                <a:solidFill>
                  <a:srgbClr val="000000"/>
                </a:solidFill>
              </a:rPr>
              <a:t>可作为主控</a:t>
            </a:r>
            <a:r>
              <a:rPr lang="en-US" altLang="zh-CN" b="1">
                <a:solidFill>
                  <a:srgbClr val="000000"/>
                </a:solidFill>
              </a:rPr>
              <a:t>Agent</a:t>
            </a:r>
            <a:r>
              <a:rPr lang="zh-CN" altLang="en-US" b="1">
                <a:solidFill>
                  <a:srgbClr val="000000"/>
                </a:solidFill>
              </a:rPr>
              <a:t>，对该</a:t>
            </a:r>
            <a:r>
              <a:rPr lang="en-US" altLang="zh-CN" b="1">
                <a:solidFill>
                  <a:srgbClr val="000000"/>
                </a:solidFill>
              </a:rPr>
              <a:t>MAS</a:t>
            </a:r>
            <a:r>
              <a:rPr lang="zh-CN" altLang="en-US" b="1">
                <a:solidFill>
                  <a:srgbClr val="000000"/>
                </a:solidFill>
              </a:rPr>
              <a:t>的目标进行分解，对任务进行规划，并指示或建议其他</a:t>
            </a:r>
            <a:r>
              <a:rPr lang="en-US" altLang="zh-CN" b="1">
                <a:solidFill>
                  <a:srgbClr val="000000"/>
                </a:solidFill>
              </a:rPr>
              <a:t>Agent</a:t>
            </a:r>
            <a:r>
              <a:rPr lang="zh-CN" altLang="en-US" b="1">
                <a:solidFill>
                  <a:srgbClr val="000000"/>
                </a:solidFill>
              </a:rPr>
              <a:t>执行相关任务。特别适用于环境和任务相对固定、动态行为集可预计和需要集中监控的情况。</a:t>
            </a:r>
          </a:p>
          <a:p>
            <a:pPr fontAlgn="base">
              <a:spcAft>
                <a:spcPct val="0"/>
              </a:spcAft>
              <a:buClr>
                <a:srgbClr val="CC0000"/>
              </a:buClr>
            </a:pPr>
            <a:r>
              <a:rPr lang="en-US" altLang="zh-CN" b="1">
                <a:solidFill>
                  <a:srgbClr val="000000"/>
                </a:solidFill>
              </a:rPr>
              <a:t>(2)</a:t>
            </a:r>
            <a:r>
              <a:rPr lang="zh-CN" altLang="en-US" b="1">
                <a:solidFill>
                  <a:srgbClr val="000000"/>
                </a:solidFill>
              </a:rPr>
              <a:t>基于协商的协调：通过协商来实现任务的分配。协商是</a:t>
            </a:r>
            <a:r>
              <a:rPr lang="en-US" altLang="zh-CN" b="1">
                <a:solidFill>
                  <a:srgbClr val="000000"/>
                </a:solidFill>
              </a:rPr>
              <a:t>Agent</a:t>
            </a:r>
            <a:r>
              <a:rPr lang="zh-CN" altLang="en-US" b="1">
                <a:solidFill>
                  <a:srgbClr val="000000"/>
                </a:solidFill>
              </a:rPr>
              <a:t>间减缓信息、讨论和达成共识的方式。</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00771">
                                            <p:txEl>
                                              <p:pRg st="0" end="0"/>
                                            </p:txEl>
                                          </p:spTgt>
                                        </p:tgtEl>
                                        <p:attrNameLst>
                                          <p:attrName>style.visibility</p:attrName>
                                        </p:attrNameLst>
                                      </p:cBhvr>
                                      <p:to>
                                        <p:strVal val="visible"/>
                                      </p:to>
                                    </p:set>
                                    <p:anim calcmode="lin" valueType="num">
                                      <p:cBhvr additive="base">
                                        <p:cTn id="7" dur="500" fill="hold"/>
                                        <p:tgtEl>
                                          <p:spTgt spid="8007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007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00771">
                                            <p:txEl>
                                              <p:pRg st="1" end="1"/>
                                            </p:txEl>
                                          </p:spTgt>
                                        </p:tgtEl>
                                        <p:attrNameLst>
                                          <p:attrName>style.visibility</p:attrName>
                                        </p:attrNameLst>
                                      </p:cBhvr>
                                      <p:to>
                                        <p:strVal val="visible"/>
                                      </p:to>
                                    </p:set>
                                    <p:anim calcmode="lin" valueType="num">
                                      <p:cBhvr additive="base">
                                        <p:cTn id="13" dur="500" fill="hold"/>
                                        <p:tgtEl>
                                          <p:spTgt spid="80077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007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nodeType="after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00771">
                                            <p:txEl>
                                              <p:pRg st="2" end="2"/>
                                            </p:txEl>
                                          </p:spTgt>
                                        </p:tgtEl>
                                        <p:attrNameLst>
                                          <p:attrName>style.visibility</p:attrName>
                                        </p:attrNameLst>
                                      </p:cBhvr>
                                      <p:to>
                                        <p:strVal val="visible"/>
                                      </p:to>
                                    </p:set>
                                    <p:anim calcmode="lin" valueType="num">
                                      <p:cBhvr additive="base">
                                        <p:cTn id="19" dur="500" fill="hold"/>
                                        <p:tgtEl>
                                          <p:spTgt spid="80077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0077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771"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a:extLst>
              <a:ext uri="{FF2B5EF4-FFF2-40B4-BE49-F238E27FC236}">
                <a16:creationId xmlns:a16="http://schemas.microsoft.com/office/drawing/2014/main" id="{34EB0C16-EFB7-4FF4-9F0E-40A59D327D21}"/>
              </a:ext>
            </a:extLst>
          </p:cNvPr>
          <p:cNvSpPr>
            <a:spLocks noGrp="1"/>
          </p:cNvSpPr>
          <p:nvPr>
            <p:ph type="sldNum" sz="quarter" idx="10"/>
          </p:nvPr>
        </p:nvSpPr>
        <p:spPr/>
        <p:txBody>
          <a:bodyPr/>
          <a:lstStyle/>
          <a:p>
            <a:pPr fontAlgn="base">
              <a:spcBef>
                <a:spcPct val="0"/>
              </a:spcBef>
              <a:spcAft>
                <a:spcPct val="0"/>
              </a:spcAft>
              <a:defRPr/>
            </a:pPr>
            <a:fld id="{B02C372D-A21B-44C7-A505-2A8035792997}" type="slidenum">
              <a:rPr lang="ja-JP" altLang="en-US">
                <a:latin typeface="Arial"/>
              </a:rPr>
              <a:pPr fontAlgn="base">
                <a:spcBef>
                  <a:spcPct val="0"/>
                </a:spcBef>
                <a:spcAft>
                  <a:spcPct val="0"/>
                </a:spcAft>
                <a:defRPr/>
              </a:pPr>
              <a:t>31</a:t>
            </a:fld>
            <a:endParaRPr lang="en-US" altLang="ja-JP">
              <a:latin typeface="Arial"/>
            </a:endParaRPr>
          </a:p>
        </p:txBody>
      </p:sp>
      <p:sp>
        <p:nvSpPr>
          <p:cNvPr id="644099" name="Rectangle 2">
            <a:extLst>
              <a:ext uri="{FF2B5EF4-FFF2-40B4-BE49-F238E27FC236}">
                <a16:creationId xmlns:a16="http://schemas.microsoft.com/office/drawing/2014/main" id="{17340AD6-2949-4921-A21E-65B2ACCA45B5}"/>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11.4 </a:t>
            </a:r>
            <a:r>
              <a:rPr lang="zh-CN" altLang="en-US" sz="4200" dirty="0">
                <a:solidFill>
                  <a:srgbClr val="FFFFFF"/>
                </a:solidFill>
                <a:latin typeface="Times New Roman" panose="02020603050405020304" pitchFamily="18" charset="0"/>
                <a:ea typeface="黑体" panose="02010609060101010101" pitchFamily="49" charset="-122"/>
              </a:rPr>
              <a:t>多智能体系统的协调</a:t>
            </a:r>
          </a:p>
        </p:txBody>
      </p:sp>
      <p:sp>
        <p:nvSpPr>
          <p:cNvPr id="801795" name="Rectangle 3">
            <a:extLst>
              <a:ext uri="{FF2B5EF4-FFF2-40B4-BE49-F238E27FC236}">
                <a16:creationId xmlns:a16="http://schemas.microsoft.com/office/drawing/2014/main" id="{564BC832-BCD3-469B-AA60-0E5DF1662123}"/>
              </a:ext>
            </a:extLst>
          </p:cNvPr>
          <p:cNvSpPr>
            <a:spLocks noChangeArrowheads="1"/>
          </p:cNvSpPr>
          <p:nvPr/>
        </p:nvSpPr>
        <p:spPr bwMode="auto">
          <a:xfrm>
            <a:off x="1524000" y="914400"/>
            <a:ext cx="8915400" cy="57150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33400" indent="-5334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68400" indent="-49530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738313" indent="-43815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Bef>
                <a:spcPct val="20000"/>
              </a:spcBef>
              <a:spcAft>
                <a:spcPct val="0"/>
              </a:spcAft>
              <a:buClr>
                <a:srgbClr val="CC0000"/>
              </a:buClr>
            </a:pPr>
            <a:r>
              <a:rPr lang="zh-CN" altLang="en-US" b="1">
                <a:solidFill>
                  <a:srgbClr val="000000"/>
                </a:solidFill>
              </a:rPr>
              <a:t>当前主要有以下四种协调方法。</a:t>
            </a:r>
          </a:p>
          <a:p>
            <a:pPr fontAlgn="base">
              <a:spcBef>
                <a:spcPct val="20000"/>
              </a:spcBef>
              <a:spcAft>
                <a:spcPct val="0"/>
              </a:spcAft>
              <a:buClr>
                <a:srgbClr val="CC0000"/>
              </a:buClr>
            </a:pPr>
            <a:r>
              <a:rPr lang="en-US" altLang="zh-CN" b="1">
                <a:solidFill>
                  <a:srgbClr val="000000"/>
                </a:solidFill>
              </a:rPr>
              <a:t>(3)</a:t>
            </a:r>
            <a:r>
              <a:rPr lang="zh-CN" altLang="en-US" b="1">
                <a:solidFill>
                  <a:srgbClr val="000000"/>
                </a:solidFill>
              </a:rPr>
              <a:t>基于对策论的协调：有通信协调和无通信协调两类。无通信协调是在没有通信的情况下，</a:t>
            </a:r>
            <a:r>
              <a:rPr lang="en-US" altLang="zh-CN" b="1">
                <a:solidFill>
                  <a:srgbClr val="000000"/>
                </a:solidFill>
              </a:rPr>
              <a:t>Agent</a:t>
            </a:r>
            <a:r>
              <a:rPr lang="zh-CN" altLang="en-US" b="1">
                <a:solidFill>
                  <a:srgbClr val="000000"/>
                </a:solidFill>
              </a:rPr>
              <a:t>根据对方及自身效益模型，按照对策论选择适当行为，</a:t>
            </a:r>
            <a:r>
              <a:rPr lang="en-US" altLang="zh-CN" b="1">
                <a:solidFill>
                  <a:srgbClr val="000000"/>
                </a:solidFill>
              </a:rPr>
              <a:t>Agent</a:t>
            </a:r>
            <a:r>
              <a:rPr lang="zh-CN" altLang="en-US" b="1">
                <a:solidFill>
                  <a:srgbClr val="000000"/>
                </a:solidFill>
              </a:rPr>
              <a:t>至多也只能达到协调的平衡解。在有通信协调中则可得到协作解。</a:t>
            </a:r>
          </a:p>
          <a:p>
            <a:pPr fontAlgn="base">
              <a:spcBef>
                <a:spcPct val="20000"/>
              </a:spcBef>
              <a:spcAft>
                <a:spcPct val="0"/>
              </a:spcAft>
              <a:buClr>
                <a:srgbClr val="CC0000"/>
              </a:buClr>
            </a:pPr>
            <a:r>
              <a:rPr lang="en-US" altLang="zh-CN" b="1">
                <a:solidFill>
                  <a:srgbClr val="000000"/>
                </a:solidFill>
              </a:rPr>
              <a:t>(4)</a:t>
            </a:r>
            <a:r>
              <a:rPr lang="zh-CN" altLang="en-US" b="1">
                <a:solidFill>
                  <a:srgbClr val="000000"/>
                </a:solidFill>
              </a:rPr>
              <a:t>基于社会规划的协调：以每个</a:t>
            </a:r>
            <a:r>
              <a:rPr lang="en-US" altLang="zh-CN" b="1">
                <a:solidFill>
                  <a:srgbClr val="000000"/>
                </a:solidFill>
              </a:rPr>
              <a:t>Agent</a:t>
            </a:r>
            <a:r>
              <a:rPr lang="zh-CN" altLang="en-US" b="1">
                <a:solidFill>
                  <a:srgbClr val="000000"/>
                </a:solidFill>
              </a:rPr>
              <a:t>必须遵循的社会规则、过滤策略、标准和惯例为基础的协调方法。这些规则对于</a:t>
            </a:r>
            <a:r>
              <a:rPr lang="en-US" altLang="zh-CN" b="1">
                <a:solidFill>
                  <a:srgbClr val="000000"/>
                </a:solidFill>
              </a:rPr>
              <a:t>Agent</a:t>
            </a:r>
            <a:r>
              <a:rPr lang="zh-CN" altLang="en-US" b="1">
                <a:solidFill>
                  <a:srgbClr val="000000"/>
                </a:solidFill>
              </a:rPr>
              <a:t>的行为加以限制，过滤某些有冲突的意图和行为，保证其他</a:t>
            </a:r>
            <a:r>
              <a:rPr lang="en-US" altLang="zh-CN" b="1">
                <a:solidFill>
                  <a:srgbClr val="000000"/>
                </a:solidFill>
              </a:rPr>
              <a:t>Agent</a:t>
            </a:r>
            <a:r>
              <a:rPr lang="zh-CN" altLang="en-US" b="1">
                <a:solidFill>
                  <a:srgbClr val="000000"/>
                </a:solidFill>
              </a:rPr>
              <a:t>必须的行为方式。</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01795">
                                            <p:txEl>
                                              <p:pRg st="0" end="0"/>
                                            </p:txEl>
                                          </p:spTgt>
                                        </p:tgtEl>
                                        <p:attrNameLst>
                                          <p:attrName>style.visibility</p:attrName>
                                        </p:attrNameLst>
                                      </p:cBhvr>
                                      <p:to>
                                        <p:strVal val="visible"/>
                                      </p:to>
                                    </p:set>
                                    <p:anim calcmode="lin" valueType="num">
                                      <p:cBhvr additive="base">
                                        <p:cTn id="7" dur="500" fill="hold"/>
                                        <p:tgtEl>
                                          <p:spTgt spid="8017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017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01795">
                                            <p:txEl>
                                              <p:pRg st="1" end="1"/>
                                            </p:txEl>
                                          </p:spTgt>
                                        </p:tgtEl>
                                        <p:attrNameLst>
                                          <p:attrName>style.visibility</p:attrName>
                                        </p:attrNameLst>
                                      </p:cBhvr>
                                      <p:to>
                                        <p:strVal val="visible"/>
                                      </p:to>
                                    </p:set>
                                    <p:anim calcmode="lin" valueType="num">
                                      <p:cBhvr additive="base">
                                        <p:cTn id="13" dur="500" fill="hold"/>
                                        <p:tgtEl>
                                          <p:spTgt spid="80179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017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nodeType="after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01795">
                                            <p:txEl>
                                              <p:pRg st="2" end="2"/>
                                            </p:txEl>
                                          </p:spTgt>
                                        </p:tgtEl>
                                        <p:attrNameLst>
                                          <p:attrName>style.visibility</p:attrName>
                                        </p:attrNameLst>
                                      </p:cBhvr>
                                      <p:to>
                                        <p:strVal val="visible"/>
                                      </p:to>
                                    </p:set>
                                    <p:anim calcmode="lin" valueType="num">
                                      <p:cBhvr additive="base">
                                        <p:cTn id="19" dur="500" fill="hold"/>
                                        <p:tgtEl>
                                          <p:spTgt spid="80179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0179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1795"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a:extLst>
              <a:ext uri="{FF2B5EF4-FFF2-40B4-BE49-F238E27FC236}">
                <a16:creationId xmlns:a16="http://schemas.microsoft.com/office/drawing/2014/main" id="{964F1ABB-1E3F-41BA-90D0-86219653C603}"/>
              </a:ext>
            </a:extLst>
          </p:cNvPr>
          <p:cNvSpPr>
            <a:spLocks noGrp="1"/>
          </p:cNvSpPr>
          <p:nvPr>
            <p:ph type="sldNum" sz="quarter" idx="10"/>
          </p:nvPr>
        </p:nvSpPr>
        <p:spPr/>
        <p:txBody>
          <a:bodyPr/>
          <a:lstStyle/>
          <a:p>
            <a:pPr fontAlgn="base">
              <a:spcBef>
                <a:spcPct val="0"/>
              </a:spcBef>
              <a:spcAft>
                <a:spcPct val="0"/>
              </a:spcAft>
              <a:defRPr/>
            </a:pPr>
            <a:fld id="{7F52AFEE-2F5A-46EF-ACA8-003F7667D40B}" type="slidenum">
              <a:rPr lang="ja-JP" altLang="en-US">
                <a:latin typeface="Arial"/>
              </a:rPr>
              <a:pPr fontAlgn="base">
                <a:spcBef>
                  <a:spcPct val="0"/>
                </a:spcBef>
                <a:spcAft>
                  <a:spcPct val="0"/>
                </a:spcAft>
                <a:defRPr/>
              </a:pPr>
              <a:t>32</a:t>
            </a:fld>
            <a:endParaRPr lang="en-US" altLang="ja-JP">
              <a:latin typeface="Arial"/>
            </a:endParaRPr>
          </a:p>
        </p:txBody>
      </p:sp>
      <p:sp>
        <p:nvSpPr>
          <p:cNvPr id="802818" name="Rectangle 2">
            <a:extLst>
              <a:ext uri="{FF2B5EF4-FFF2-40B4-BE49-F238E27FC236}">
                <a16:creationId xmlns:a16="http://schemas.microsoft.com/office/drawing/2014/main" id="{911A5BDE-D25A-426F-95C5-ABE9EBAD4F42}"/>
              </a:ext>
            </a:extLst>
          </p:cNvPr>
          <p:cNvSpPr>
            <a:spLocks noChangeArrowheads="1"/>
          </p:cNvSpPr>
          <p:nvPr/>
        </p:nvSpPr>
        <p:spPr bwMode="auto">
          <a:xfrm>
            <a:off x="544286" y="1345359"/>
            <a:ext cx="8283575" cy="4019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11.1 </a:t>
            </a:r>
            <a:r>
              <a:rPr lang="zh-CN" altLang="en-US" b="1" dirty="0">
                <a:solidFill>
                  <a:srgbClr val="000000"/>
                </a:solidFill>
                <a:latin typeface="Times New Roman" panose="02020603050405020304" pitchFamily="18" charset="0"/>
              </a:rPr>
              <a:t>智能体的概念与结构</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11.2 </a:t>
            </a:r>
            <a:r>
              <a:rPr lang="zh-CN" altLang="en-US" b="1" dirty="0">
                <a:solidFill>
                  <a:srgbClr val="000000"/>
                </a:solidFill>
                <a:latin typeface="Times New Roman" panose="02020603050405020304" pitchFamily="18" charset="0"/>
              </a:rPr>
              <a:t>多智能体系统的概念与结构</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11.3 </a:t>
            </a:r>
            <a:r>
              <a:rPr lang="zh-CN" altLang="en-US" b="1" dirty="0">
                <a:solidFill>
                  <a:srgbClr val="000000"/>
                </a:solidFill>
                <a:latin typeface="Times New Roman" panose="02020603050405020304" pitchFamily="18" charset="0"/>
              </a:rPr>
              <a:t>多智能体系统的通信</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11.4 </a:t>
            </a:r>
            <a:r>
              <a:rPr lang="zh-CN" altLang="en-US" b="1" dirty="0">
                <a:solidFill>
                  <a:srgbClr val="000000"/>
                </a:solidFill>
                <a:latin typeface="Times New Roman" panose="02020603050405020304" pitchFamily="18" charset="0"/>
              </a:rPr>
              <a:t>多智能体系统的协调</a:t>
            </a:r>
          </a:p>
          <a:p>
            <a:pPr fontAlgn="base">
              <a:spcBef>
                <a:spcPct val="30000"/>
              </a:spcBef>
              <a:spcAft>
                <a:spcPct val="0"/>
              </a:spcAft>
              <a:buClr>
                <a:srgbClr val="0000FF"/>
              </a:buClr>
              <a:buSzPct val="150000"/>
              <a:buFont typeface="Wingdings" panose="05000000000000000000" pitchFamily="2" charset="2"/>
              <a:buChar char="ü"/>
            </a:pPr>
            <a:r>
              <a:rPr lang="en-US" altLang="zh-CN" b="1" dirty="0">
                <a:solidFill>
                  <a:srgbClr val="0000FF"/>
                </a:solidFill>
                <a:latin typeface="Times New Roman" panose="02020603050405020304" pitchFamily="18" charset="0"/>
              </a:rPr>
              <a:t>11.5 </a:t>
            </a:r>
            <a:r>
              <a:rPr lang="zh-CN" altLang="en-US" b="1" dirty="0">
                <a:solidFill>
                  <a:srgbClr val="0000FF"/>
                </a:solidFill>
                <a:latin typeface="Times New Roman" panose="02020603050405020304" pitchFamily="18" charset="0"/>
              </a:rPr>
              <a:t>多智能体系统的协作</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11.6 </a:t>
            </a:r>
            <a:r>
              <a:rPr lang="zh-CN" altLang="en-US" b="1" dirty="0">
                <a:solidFill>
                  <a:srgbClr val="000000"/>
                </a:solidFill>
                <a:latin typeface="Times New Roman" panose="02020603050405020304" pitchFamily="18" charset="0"/>
              </a:rPr>
              <a:t>多智能体系统的协商</a:t>
            </a:r>
          </a:p>
          <a:p>
            <a:pPr fontAlgn="base">
              <a:spcBef>
                <a:spcPct val="30000"/>
              </a:spcBef>
              <a:spcAft>
                <a:spcPct val="0"/>
              </a:spcAft>
              <a:buClrTx/>
              <a:buNone/>
            </a:pPr>
            <a:endParaRPr lang="en-US" altLang="zh-CN" b="1" dirty="0">
              <a:solidFill>
                <a:srgbClr val="000000"/>
              </a:solidFill>
              <a:latin typeface="Times New Roman" panose="02020603050405020304" pitchFamily="18" charset="0"/>
            </a:endParaRPr>
          </a:p>
        </p:txBody>
      </p:sp>
      <p:sp>
        <p:nvSpPr>
          <p:cNvPr id="645124" name="Rectangle 3">
            <a:extLst>
              <a:ext uri="{FF2B5EF4-FFF2-40B4-BE49-F238E27FC236}">
                <a16:creationId xmlns:a16="http://schemas.microsoft.com/office/drawing/2014/main" id="{B7D9EA6D-1689-49F2-83AC-8359A23DD44F}"/>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4200" dirty="0">
                <a:solidFill>
                  <a:srgbClr val="FFFFFF"/>
                </a:solidFill>
                <a:latin typeface="Times New Roman" panose="02020603050405020304" pitchFamily="18" charset="0"/>
                <a:ea typeface="黑体" panose="02010609060101010101" pitchFamily="49" charset="-122"/>
              </a:rPr>
              <a:t>第</a:t>
            </a:r>
            <a:r>
              <a:rPr lang="en-US" altLang="zh-CN" sz="4200" dirty="0">
                <a:solidFill>
                  <a:srgbClr val="FFFFFF"/>
                </a:solidFill>
                <a:latin typeface="Times New Roman" panose="02020603050405020304" pitchFamily="18" charset="0"/>
                <a:ea typeface="黑体" panose="02010609060101010101" pitchFamily="49" charset="-122"/>
              </a:rPr>
              <a:t>11</a:t>
            </a:r>
            <a:r>
              <a:rPr lang="zh-CN" altLang="en-US" sz="4200" dirty="0">
                <a:solidFill>
                  <a:srgbClr val="FFFFFF"/>
                </a:solidFill>
                <a:latin typeface="Times New Roman" panose="02020603050405020304" pitchFamily="18" charset="0"/>
                <a:ea typeface="黑体" panose="02010609060101010101" pitchFamily="49" charset="-122"/>
              </a:rPr>
              <a:t>章  智能体与多智能体系统</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02818">
                                            <p:txEl>
                                              <p:pRg st="4" end="4"/>
                                            </p:txEl>
                                          </p:spTgt>
                                        </p:tgtEl>
                                        <p:attrNameLst>
                                          <p:attrName>style.visibility</p:attrName>
                                        </p:attrNameLst>
                                      </p:cBhvr>
                                      <p:to>
                                        <p:strVal val="visible"/>
                                      </p:to>
                                    </p:set>
                                    <p:anim calcmode="lin" valueType="num">
                                      <p:cBhvr additive="base">
                                        <p:cTn id="7" dur="500" fill="hold"/>
                                        <p:tgtEl>
                                          <p:spTgt spid="802818">
                                            <p:txEl>
                                              <p:pRg st="4" end="4"/>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02818">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2818" grpId="0" build="p" autoUpdateAnimBg="0" advAuto="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2178C72D-3339-45C8-925F-F8AB6DFE6D43}"/>
              </a:ext>
            </a:extLst>
          </p:cNvPr>
          <p:cNvSpPr>
            <a:spLocks noGrp="1"/>
          </p:cNvSpPr>
          <p:nvPr>
            <p:ph type="sldNum" sz="quarter" idx="10"/>
          </p:nvPr>
        </p:nvSpPr>
        <p:spPr/>
        <p:txBody>
          <a:bodyPr/>
          <a:lstStyle/>
          <a:p>
            <a:pPr fontAlgn="base">
              <a:spcBef>
                <a:spcPct val="0"/>
              </a:spcBef>
              <a:spcAft>
                <a:spcPct val="0"/>
              </a:spcAft>
              <a:defRPr/>
            </a:pPr>
            <a:fld id="{A9853DAC-F03C-472B-8A94-80ACD3CCA384}" type="slidenum">
              <a:rPr lang="ja-JP" altLang="en-US">
                <a:latin typeface="Arial"/>
              </a:rPr>
              <a:pPr fontAlgn="base">
                <a:spcBef>
                  <a:spcPct val="0"/>
                </a:spcBef>
                <a:spcAft>
                  <a:spcPct val="0"/>
                </a:spcAft>
                <a:defRPr/>
              </a:pPr>
              <a:t>33</a:t>
            </a:fld>
            <a:endParaRPr lang="en-US" altLang="ja-JP">
              <a:latin typeface="Arial"/>
            </a:endParaRPr>
          </a:p>
        </p:txBody>
      </p:sp>
      <p:sp>
        <p:nvSpPr>
          <p:cNvPr id="646147" name="Rectangle 2">
            <a:extLst>
              <a:ext uri="{FF2B5EF4-FFF2-40B4-BE49-F238E27FC236}">
                <a16:creationId xmlns:a16="http://schemas.microsoft.com/office/drawing/2014/main" id="{3C3ACBAF-7F4B-4037-B215-91ECDA78BD4B}"/>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11.5 </a:t>
            </a:r>
            <a:r>
              <a:rPr lang="zh-CN" altLang="en-US" sz="4200" dirty="0">
                <a:solidFill>
                  <a:srgbClr val="FFFFFF"/>
                </a:solidFill>
                <a:latin typeface="Times New Roman" panose="02020603050405020304" pitchFamily="18" charset="0"/>
                <a:ea typeface="黑体" panose="02010609060101010101" pitchFamily="49" charset="-122"/>
              </a:rPr>
              <a:t>多智能体系统的协作</a:t>
            </a:r>
          </a:p>
        </p:txBody>
      </p:sp>
      <p:sp>
        <p:nvSpPr>
          <p:cNvPr id="646148" name="Rectangle 3">
            <a:extLst>
              <a:ext uri="{FF2B5EF4-FFF2-40B4-BE49-F238E27FC236}">
                <a16:creationId xmlns:a16="http://schemas.microsoft.com/office/drawing/2014/main" id="{6ACF7337-60AA-4659-A173-A0B4F51200CA}"/>
              </a:ext>
            </a:extLst>
          </p:cNvPr>
          <p:cNvSpPr>
            <a:spLocks noChangeArrowheads="1"/>
          </p:cNvSpPr>
          <p:nvPr/>
        </p:nvSpPr>
        <p:spPr bwMode="auto">
          <a:xfrm>
            <a:off x="381000" y="905070"/>
            <a:ext cx="84582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Aft>
                <a:spcPct val="0"/>
              </a:spcAft>
              <a:buClr>
                <a:srgbClr val="CC0000"/>
              </a:buClr>
              <a:buNone/>
            </a:pPr>
            <a:r>
              <a:rPr lang="en-US" altLang="zh-CN" b="1" dirty="0">
                <a:solidFill>
                  <a:srgbClr val="000000"/>
                </a:solidFill>
              </a:rPr>
              <a:t>11.5.1</a:t>
            </a:r>
            <a:r>
              <a:rPr lang="zh-CN" altLang="en-US" b="1" dirty="0">
                <a:solidFill>
                  <a:srgbClr val="000000"/>
                </a:solidFill>
              </a:rPr>
              <a:t>多智能体的协作类型</a:t>
            </a:r>
            <a:r>
              <a:rPr lang="zh-CN" altLang="en-US" dirty="0">
                <a:solidFill>
                  <a:srgbClr val="000000"/>
                </a:solidFill>
              </a:rPr>
              <a:t> </a:t>
            </a:r>
            <a:endParaRPr lang="zh-CN" altLang="en-US" b="1" dirty="0">
              <a:solidFill>
                <a:srgbClr val="000000"/>
              </a:solidFill>
              <a:latin typeface="Times New Roman" panose="02020603050405020304" pitchFamily="18" charset="0"/>
            </a:endParaRPr>
          </a:p>
          <a:p>
            <a:pPr algn="just" fontAlgn="base">
              <a:spcAft>
                <a:spcPct val="0"/>
              </a:spcAft>
              <a:buClr>
                <a:srgbClr val="CC0000"/>
              </a:buClr>
              <a:buNone/>
            </a:pPr>
            <a:endParaRPr lang="en-US" altLang="zh-CN" b="1" dirty="0">
              <a:solidFill>
                <a:srgbClr val="000000"/>
              </a:solidFill>
              <a:latin typeface="Times New Roman" panose="02020603050405020304" pitchFamily="18" charset="0"/>
            </a:endParaRPr>
          </a:p>
        </p:txBody>
      </p:sp>
      <p:sp>
        <p:nvSpPr>
          <p:cNvPr id="803844" name="Rectangle 4">
            <a:extLst>
              <a:ext uri="{FF2B5EF4-FFF2-40B4-BE49-F238E27FC236}">
                <a16:creationId xmlns:a16="http://schemas.microsoft.com/office/drawing/2014/main" id="{375BA3A7-AEAF-4508-9318-5D9CC5AFD472}"/>
              </a:ext>
            </a:extLst>
          </p:cNvPr>
          <p:cNvSpPr>
            <a:spLocks noChangeArrowheads="1"/>
          </p:cNvSpPr>
          <p:nvPr/>
        </p:nvSpPr>
        <p:spPr bwMode="auto">
          <a:xfrm>
            <a:off x="1752600" y="1676400"/>
            <a:ext cx="8763000" cy="50292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Bef>
                <a:spcPct val="20000"/>
              </a:spcBef>
              <a:spcAft>
                <a:spcPct val="0"/>
              </a:spcAft>
              <a:buClr>
                <a:srgbClr val="CC0000"/>
              </a:buClr>
            </a:pPr>
            <a:r>
              <a:rPr lang="zh-CN" altLang="en-US" sz="2400" b="1">
                <a:solidFill>
                  <a:srgbClr val="000000"/>
                </a:solidFill>
              </a:rPr>
              <a:t>（</a:t>
            </a:r>
            <a:r>
              <a:rPr lang="en-US" altLang="zh-CN" sz="2400" b="1">
                <a:solidFill>
                  <a:srgbClr val="000000"/>
                </a:solidFill>
              </a:rPr>
              <a:t>1</a:t>
            </a:r>
            <a:r>
              <a:rPr lang="zh-CN" altLang="en-US" sz="2400" b="1">
                <a:solidFill>
                  <a:srgbClr val="000000"/>
                </a:solidFill>
              </a:rPr>
              <a:t>）完全协作型：系统中的智能体围绕一个共同的全局目标全力以赴地协作，各个智能体没有自己的局部目标。</a:t>
            </a:r>
          </a:p>
          <a:p>
            <a:pPr fontAlgn="base">
              <a:spcBef>
                <a:spcPct val="20000"/>
              </a:spcBef>
              <a:spcAft>
                <a:spcPct val="0"/>
              </a:spcAft>
              <a:buClr>
                <a:srgbClr val="CC0000"/>
              </a:buClr>
            </a:pPr>
            <a:r>
              <a:rPr lang="zh-CN" altLang="en-US" sz="2400" b="1">
                <a:solidFill>
                  <a:srgbClr val="000000"/>
                </a:solidFill>
              </a:rPr>
              <a:t>（</a:t>
            </a:r>
            <a:r>
              <a:rPr lang="en-US" altLang="zh-CN" sz="2400" b="1">
                <a:solidFill>
                  <a:srgbClr val="000000"/>
                </a:solidFill>
              </a:rPr>
              <a:t>2</a:t>
            </a:r>
            <a:r>
              <a:rPr lang="zh-CN" altLang="en-US" sz="2400" b="1">
                <a:solidFill>
                  <a:srgbClr val="000000"/>
                </a:solidFill>
              </a:rPr>
              <a:t>）协作型：系统中的智能体具有一个共同的全局目标，同时各个智能体还有与全局目标一致的局部目标。</a:t>
            </a:r>
          </a:p>
          <a:p>
            <a:pPr fontAlgn="base">
              <a:spcBef>
                <a:spcPct val="20000"/>
              </a:spcBef>
              <a:spcAft>
                <a:spcPct val="0"/>
              </a:spcAft>
              <a:buClr>
                <a:srgbClr val="CC0000"/>
              </a:buClr>
            </a:pPr>
            <a:r>
              <a:rPr lang="zh-CN" altLang="en-US" sz="2400" b="1">
                <a:solidFill>
                  <a:srgbClr val="000000"/>
                </a:solidFill>
              </a:rPr>
              <a:t>（</a:t>
            </a:r>
            <a:r>
              <a:rPr lang="en-US" altLang="zh-CN" sz="2400" b="1">
                <a:solidFill>
                  <a:srgbClr val="000000"/>
                </a:solidFill>
              </a:rPr>
              <a:t>3</a:t>
            </a:r>
            <a:r>
              <a:rPr lang="zh-CN" altLang="en-US" sz="2400" b="1">
                <a:solidFill>
                  <a:srgbClr val="000000"/>
                </a:solidFill>
              </a:rPr>
              <a:t>）自私型：系统中不存在共同的全局目标，各智能体都为自己的局部目标工作，而且目标之间可能存在冲突。</a:t>
            </a:r>
          </a:p>
          <a:p>
            <a:pPr fontAlgn="base">
              <a:spcBef>
                <a:spcPct val="20000"/>
              </a:spcBef>
              <a:spcAft>
                <a:spcPct val="0"/>
              </a:spcAft>
              <a:buClr>
                <a:srgbClr val="CC0000"/>
              </a:buClr>
            </a:pPr>
            <a:r>
              <a:rPr lang="zh-CN" altLang="en-US" sz="2400" b="1">
                <a:solidFill>
                  <a:srgbClr val="000000"/>
                </a:solidFill>
              </a:rPr>
              <a:t>（</a:t>
            </a:r>
            <a:r>
              <a:rPr lang="en-US" altLang="zh-CN" sz="2400" b="1">
                <a:solidFill>
                  <a:srgbClr val="000000"/>
                </a:solidFill>
              </a:rPr>
              <a:t>4</a:t>
            </a:r>
            <a:r>
              <a:rPr lang="zh-CN" altLang="en-US" sz="2400" b="1">
                <a:solidFill>
                  <a:srgbClr val="000000"/>
                </a:solidFill>
              </a:rPr>
              <a:t>）完全自私型：系统中不存在共同的目标，各智能体都为自己的局部目标工作，并且不考虑任何协作行为。</a:t>
            </a:r>
          </a:p>
          <a:p>
            <a:pPr fontAlgn="base">
              <a:spcBef>
                <a:spcPct val="20000"/>
              </a:spcBef>
              <a:spcAft>
                <a:spcPct val="0"/>
              </a:spcAft>
              <a:buClr>
                <a:srgbClr val="CC0000"/>
              </a:buClr>
            </a:pPr>
            <a:r>
              <a:rPr lang="zh-CN" altLang="en-US" sz="2400" b="1">
                <a:solidFill>
                  <a:srgbClr val="000000"/>
                </a:solidFill>
              </a:rPr>
              <a:t>（</a:t>
            </a:r>
            <a:r>
              <a:rPr lang="en-US" altLang="zh-CN" sz="2400" b="1">
                <a:solidFill>
                  <a:srgbClr val="000000"/>
                </a:solidFill>
              </a:rPr>
              <a:t>5</a:t>
            </a:r>
            <a:r>
              <a:rPr lang="zh-CN" altLang="en-US" sz="2400" b="1">
                <a:solidFill>
                  <a:srgbClr val="000000"/>
                </a:solidFill>
              </a:rPr>
              <a:t>）协作与自私共存型：系统中既存在共同的全局目标，某些智能体也可能还具有与全局目标无直接联系的局部目标。</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03844">
                                            <p:txEl>
                                              <p:pRg st="0" end="0"/>
                                            </p:txEl>
                                          </p:spTgt>
                                        </p:tgtEl>
                                        <p:attrNameLst>
                                          <p:attrName>style.visibility</p:attrName>
                                        </p:attrNameLst>
                                      </p:cBhvr>
                                      <p:to>
                                        <p:strVal val="visible"/>
                                      </p:to>
                                    </p:set>
                                    <p:anim calcmode="lin" valueType="num">
                                      <p:cBhvr additive="base">
                                        <p:cTn id="7" dur="500" fill="hold"/>
                                        <p:tgtEl>
                                          <p:spTgt spid="80384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0384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03844">
                                            <p:txEl>
                                              <p:pRg st="1" end="1"/>
                                            </p:txEl>
                                          </p:spTgt>
                                        </p:tgtEl>
                                        <p:attrNameLst>
                                          <p:attrName>style.visibility</p:attrName>
                                        </p:attrNameLst>
                                      </p:cBhvr>
                                      <p:to>
                                        <p:strVal val="visible"/>
                                      </p:to>
                                    </p:set>
                                    <p:anim calcmode="lin" valueType="num">
                                      <p:cBhvr additive="base">
                                        <p:cTn id="13" dur="500" fill="hold"/>
                                        <p:tgtEl>
                                          <p:spTgt spid="80384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0384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03844">
                                            <p:txEl>
                                              <p:pRg st="2" end="2"/>
                                            </p:txEl>
                                          </p:spTgt>
                                        </p:tgtEl>
                                        <p:attrNameLst>
                                          <p:attrName>style.visibility</p:attrName>
                                        </p:attrNameLst>
                                      </p:cBhvr>
                                      <p:to>
                                        <p:strVal val="visible"/>
                                      </p:to>
                                    </p:set>
                                    <p:anim calcmode="lin" valueType="num">
                                      <p:cBhvr additive="base">
                                        <p:cTn id="19" dur="500" fill="hold"/>
                                        <p:tgtEl>
                                          <p:spTgt spid="80384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0384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03844">
                                            <p:txEl>
                                              <p:pRg st="3" end="3"/>
                                            </p:txEl>
                                          </p:spTgt>
                                        </p:tgtEl>
                                        <p:attrNameLst>
                                          <p:attrName>style.visibility</p:attrName>
                                        </p:attrNameLst>
                                      </p:cBhvr>
                                      <p:to>
                                        <p:strVal val="visible"/>
                                      </p:to>
                                    </p:set>
                                    <p:anim calcmode="lin" valueType="num">
                                      <p:cBhvr additive="base">
                                        <p:cTn id="25" dur="500" fill="hold"/>
                                        <p:tgtEl>
                                          <p:spTgt spid="80384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0384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03844">
                                            <p:txEl>
                                              <p:pRg st="4" end="4"/>
                                            </p:txEl>
                                          </p:spTgt>
                                        </p:tgtEl>
                                        <p:attrNameLst>
                                          <p:attrName>style.visibility</p:attrName>
                                        </p:attrNameLst>
                                      </p:cBhvr>
                                      <p:to>
                                        <p:strVal val="visible"/>
                                      </p:to>
                                    </p:set>
                                    <p:anim calcmode="lin" valueType="num">
                                      <p:cBhvr additive="base">
                                        <p:cTn id="31" dur="500" fill="hold"/>
                                        <p:tgtEl>
                                          <p:spTgt spid="803844">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03844">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3844"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87BD1783-516E-4080-8FAA-53D4A01A7BB2}"/>
              </a:ext>
            </a:extLst>
          </p:cNvPr>
          <p:cNvSpPr>
            <a:spLocks noGrp="1"/>
          </p:cNvSpPr>
          <p:nvPr>
            <p:ph type="sldNum" sz="quarter" idx="10"/>
          </p:nvPr>
        </p:nvSpPr>
        <p:spPr/>
        <p:txBody>
          <a:bodyPr/>
          <a:lstStyle/>
          <a:p>
            <a:pPr fontAlgn="base">
              <a:spcBef>
                <a:spcPct val="0"/>
              </a:spcBef>
              <a:spcAft>
                <a:spcPct val="0"/>
              </a:spcAft>
              <a:defRPr/>
            </a:pPr>
            <a:fld id="{CE53B4F3-CF33-4150-8565-55422E1C9422}" type="slidenum">
              <a:rPr lang="ja-JP" altLang="en-US">
                <a:latin typeface="Arial"/>
              </a:rPr>
              <a:pPr fontAlgn="base">
                <a:spcBef>
                  <a:spcPct val="0"/>
                </a:spcBef>
                <a:spcAft>
                  <a:spcPct val="0"/>
                </a:spcAft>
                <a:defRPr/>
              </a:pPr>
              <a:t>34</a:t>
            </a:fld>
            <a:endParaRPr lang="en-US" altLang="ja-JP">
              <a:latin typeface="Arial"/>
            </a:endParaRPr>
          </a:p>
        </p:txBody>
      </p:sp>
      <p:sp>
        <p:nvSpPr>
          <p:cNvPr id="647171" name="Rectangle 2">
            <a:extLst>
              <a:ext uri="{FF2B5EF4-FFF2-40B4-BE49-F238E27FC236}">
                <a16:creationId xmlns:a16="http://schemas.microsoft.com/office/drawing/2014/main" id="{03817B6C-6957-40AC-B473-A2CABE3DB217}"/>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11.5 </a:t>
            </a:r>
            <a:r>
              <a:rPr lang="zh-CN" altLang="en-US" sz="4200" dirty="0">
                <a:solidFill>
                  <a:srgbClr val="FFFFFF"/>
                </a:solidFill>
                <a:latin typeface="Times New Roman" panose="02020603050405020304" pitchFamily="18" charset="0"/>
                <a:ea typeface="黑体" panose="02010609060101010101" pitchFamily="49" charset="-122"/>
              </a:rPr>
              <a:t>多智能体系统的协作</a:t>
            </a:r>
          </a:p>
        </p:txBody>
      </p:sp>
      <p:sp>
        <p:nvSpPr>
          <p:cNvPr id="647172" name="Rectangle 3">
            <a:extLst>
              <a:ext uri="{FF2B5EF4-FFF2-40B4-BE49-F238E27FC236}">
                <a16:creationId xmlns:a16="http://schemas.microsoft.com/office/drawing/2014/main" id="{51BE71A7-0112-43B7-8C59-91219F3E9B39}"/>
              </a:ext>
            </a:extLst>
          </p:cNvPr>
          <p:cNvSpPr>
            <a:spLocks noChangeArrowheads="1"/>
          </p:cNvSpPr>
          <p:nvPr/>
        </p:nvSpPr>
        <p:spPr bwMode="auto">
          <a:xfrm>
            <a:off x="121298" y="951721"/>
            <a:ext cx="84582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Aft>
                <a:spcPct val="0"/>
              </a:spcAft>
              <a:buClr>
                <a:srgbClr val="CC0000"/>
              </a:buClr>
              <a:buNone/>
            </a:pPr>
            <a:r>
              <a:rPr lang="zh-CN" altLang="en-US" b="1" dirty="0">
                <a:solidFill>
                  <a:srgbClr val="000000"/>
                </a:solidFill>
              </a:rPr>
              <a:t>多智能体系统的协作过程一般分为六个阶段：</a:t>
            </a:r>
          </a:p>
          <a:p>
            <a:pPr algn="just" fontAlgn="base">
              <a:spcAft>
                <a:spcPct val="0"/>
              </a:spcAft>
              <a:buClr>
                <a:srgbClr val="CC0000"/>
              </a:buClr>
              <a:buNone/>
            </a:pPr>
            <a:endParaRPr lang="en-US" altLang="zh-CN" b="1" dirty="0">
              <a:solidFill>
                <a:srgbClr val="000000"/>
              </a:solidFill>
            </a:endParaRPr>
          </a:p>
        </p:txBody>
      </p:sp>
      <p:sp>
        <p:nvSpPr>
          <p:cNvPr id="804868" name="Rectangle 4">
            <a:extLst>
              <a:ext uri="{FF2B5EF4-FFF2-40B4-BE49-F238E27FC236}">
                <a16:creationId xmlns:a16="http://schemas.microsoft.com/office/drawing/2014/main" id="{1DC0E141-B5F9-4FA9-92B8-DA7A2B8F060E}"/>
              </a:ext>
            </a:extLst>
          </p:cNvPr>
          <p:cNvSpPr>
            <a:spLocks noChangeArrowheads="1"/>
          </p:cNvSpPr>
          <p:nvPr/>
        </p:nvSpPr>
        <p:spPr bwMode="auto">
          <a:xfrm>
            <a:off x="1752600" y="1676400"/>
            <a:ext cx="8763000" cy="41148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buNone/>
            </a:pPr>
            <a:r>
              <a:rPr lang="zh-CN" altLang="en-US" sz="2400" b="1">
                <a:solidFill>
                  <a:srgbClr val="000000"/>
                </a:solidFill>
              </a:rPr>
              <a:t>（</a:t>
            </a:r>
            <a:r>
              <a:rPr lang="en-US" altLang="zh-CN" sz="2400" b="1">
                <a:solidFill>
                  <a:srgbClr val="000000"/>
                </a:solidFill>
              </a:rPr>
              <a:t>1</a:t>
            </a:r>
            <a:r>
              <a:rPr lang="zh-CN" altLang="en-US" sz="2400" b="1">
                <a:solidFill>
                  <a:srgbClr val="000000"/>
                </a:solidFill>
              </a:rPr>
              <a:t>）产生协作需求，即确定协作目标；</a:t>
            </a:r>
          </a:p>
          <a:p>
            <a:pPr fontAlgn="base">
              <a:spcAft>
                <a:spcPct val="0"/>
              </a:spcAft>
              <a:buClr>
                <a:srgbClr val="CC0000"/>
              </a:buClr>
              <a:buNone/>
            </a:pPr>
            <a:r>
              <a:rPr lang="zh-CN" altLang="en-US" sz="2400" b="1">
                <a:solidFill>
                  <a:srgbClr val="000000"/>
                </a:solidFill>
              </a:rPr>
              <a:t>（</a:t>
            </a:r>
            <a:r>
              <a:rPr lang="en-US" altLang="zh-CN" sz="2400" b="1">
                <a:solidFill>
                  <a:srgbClr val="000000"/>
                </a:solidFill>
              </a:rPr>
              <a:t>2</a:t>
            </a:r>
            <a:r>
              <a:rPr lang="zh-CN" altLang="en-US" sz="2400" b="1">
                <a:solidFill>
                  <a:srgbClr val="000000"/>
                </a:solidFill>
              </a:rPr>
              <a:t>）协作规划，求解合理的协作结构；</a:t>
            </a:r>
          </a:p>
          <a:p>
            <a:pPr fontAlgn="base">
              <a:spcAft>
                <a:spcPct val="0"/>
              </a:spcAft>
              <a:buClr>
                <a:srgbClr val="CC0000"/>
              </a:buClr>
              <a:buNone/>
            </a:pPr>
            <a:r>
              <a:rPr lang="zh-CN" altLang="en-US" sz="2400" b="1">
                <a:solidFill>
                  <a:srgbClr val="000000"/>
                </a:solidFill>
              </a:rPr>
              <a:t>（</a:t>
            </a:r>
            <a:r>
              <a:rPr lang="en-US" altLang="zh-CN" sz="2400" b="1">
                <a:solidFill>
                  <a:srgbClr val="000000"/>
                </a:solidFill>
              </a:rPr>
              <a:t>3</a:t>
            </a:r>
            <a:r>
              <a:rPr lang="zh-CN" altLang="en-US" sz="2400" b="1">
                <a:solidFill>
                  <a:srgbClr val="000000"/>
                </a:solidFill>
              </a:rPr>
              <a:t>）寻求协作伙伴；</a:t>
            </a:r>
          </a:p>
          <a:p>
            <a:pPr fontAlgn="base">
              <a:spcAft>
                <a:spcPct val="0"/>
              </a:spcAft>
              <a:buClr>
                <a:srgbClr val="CC0000"/>
              </a:buClr>
              <a:buNone/>
            </a:pPr>
            <a:r>
              <a:rPr lang="zh-CN" altLang="en-US" sz="2400" b="1">
                <a:solidFill>
                  <a:srgbClr val="000000"/>
                </a:solidFill>
              </a:rPr>
              <a:t>（</a:t>
            </a:r>
            <a:r>
              <a:rPr lang="en-US" altLang="zh-CN" sz="2400" b="1">
                <a:solidFill>
                  <a:srgbClr val="000000"/>
                </a:solidFill>
              </a:rPr>
              <a:t>4</a:t>
            </a:r>
            <a:r>
              <a:rPr lang="zh-CN" altLang="en-US" sz="2400" b="1">
                <a:solidFill>
                  <a:srgbClr val="000000"/>
                </a:solidFill>
              </a:rPr>
              <a:t>）选择协作方案，即根据协作竞争者反推最佳的协作方案；</a:t>
            </a:r>
          </a:p>
          <a:p>
            <a:pPr fontAlgn="base">
              <a:spcAft>
                <a:spcPct val="0"/>
              </a:spcAft>
              <a:buClr>
                <a:srgbClr val="CC0000"/>
              </a:buClr>
              <a:buNone/>
            </a:pPr>
            <a:r>
              <a:rPr lang="zh-CN" altLang="en-US" sz="2400" b="1">
                <a:solidFill>
                  <a:srgbClr val="000000"/>
                </a:solidFill>
              </a:rPr>
              <a:t>（</a:t>
            </a:r>
            <a:r>
              <a:rPr lang="en-US" altLang="zh-CN" sz="2400" b="1">
                <a:solidFill>
                  <a:srgbClr val="000000"/>
                </a:solidFill>
              </a:rPr>
              <a:t>5</a:t>
            </a:r>
            <a:r>
              <a:rPr lang="zh-CN" altLang="en-US" sz="2400" b="1">
                <a:solidFill>
                  <a:srgbClr val="000000"/>
                </a:solidFill>
              </a:rPr>
              <a:t>）按协作或交互协议进行协作以实现所确定的目标；</a:t>
            </a:r>
          </a:p>
          <a:p>
            <a:pPr fontAlgn="base">
              <a:spcAft>
                <a:spcPct val="0"/>
              </a:spcAft>
              <a:buClr>
                <a:srgbClr val="CC0000"/>
              </a:buClr>
              <a:buNone/>
            </a:pPr>
            <a:r>
              <a:rPr lang="zh-CN" altLang="en-US" sz="2400" b="1">
                <a:solidFill>
                  <a:srgbClr val="000000"/>
                </a:solidFill>
              </a:rPr>
              <a:t>（</a:t>
            </a:r>
            <a:r>
              <a:rPr lang="en-US" altLang="zh-CN" sz="2400" b="1">
                <a:solidFill>
                  <a:srgbClr val="000000"/>
                </a:solidFill>
              </a:rPr>
              <a:t>6</a:t>
            </a:r>
            <a:r>
              <a:rPr lang="zh-CN" altLang="en-US" sz="2400" b="1">
                <a:solidFill>
                  <a:srgbClr val="000000"/>
                </a:solidFill>
              </a:rPr>
              <a:t>）结果评估，即判断协作的效果并为以后的协作提供可供参考的经验和教训。</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04868">
                                            <p:txEl>
                                              <p:pRg st="0" end="0"/>
                                            </p:txEl>
                                          </p:spTgt>
                                        </p:tgtEl>
                                        <p:attrNameLst>
                                          <p:attrName>style.visibility</p:attrName>
                                        </p:attrNameLst>
                                      </p:cBhvr>
                                      <p:to>
                                        <p:strVal val="visible"/>
                                      </p:to>
                                    </p:set>
                                    <p:anim calcmode="lin" valueType="num">
                                      <p:cBhvr additive="base">
                                        <p:cTn id="7" dur="500" fill="hold"/>
                                        <p:tgtEl>
                                          <p:spTgt spid="80486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0486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04868">
                                            <p:txEl>
                                              <p:pRg st="1" end="1"/>
                                            </p:txEl>
                                          </p:spTgt>
                                        </p:tgtEl>
                                        <p:attrNameLst>
                                          <p:attrName>style.visibility</p:attrName>
                                        </p:attrNameLst>
                                      </p:cBhvr>
                                      <p:to>
                                        <p:strVal val="visible"/>
                                      </p:to>
                                    </p:set>
                                    <p:anim calcmode="lin" valueType="num">
                                      <p:cBhvr additive="base">
                                        <p:cTn id="13" dur="500" fill="hold"/>
                                        <p:tgtEl>
                                          <p:spTgt spid="80486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0486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04868">
                                            <p:txEl>
                                              <p:pRg st="2" end="2"/>
                                            </p:txEl>
                                          </p:spTgt>
                                        </p:tgtEl>
                                        <p:attrNameLst>
                                          <p:attrName>style.visibility</p:attrName>
                                        </p:attrNameLst>
                                      </p:cBhvr>
                                      <p:to>
                                        <p:strVal val="visible"/>
                                      </p:to>
                                    </p:set>
                                    <p:anim calcmode="lin" valueType="num">
                                      <p:cBhvr additive="base">
                                        <p:cTn id="19" dur="500" fill="hold"/>
                                        <p:tgtEl>
                                          <p:spTgt spid="80486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0486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04868">
                                            <p:txEl>
                                              <p:pRg st="3" end="3"/>
                                            </p:txEl>
                                          </p:spTgt>
                                        </p:tgtEl>
                                        <p:attrNameLst>
                                          <p:attrName>style.visibility</p:attrName>
                                        </p:attrNameLst>
                                      </p:cBhvr>
                                      <p:to>
                                        <p:strVal val="visible"/>
                                      </p:to>
                                    </p:set>
                                    <p:anim calcmode="lin" valueType="num">
                                      <p:cBhvr additive="base">
                                        <p:cTn id="25" dur="500" fill="hold"/>
                                        <p:tgtEl>
                                          <p:spTgt spid="80486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0486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04868">
                                            <p:txEl>
                                              <p:pRg st="4" end="4"/>
                                            </p:txEl>
                                          </p:spTgt>
                                        </p:tgtEl>
                                        <p:attrNameLst>
                                          <p:attrName>style.visibility</p:attrName>
                                        </p:attrNameLst>
                                      </p:cBhvr>
                                      <p:to>
                                        <p:strVal val="visible"/>
                                      </p:to>
                                    </p:set>
                                    <p:anim calcmode="lin" valueType="num">
                                      <p:cBhvr additive="base">
                                        <p:cTn id="31" dur="500" fill="hold"/>
                                        <p:tgtEl>
                                          <p:spTgt spid="80486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0486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04868">
                                            <p:txEl>
                                              <p:pRg st="5" end="5"/>
                                            </p:txEl>
                                          </p:spTgt>
                                        </p:tgtEl>
                                        <p:attrNameLst>
                                          <p:attrName>style.visibility</p:attrName>
                                        </p:attrNameLst>
                                      </p:cBhvr>
                                      <p:to>
                                        <p:strVal val="visible"/>
                                      </p:to>
                                    </p:set>
                                    <p:anim calcmode="lin" valueType="num">
                                      <p:cBhvr additive="base">
                                        <p:cTn id="37" dur="500" fill="hold"/>
                                        <p:tgtEl>
                                          <p:spTgt spid="804868">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804868">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4868"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65791A12-51A4-478D-8C1C-5325767DC7BC}"/>
              </a:ext>
            </a:extLst>
          </p:cNvPr>
          <p:cNvSpPr>
            <a:spLocks noGrp="1"/>
          </p:cNvSpPr>
          <p:nvPr>
            <p:ph type="sldNum" sz="quarter" idx="10"/>
          </p:nvPr>
        </p:nvSpPr>
        <p:spPr/>
        <p:txBody>
          <a:bodyPr/>
          <a:lstStyle/>
          <a:p>
            <a:pPr fontAlgn="base">
              <a:spcBef>
                <a:spcPct val="0"/>
              </a:spcBef>
              <a:spcAft>
                <a:spcPct val="0"/>
              </a:spcAft>
              <a:defRPr/>
            </a:pPr>
            <a:fld id="{A1E663D6-D000-41E3-A696-907E92972172}" type="slidenum">
              <a:rPr lang="ja-JP" altLang="en-US">
                <a:latin typeface="Arial"/>
              </a:rPr>
              <a:pPr fontAlgn="base">
                <a:spcBef>
                  <a:spcPct val="0"/>
                </a:spcBef>
                <a:spcAft>
                  <a:spcPct val="0"/>
                </a:spcAft>
                <a:defRPr/>
              </a:pPr>
              <a:t>35</a:t>
            </a:fld>
            <a:endParaRPr lang="en-US" altLang="ja-JP">
              <a:latin typeface="Arial"/>
            </a:endParaRPr>
          </a:p>
        </p:txBody>
      </p:sp>
      <p:sp>
        <p:nvSpPr>
          <p:cNvPr id="648195" name="Rectangle 2">
            <a:extLst>
              <a:ext uri="{FF2B5EF4-FFF2-40B4-BE49-F238E27FC236}">
                <a16:creationId xmlns:a16="http://schemas.microsoft.com/office/drawing/2014/main" id="{A2030605-6EC9-4654-B6FA-6E85B7FC1AD1}"/>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11.5 </a:t>
            </a:r>
            <a:r>
              <a:rPr lang="zh-CN" altLang="en-US" sz="4200" dirty="0">
                <a:solidFill>
                  <a:srgbClr val="FFFFFF"/>
                </a:solidFill>
                <a:latin typeface="Times New Roman" panose="02020603050405020304" pitchFamily="18" charset="0"/>
                <a:ea typeface="黑体" panose="02010609060101010101" pitchFamily="49" charset="-122"/>
              </a:rPr>
              <a:t>多智能体系统的协作</a:t>
            </a:r>
          </a:p>
        </p:txBody>
      </p:sp>
      <p:sp>
        <p:nvSpPr>
          <p:cNvPr id="648196" name="Rectangle 3">
            <a:extLst>
              <a:ext uri="{FF2B5EF4-FFF2-40B4-BE49-F238E27FC236}">
                <a16:creationId xmlns:a16="http://schemas.microsoft.com/office/drawing/2014/main" id="{B387EFBE-CDE1-4531-85D2-028782FEB6F1}"/>
              </a:ext>
            </a:extLst>
          </p:cNvPr>
          <p:cNvSpPr>
            <a:spLocks noChangeArrowheads="1"/>
          </p:cNvSpPr>
          <p:nvPr/>
        </p:nvSpPr>
        <p:spPr bwMode="auto">
          <a:xfrm>
            <a:off x="373224" y="933061"/>
            <a:ext cx="84582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Aft>
                <a:spcPct val="0"/>
              </a:spcAft>
              <a:buClr>
                <a:srgbClr val="CC0000"/>
              </a:buClr>
              <a:buNone/>
            </a:pPr>
            <a:r>
              <a:rPr lang="en-US" altLang="zh-CN" b="1" dirty="0">
                <a:solidFill>
                  <a:srgbClr val="000000"/>
                </a:solidFill>
              </a:rPr>
              <a:t>11.5.2</a:t>
            </a:r>
            <a:r>
              <a:rPr lang="zh-CN" altLang="en-US" b="1" dirty="0">
                <a:solidFill>
                  <a:srgbClr val="000000"/>
                </a:solidFill>
              </a:rPr>
              <a:t>合同网协作方法</a:t>
            </a:r>
            <a:r>
              <a:rPr lang="zh-CN" altLang="en-US" dirty="0">
                <a:solidFill>
                  <a:srgbClr val="000000"/>
                </a:solidFill>
              </a:rPr>
              <a:t> </a:t>
            </a:r>
            <a:endParaRPr lang="zh-CN" altLang="en-US" b="1" dirty="0">
              <a:solidFill>
                <a:srgbClr val="000000"/>
              </a:solidFill>
              <a:latin typeface="Times New Roman" panose="02020603050405020304" pitchFamily="18" charset="0"/>
            </a:endParaRPr>
          </a:p>
          <a:p>
            <a:pPr algn="just" fontAlgn="base">
              <a:spcAft>
                <a:spcPct val="0"/>
              </a:spcAft>
              <a:buClr>
                <a:srgbClr val="CC0000"/>
              </a:buClr>
              <a:buNone/>
            </a:pPr>
            <a:endParaRPr lang="en-US" altLang="zh-CN" b="1" dirty="0">
              <a:solidFill>
                <a:srgbClr val="000000"/>
              </a:solidFill>
              <a:latin typeface="Times New Roman" panose="02020603050405020304" pitchFamily="18" charset="0"/>
            </a:endParaRPr>
          </a:p>
        </p:txBody>
      </p:sp>
      <p:sp>
        <p:nvSpPr>
          <p:cNvPr id="805892" name="Rectangle 4">
            <a:extLst>
              <a:ext uri="{FF2B5EF4-FFF2-40B4-BE49-F238E27FC236}">
                <a16:creationId xmlns:a16="http://schemas.microsoft.com/office/drawing/2014/main" id="{2A21CBDE-BF2E-4B65-BC8C-8E737F78B5CC}"/>
              </a:ext>
            </a:extLst>
          </p:cNvPr>
          <p:cNvSpPr>
            <a:spLocks noChangeArrowheads="1"/>
          </p:cNvSpPr>
          <p:nvPr/>
        </p:nvSpPr>
        <p:spPr bwMode="auto">
          <a:xfrm>
            <a:off x="1752600" y="1676400"/>
            <a:ext cx="8763000" cy="43434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Bef>
                <a:spcPct val="20000"/>
              </a:spcBef>
              <a:spcAft>
                <a:spcPct val="0"/>
              </a:spcAft>
              <a:buClr>
                <a:srgbClr val="CC0000"/>
              </a:buClr>
            </a:pPr>
            <a:r>
              <a:rPr lang="zh-CN" altLang="en-US" sz="2400" b="1">
                <a:solidFill>
                  <a:srgbClr val="000000"/>
                </a:solidFill>
              </a:rPr>
              <a:t>在所有的协作方法中，合同网是最著名并且应用最广泛的一种协作方法。是由</a:t>
            </a:r>
            <a:r>
              <a:rPr lang="en-US" altLang="zh-CN" sz="2400" b="1">
                <a:solidFill>
                  <a:srgbClr val="000000"/>
                </a:solidFill>
              </a:rPr>
              <a:t>Smith</a:t>
            </a:r>
            <a:r>
              <a:rPr lang="zh-CN" altLang="en-US" sz="2400" b="1">
                <a:solidFill>
                  <a:srgbClr val="000000"/>
                </a:solidFill>
              </a:rPr>
              <a:t>于</a:t>
            </a:r>
            <a:r>
              <a:rPr lang="en-US" altLang="zh-CN" sz="2400" b="1">
                <a:solidFill>
                  <a:srgbClr val="000000"/>
                </a:solidFill>
              </a:rPr>
              <a:t>1980</a:t>
            </a:r>
            <a:r>
              <a:rPr lang="zh-CN" altLang="en-US" sz="2400" b="1">
                <a:solidFill>
                  <a:srgbClr val="000000"/>
                </a:solidFill>
              </a:rPr>
              <a:t>年提出的。</a:t>
            </a:r>
          </a:p>
          <a:p>
            <a:pPr fontAlgn="base">
              <a:spcBef>
                <a:spcPct val="20000"/>
              </a:spcBef>
              <a:spcAft>
                <a:spcPct val="0"/>
              </a:spcAft>
              <a:buClr>
                <a:srgbClr val="CC0000"/>
              </a:buClr>
            </a:pPr>
            <a:r>
              <a:rPr lang="zh-CN" altLang="en-US" sz="2400" b="1">
                <a:solidFill>
                  <a:srgbClr val="000000"/>
                </a:solidFill>
              </a:rPr>
              <a:t>基本思想</a:t>
            </a:r>
            <a:r>
              <a:rPr lang="en-US" altLang="zh-CN" sz="2400" b="1">
                <a:solidFill>
                  <a:srgbClr val="000000"/>
                </a:solidFill>
              </a:rPr>
              <a:t>:</a:t>
            </a:r>
            <a:r>
              <a:rPr lang="zh-CN" altLang="en-US" sz="2400" b="1">
                <a:solidFill>
                  <a:srgbClr val="000000"/>
                </a:solidFill>
              </a:rPr>
              <a:t>人们在商务过程中用于管理商品和服务的合同机制。</a:t>
            </a:r>
          </a:p>
          <a:p>
            <a:pPr fontAlgn="base">
              <a:spcBef>
                <a:spcPct val="20000"/>
              </a:spcBef>
              <a:spcAft>
                <a:spcPct val="0"/>
              </a:spcAft>
              <a:buClr>
                <a:srgbClr val="CC0000"/>
              </a:buClr>
            </a:pPr>
            <a:r>
              <a:rPr lang="zh-CN" altLang="en-US" sz="2400" b="1">
                <a:solidFill>
                  <a:srgbClr val="000000"/>
                </a:solidFill>
              </a:rPr>
              <a:t>在合同网方法中，所有智能体分为两种角色：管理者和工作者。</a:t>
            </a:r>
          </a:p>
          <a:p>
            <a:pPr fontAlgn="base">
              <a:spcAft>
                <a:spcPct val="0"/>
              </a:spcAft>
              <a:buClr>
                <a:srgbClr val="CC0000"/>
              </a:buClr>
            </a:pPr>
            <a:r>
              <a:rPr lang="zh-CN" altLang="en-US" sz="2400" b="1">
                <a:solidFill>
                  <a:srgbClr val="000000"/>
                </a:solidFill>
              </a:rPr>
              <a:t>在合同网协作方法中，智能体的角色在协作过程中的角色可以变化：任何智能体通过发布任务通知书而成为管理者；相反，任何智能体通过应答任务通知书而成为工作者。</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05892">
                                            <p:txEl>
                                              <p:pRg st="0" end="0"/>
                                            </p:txEl>
                                          </p:spTgt>
                                        </p:tgtEl>
                                        <p:attrNameLst>
                                          <p:attrName>style.visibility</p:attrName>
                                        </p:attrNameLst>
                                      </p:cBhvr>
                                      <p:to>
                                        <p:strVal val="visible"/>
                                      </p:to>
                                    </p:set>
                                    <p:anim calcmode="lin" valueType="num">
                                      <p:cBhvr additive="base">
                                        <p:cTn id="7" dur="500" fill="hold"/>
                                        <p:tgtEl>
                                          <p:spTgt spid="80589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0589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05892">
                                            <p:txEl>
                                              <p:pRg st="1" end="1"/>
                                            </p:txEl>
                                          </p:spTgt>
                                        </p:tgtEl>
                                        <p:attrNameLst>
                                          <p:attrName>style.visibility</p:attrName>
                                        </p:attrNameLst>
                                      </p:cBhvr>
                                      <p:to>
                                        <p:strVal val="visible"/>
                                      </p:to>
                                    </p:set>
                                    <p:anim calcmode="lin" valueType="num">
                                      <p:cBhvr additive="base">
                                        <p:cTn id="13" dur="500" fill="hold"/>
                                        <p:tgtEl>
                                          <p:spTgt spid="80589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0589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nodeType="after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05892">
                                            <p:txEl>
                                              <p:pRg st="2" end="2"/>
                                            </p:txEl>
                                          </p:spTgt>
                                        </p:tgtEl>
                                        <p:attrNameLst>
                                          <p:attrName>style.visibility</p:attrName>
                                        </p:attrNameLst>
                                      </p:cBhvr>
                                      <p:to>
                                        <p:strVal val="visible"/>
                                      </p:to>
                                    </p:set>
                                    <p:anim calcmode="lin" valueType="num">
                                      <p:cBhvr additive="base">
                                        <p:cTn id="19" dur="500" fill="hold"/>
                                        <p:tgtEl>
                                          <p:spTgt spid="80589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0589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05892">
                                            <p:txEl>
                                              <p:pRg st="3" end="3"/>
                                            </p:txEl>
                                          </p:spTgt>
                                        </p:tgtEl>
                                        <p:attrNameLst>
                                          <p:attrName>style.visibility</p:attrName>
                                        </p:attrNameLst>
                                      </p:cBhvr>
                                      <p:to>
                                        <p:strVal val="visible"/>
                                      </p:to>
                                    </p:set>
                                    <p:anim calcmode="lin" valueType="num">
                                      <p:cBhvr additive="base">
                                        <p:cTn id="25" dur="500" fill="hold"/>
                                        <p:tgtEl>
                                          <p:spTgt spid="80589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0589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5892"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ACDA9EC1-13DB-4CCF-BEB0-708867B6F65B}"/>
              </a:ext>
            </a:extLst>
          </p:cNvPr>
          <p:cNvSpPr>
            <a:spLocks noGrp="1"/>
          </p:cNvSpPr>
          <p:nvPr>
            <p:ph type="sldNum" sz="quarter" idx="10"/>
          </p:nvPr>
        </p:nvSpPr>
        <p:spPr/>
        <p:txBody>
          <a:bodyPr/>
          <a:lstStyle/>
          <a:p>
            <a:pPr fontAlgn="base">
              <a:spcBef>
                <a:spcPct val="0"/>
              </a:spcBef>
              <a:spcAft>
                <a:spcPct val="0"/>
              </a:spcAft>
              <a:defRPr/>
            </a:pPr>
            <a:fld id="{7FBE55BE-0EBC-4A05-9932-0236D78779BC}" type="slidenum">
              <a:rPr lang="ja-JP" altLang="en-US">
                <a:latin typeface="Arial"/>
              </a:rPr>
              <a:pPr fontAlgn="base">
                <a:spcBef>
                  <a:spcPct val="0"/>
                </a:spcBef>
                <a:spcAft>
                  <a:spcPct val="0"/>
                </a:spcAft>
                <a:defRPr/>
              </a:pPr>
              <a:t>36</a:t>
            </a:fld>
            <a:endParaRPr lang="en-US" altLang="ja-JP">
              <a:latin typeface="Arial"/>
            </a:endParaRPr>
          </a:p>
        </p:txBody>
      </p:sp>
      <p:sp>
        <p:nvSpPr>
          <p:cNvPr id="649219" name="Rectangle 2">
            <a:extLst>
              <a:ext uri="{FF2B5EF4-FFF2-40B4-BE49-F238E27FC236}">
                <a16:creationId xmlns:a16="http://schemas.microsoft.com/office/drawing/2014/main" id="{C971B65E-4B19-4DC7-8FB8-9E058C8BEA25}"/>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11.5 </a:t>
            </a:r>
            <a:r>
              <a:rPr lang="zh-CN" altLang="en-US" sz="4200" dirty="0">
                <a:solidFill>
                  <a:srgbClr val="FFFFFF"/>
                </a:solidFill>
                <a:latin typeface="Times New Roman" panose="02020603050405020304" pitchFamily="18" charset="0"/>
                <a:ea typeface="黑体" panose="02010609060101010101" pitchFamily="49" charset="-122"/>
              </a:rPr>
              <a:t>多智能体系统的协作</a:t>
            </a:r>
          </a:p>
        </p:txBody>
      </p:sp>
      <p:sp>
        <p:nvSpPr>
          <p:cNvPr id="649220" name="Rectangle 3">
            <a:extLst>
              <a:ext uri="{FF2B5EF4-FFF2-40B4-BE49-F238E27FC236}">
                <a16:creationId xmlns:a16="http://schemas.microsoft.com/office/drawing/2014/main" id="{C254AC8F-180E-43BD-B4FE-583DC01AD357}"/>
              </a:ext>
            </a:extLst>
          </p:cNvPr>
          <p:cNvSpPr>
            <a:spLocks noChangeArrowheads="1"/>
          </p:cNvSpPr>
          <p:nvPr/>
        </p:nvSpPr>
        <p:spPr bwMode="auto">
          <a:xfrm>
            <a:off x="298580" y="886408"/>
            <a:ext cx="84582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Aft>
                <a:spcPct val="0"/>
              </a:spcAft>
              <a:buClr>
                <a:srgbClr val="CC0000"/>
              </a:buClr>
              <a:buNone/>
            </a:pPr>
            <a:r>
              <a:rPr lang="en-US" altLang="zh-CN" b="1" dirty="0">
                <a:solidFill>
                  <a:srgbClr val="000000"/>
                </a:solidFill>
              </a:rPr>
              <a:t>11.5.3</a:t>
            </a:r>
            <a:r>
              <a:rPr lang="zh-CN" altLang="en-US" b="1" dirty="0">
                <a:solidFill>
                  <a:srgbClr val="000000"/>
                </a:solidFill>
              </a:rPr>
              <a:t>黑板模型协作方法</a:t>
            </a:r>
            <a:r>
              <a:rPr lang="zh-CN" altLang="en-US" dirty="0">
                <a:solidFill>
                  <a:srgbClr val="000000"/>
                </a:solidFill>
              </a:rPr>
              <a:t> </a:t>
            </a:r>
            <a:endParaRPr lang="zh-CN" altLang="en-US" b="1" dirty="0">
              <a:solidFill>
                <a:srgbClr val="000000"/>
              </a:solidFill>
              <a:latin typeface="Times New Roman" panose="02020603050405020304" pitchFamily="18" charset="0"/>
            </a:endParaRPr>
          </a:p>
          <a:p>
            <a:pPr algn="just" fontAlgn="base">
              <a:spcAft>
                <a:spcPct val="0"/>
              </a:spcAft>
              <a:buClr>
                <a:srgbClr val="CC0000"/>
              </a:buClr>
              <a:buNone/>
            </a:pPr>
            <a:endParaRPr lang="en-US" altLang="zh-CN" b="1" dirty="0">
              <a:solidFill>
                <a:srgbClr val="000000"/>
              </a:solidFill>
              <a:latin typeface="Times New Roman" panose="02020603050405020304" pitchFamily="18" charset="0"/>
            </a:endParaRPr>
          </a:p>
        </p:txBody>
      </p:sp>
      <p:sp>
        <p:nvSpPr>
          <p:cNvPr id="806916" name="Rectangle 4">
            <a:extLst>
              <a:ext uri="{FF2B5EF4-FFF2-40B4-BE49-F238E27FC236}">
                <a16:creationId xmlns:a16="http://schemas.microsoft.com/office/drawing/2014/main" id="{46047403-C3D9-4205-8255-2ABBE8B7B37F}"/>
              </a:ext>
            </a:extLst>
          </p:cNvPr>
          <p:cNvSpPr>
            <a:spLocks noChangeArrowheads="1"/>
          </p:cNvSpPr>
          <p:nvPr/>
        </p:nvSpPr>
        <p:spPr bwMode="auto">
          <a:xfrm>
            <a:off x="1752600" y="1447800"/>
            <a:ext cx="8763000" cy="51816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Bef>
                <a:spcPct val="20000"/>
              </a:spcBef>
              <a:spcAft>
                <a:spcPct val="0"/>
              </a:spcAft>
              <a:buClr>
                <a:srgbClr val="CC0000"/>
              </a:buClr>
            </a:pPr>
            <a:r>
              <a:rPr lang="zh-CN" altLang="en-US" sz="2400" b="1">
                <a:solidFill>
                  <a:srgbClr val="000000"/>
                </a:solidFill>
              </a:rPr>
              <a:t>黑板模型由三个基本模块构成：</a:t>
            </a:r>
          </a:p>
          <a:p>
            <a:pPr fontAlgn="base">
              <a:spcBef>
                <a:spcPct val="20000"/>
              </a:spcBef>
              <a:spcAft>
                <a:spcPct val="0"/>
              </a:spcAft>
              <a:buClr>
                <a:srgbClr val="CC0000"/>
              </a:buClr>
            </a:pPr>
            <a:r>
              <a:rPr lang="zh-CN" altLang="en-US" sz="2400" b="1">
                <a:solidFill>
                  <a:srgbClr val="000000"/>
                </a:solidFill>
              </a:rPr>
              <a:t>知识源：应用领域根据求解问题专门知识的不同划分成若干相互独立的专家，这些专家称为知识源（即智能体）。每一知识源独立完成一个特定领域的任务。</a:t>
            </a:r>
          </a:p>
          <a:p>
            <a:pPr fontAlgn="base">
              <a:spcBef>
                <a:spcPct val="20000"/>
              </a:spcBef>
              <a:spcAft>
                <a:spcPct val="0"/>
              </a:spcAft>
              <a:buClr>
                <a:srgbClr val="CC0000"/>
              </a:buClr>
            </a:pPr>
            <a:r>
              <a:rPr lang="zh-CN" altLang="en-US" sz="2400" b="1">
                <a:solidFill>
                  <a:srgbClr val="000000"/>
                </a:solidFill>
              </a:rPr>
              <a:t>黑板：共享的问题求解工作空间。主要存放知识源所需要的信息和求解过程中的解状态数据，如初始数据、部分解、替换解、最终解等。在问题求解过程中，知识源不断地修改黑板。知识源之间的通信和交互智能通过黑板进行。</a:t>
            </a:r>
          </a:p>
          <a:p>
            <a:pPr fontAlgn="base">
              <a:spcBef>
                <a:spcPct val="20000"/>
              </a:spcBef>
              <a:spcAft>
                <a:spcPct val="0"/>
              </a:spcAft>
              <a:buClr>
                <a:srgbClr val="CC0000"/>
              </a:buClr>
            </a:pPr>
            <a:r>
              <a:rPr lang="zh-CN" altLang="en-US" sz="2400" b="1">
                <a:solidFill>
                  <a:srgbClr val="000000"/>
                </a:solidFill>
              </a:rPr>
              <a:t>监控机制：根据黑板上的问题求解状态和各知识源的求解技能，依据某种控制策略，动态地选择和激活合适的知识源，使知识源能实时地响应黑板的变化。</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06916">
                                            <p:txEl>
                                              <p:pRg st="0" end="0"/>
                                            </p:txEl>
                                          </p:spTgt>
                                        </p:tgtEl>
                                        <p:attrNameLst>
                                          <p:attrName>style.visibility</p:attrName>
                                        </p:attrNameLst>
                                      </p:cBhvr>
                                      <p:to>
                                        <p:strVal val="visible"/>
                                      </p:to>
                                    </p:set>
                                    <p:anim calcmode="lin" valueType="num">
                                      <p:cBhvr additive="base">
                                        <p:cTn id="7" dur="500" fill="hold"/>
                                        <p:tgtEl>
                                          <p:spTgt spid="80691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0691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06916">
                                            <p:txEl>
                                              <p:pRg st="1" end="1"/>
                                            </p:txEl>
                                          </p:spTgt>
                                        </p:tgtEl>
                                        <p:attrNameLst>
                                          <p:attrName>style.visibility</p:attrName>
                                        </p:attrNameLst>
                                      </p:cBhvr>
                                      <p:to>
                                        <p:strVal val="visible"/>
                                      </p:to>
                                    </p:set>
                                    <p:anim calcmode="lin" valueType="num">
                                      <p:cBhvr additive="base">
                                        <p:cTn id="13" dur="500" fill="hold"/>
                                        <p:tgtEl>
                                          <p:spTgt spid="80691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0691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06916">
                                            <p:txEl>
                                              <p:pRg st="2" end="2"/>
                                            </p:txEl>
                                          </p:spTgt>
                                        </p:tgtEl>
                                        <p:attrNameLst>
                                          <p:attrName>style.visibility</p:attrName>
                                        </p:attrNameLst>
                                      </p:cBhvr>
                                      <p:to>
                                        <p:strVal val="visible"/>
                                      </p:to>
                                    </p:set>
                                    <p:anim calcmode="lin" valueType="num">
                                      <p:cBhvr additive="base">
                                        <p:cTn id="19" dur="500" fill="hold"/>
                                        <p:tgtEl>
                                          <p:spTgt spid="80691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0691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06916">
                                            <p:txEl>
                                              <p:pRg st="3" end="3"/>
                                            </p:txEl>
                                          </p:spTgt>
                                        </p:tgtEl>
                                        <p:attrNameLst>
                                          <p:attrName>style.visibility</p:attrName>
                                        </p:attrNameLst>
                                      </p:cBhvr>
                                      <p:to>
                                        <p:strVal val="visible"/>
                                      </p:to>
                                    </p:set>
                                    <p:anim calcmode="lin" valueType="num">
                                      <p:cBhvr additive="base">
                                        <p:cTn id="25" dur="500" fill="hold"/>
                                        <p:tgtEl>
                                          <p:spTgt spid="80691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06916">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6916"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E7ED16D0-1DD0-487B-8D4D-3673ABE19C8A}"/>
              </a:ext>
            </a:extLst>
          </p:cNvPr>
          <p:cNvSpPr>
            <a:spLocks noGrp="1"/>
          </p:cNvSpPr>
          <p:nvPr>
            <p:ph type="sldNum" sz="quarter" idx="10"/>
          </p:nvPr>
        </p:nvSpPr>
        <p:spPr/>
        <p:txBody>
          <a:bodyPr/>
          <a:lstStyle/>
          <a:p>
            <a:pPr fontAlgn="base">
              <a:spcBef>
                <a:spcPct val="0"/>
              </a:spcBef>
              <a:spcAft>
                <a:spcPct val="0"/>
              </a:spcAft>
              <a:defRPr/>
            </a:pPr>
            <a:fld id="{083BCD15-3980-44CF-9468-246E6AE05334}" type="slidenum">
              <a:rPr lang="ja-JP" altLang="en-US">
                <a:latin typeface="Arial"/>
              </a:rPr>
              <a:pPr fontAlgn="base">
                <a:spcBef>
                  <a:spcPct val="0"/>
                </a:spcBef>
                <a:spcAft>
                  <a:spcPct val="0"/>
                </a:spcAft>
                <a:defRPr/>
              </a:pPr>
              <a:t>37</a:t>
            </a:fld>
            <a:endParaRPr lang="en-US" altLang="ja-JP">
              <a:latin typeface="Arial"/>
            </a:endParaRPr>
          </a:p>
        </p:txBody>
      </p:sp>
      <p:sp>
        <p:nvSpPr>
          <p:cNvPr id="650243" name="Rectangle 2">
            <a:extLst>
              <a:ext uri="{FF2B5EF4-FFF2-40B4-BE49-F238E27FC236}">
                <a16:creationId xmlns:a16="http://schemas.microsoft.com/office/drawing/2014/main" id="{4F960962-C347-48BA-A924-9AAF9BE0EAC5}"/>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11.5 </a:t>
            </a:r>
            <a:r>
              <a:rPr lang="zh-CN" altLang="en-US" sz="4200" dirty="0">
                <a:solidFill>
                  <a:srgbClr val="FFFFFF"/>
                </a:solidFill>
                <a:latin typeface="Times New Roman" panose="02020603050405020304" pitchFamily="18" charset="0"/>
                <a:ea typeface="黑体" panose="02010609060101010101" pitchFamily="49" charset="-122"/>
              </a:rPr>
              <a:t>多智能体系统的协作</a:t>
            </a:r>
          </a:p>
        </p:txBody>
      </p:sp>
      <p:sp>
        <p:nvSpPr>
          <p:cNvPr id="650244" name="Rectangle 3">
            <a:extLst>
              <a:ext uri="{FF2B5EF4-FFF2-40B4-BE49-F238E27FC236}">
                <a16:creationId xmlns:a16="http://schemas.microsoft.com/office/drawing/2014/main" id="{8F29CD81-909B-4F42-A6E9-4C4DA1C3C9B2}"/>
              </a:ext>
            </a:extLst>
          </p:cNvPr>
          <p:cNvSpPr>
            <a:spLocks noChangeArrowheads="1"/>
          </p:cNvSpPr>
          <p:nvPr/>
        </p:nvSpPr>
        <p:spPr bwMode="auto">
          <a:xfrm>
            <a:off x="279918" y="895739"/>
            <a:ext cx="84582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Aft>
                <a:spcPct val="0"/>
              </a:spcAft>
              <a:buClr>
                <a:srgbClr val="CC0000"/>
              </a:buClr>
              <a:buNone/>
            </a:pPr>
            <a:r>
              <a:rPr lang="en-US" altLang="zh-CN" b="1" dirty="0">
                <a:solidFill>
                  <a:srgbClr val="000000"/>
                </a:solidFill>
              </a:rPr>
              <a:t>11.5.4</a:t>
            </a:r>
            <a:r>
              <a:rPr lang="zh-CN" altLang="en-US" b="1" dirty="0">
                <a:solidFill>
                  <a:srgbClr val="000000"/>
                </a:solidFill>
              </a:rPr>
              <a:t>市场机制协作方法</a:t>
            </a:r>
            <a:r>
              <a:rPr lang="zh-CN" altLang="en-US" dirty="0">
                <a:solidFill>
                  <a:srgbClr val="000000"/>
                </a:solidFill>
              </a:rPr>
              <a:t> </a:t>
            </a:r>
            <a:endParaRPr lang="zh-CN" altLang="en-US" b="1" dirty="0">
              <a:solidFill>
                <a:srgbClr val="000000"/>
              </a:solidFill>
              <a:latin typeface="Times New Roman" panose="02020603050405020304" pitchFamily="18" charset="0"/>
            </a:endParaRPr>
          </a:p>
          <a:p>
            <a:pPr algn="just" fontAlgn="base">
              <a:spcAft>
                <a:spcPct val="0"/>
              </a:spcAft>
              <a:buClr>
                <a:srgbClr val="CC0000"/>
              </a:buClr>
              <a:buNone/>
            </a:pPr>
            <a:endParaRPr lang="en-US" altLang="zh-CN" b="1" dirty="0">
              <a:solidFill>
                <a:srgbClr val="000000"/>
              </a:solidFill>
              <a:latin typeface="Times New Roman" panose="02020603050405020304" pitchFamily="18" charset="0"/>
            </a:endParaRPr>
          </a:p>
        </p:txBody>
      </p:sp>
      <p:sp>
        <p:nvSpPr>
          <p:cNvPr id="807940" name="Rectangle 4">
            <a:extLst>
              <a:ext uri="{FF2B5EF4-FFF2-40B4-BE49-F238E27FC236}">
                <a16:creationId xmlns:a16="http://schemas.microsoft.com/office/drawing/2014/main" id="{C07D285E-1BCD-4C96-9080-B02842BFAA1B}"/>
              </a:ext>
            </a:extLst>
          </p:cNvPr>
          <p:cNvSpPr>
            <a:spLocks noChangeArrowheads="1"/>
          </p:cNvSpPr>
          <p:nvPr/>
        </p:nvSpPr>
        <p:spPr bwMode="auto">
          <a:xfrm>
            <a:off x="1752600" y="1447800"/>
            <a:ext cx="8763000" cy="51816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pPr>
            <a:r>
              <a:rPr lang="zh-CN" altLang="en-US" sz="2400" b="1">
                <a:solidFill>
                  <a:srgbClr val="000000"/>
                </a:solidFill>
              </a:rPr>
              <a:t>市场机制的基本思想是针对分布式资源分配的待定问题，建立相应的计算经济，使智能体之间通过最少的直接通信来协调多个智能体之间的活动。</a:t>
            </a:r>
          </a:p>
          <a:p>
            <a:pPr fontAlgn="base">
              <a:spcAft>
                <a:spcPct val="0"/>
              </a:spcAft>
              <a:buClr>
                <a:srgbClr val="CC0000"/>
              </a:buClr>
            </a:pPr>
            <a:r>
              <a:rPr lang="zh-CN" altLang="en-US" sz="2400" b="1">
                <a:solidFill>
                  <a:srgbClr val="000000"/>
                </a:solidFill>
              </a:rPr>
              <a:t>系统中只存在两种类型的智能体：生产者和消费者。智能体以各种价格对商品进行投标，但所有的商品交换都以当前市场价格进行，每一智能体通过投标以便获得最大利益和效用。</a:t>
            </a:r>
          </a:p>
          <a:p>
            <a:pPr fontAlgn="base">
              <a:spcAft>
                <a:spcPct val="0"/>
              </a:spcAft>
              <a:buClr>
                <a:srgbClr val="CC0000"/>
              </a:buClr>
            </a:pPr>
            <a:r>
              <a:rPr lang="zh-CN" altLang="en-US" sz="2400" b="1">
                <a:solidFill>
                  <a:srgbClr val="000000"/>
                </a:solidFill>
              </a:rPr>
              <a:t>在开放的市场环境中，智能体应该可以自由地选择自己的贸易策略，其行为不一定合乎常规。市场机制假定智能体所给予的偏好是与智能体获得行动结果的知识相一致，因此智能体推理行为就是最大化它自身的偏好。</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07940">
                                            <p:txEl>
                                              <p:pRg st="0" end="0"/>
                                            </p:txEl>
                                          </p:spTgt>
                                        </p:tgtEl>
                                        <p:attrNameLst>
                                          <p:attrName>style.visibility</p:attrName>
                                        </p:attrNameLst>
                                      </p:cBhvr>
                                      <p:to>
                                        <p:strVal val="visible"/>
                                      </p:to>
                                    </p:set>
                                    <p:anim calcmode="lin" valueType="num">
                                      <p:cBhvr additive="base">
                                        <p:cTn id="7" dur="500" fill="hold"/>
                                        <p:tgtEl>
                                          <p:spTgt spid="80794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0794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07940">
                                            <p:txEl>
                                              <p:pRg st="1" end="1"/>
                                            </p:txEl>
                                          </p:spTgt>
                                        </p:tgtEl>
                                        <p:attrNameLst>
                                          <p:attrName>style.visibility</p:attrName>
                                        </p:attrNameLst>
                                      </p:cBhvr>
                                      <p:to>
                                        <p:strVal val="visible"/>
                                      </p:to>
                                    </p:set>
                                    <p:anim calcmode="lin" valueType="num">
                                      <p:cBhvr additive="base">
                                        <p:cTn id="13" dur="500" fill="hold"/>
                                        <p:tgtEl>
                                          <p:spTgt spid="80794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0794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07940">
                                            <p:txEl>
                                              <p:pRg st="2" end="2"/>
                                            </p:txEl>
                                          </p:spTgt>
                                        </p:tgtEl>
                                        <p:attrNameLst>
                                          <p:attrName>style.visibility</p:attrName>
                                        </p:attrNameLst>
                                      </p:cBhvr>
                                      <p:to>
                                        <p:strVal val="visible"/>
                                      </p:to>
                                    </p:set>
                                    <p:anim calcmode="lin" valueType="num">
                                      <p:cBhvr additive="base">
                                        <p:cTn id="19" dur="500" fill="hold"/>
                                        <p:tgtEl>
                                          <p:spTgt spid="80794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07940">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7940"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a:extLst>
              <a:ext uri="{FF2B5EF4-FFF2-40B4-BE49-F238E27FC236}">
                <a16:creationId xmlns:a16="http://schemas.microsoft.com/office/drawing/2014/main" id="{FA0F1BED-E856-4841-BC99-4B911EC56852}"/>
              </a:ext>
            </a:extLst>
          </p:cNvPr>
          <p:cNvSpPr>
            <a:spLocks noGrp="1"/>
          </p:cNvSpPr>
          <p:nvPr>
            <p:ph type="sldNum" sz="quarter" idx="10"/>
          </p:nvPr>
        </p:nvSpPr>
        <p:spPr/>
        <p:txBody>
          <a:bodyPr/>
          <a:lstStyle/>
          <a:p>
            <a:pPr fontAlgn="base">
              <a:spcBef>
                <a:spcPct val="0"/>
              </a:spcBef>
              <a:spcAft>
                <a:spcPct val="0"/>
              </a:spcAft>
              <a:defRPr/>
            </a:pPr>
            <a:fld id="{5C066391-4296-4051-A6D3-BB0B231E417C}" type="slidenum">
              <a:rPr lang="ja-JP" altLang="en-US">
                <a:latin typeface="Arial"/>
              </a:rPr>
              <a:pPr fontAlgn="base">
                <a:spcBef>
                  <a:spcPct val="0"/>
                </a:spcBef>
                <a:spcAft>
                  <a:spcPct val="0"/>
                </a:spcAft>
                <a:defRPr/>
              </a:pPr>
              <a:t>38</a:t>
            </a:fld>
            <a:endParaRPr lang="en-US" altLang="ja-JP">
              <a:latin typeface="Arial"/>
            </a:endParaRPr>
          </a:p>
        </p:txBody>
      </p:sp>
      <p:sp>
        <p:nvSpPr>
          <p:cNvPr id="808962" name="Rectangle 2">
            <a:extLst>
              <a:ext uri="{FF2B5EF4-FFF2-40B4-BE49-F238E27FC236}">
                <a16:creationId xmlns:a16="http://schemas.microsoft.com/office/drawing/2014/main" id="{49BDCA36-16C7-42C7-8AFD-36D9DC7301EB}"/>
              </a:ext>
            </a:extLst>
          </p:cNvPr>
          <p:cNvSpPr>
            <a:spLocks noChangeArrowheads="1"/>
          </p:cNvSpPr>
          <p:nvPr/>
        </p:nvSpPr>
        <p:spPr bwMode="auto">
          <a:xfrm>
            <a:off x="329683" y="1130756"/>
            <a:ext cx="8283575" cy="4094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11.1 </a:t>
            </a:r>
            <a:r>
              <a:rPr lang="zh-CN" altLang="en-US" b="1" dirty="0">
                <a:solidFill>
                  <a:srgbClr val="000000"/>
                </a:solidFill>
                <a:latin typeface="Times New Roman" panose="02020603050405020304" pitchFamily="18" charset="0"/>
              </a:rPr>
              <a:t>智能体的概念与结构</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11.2 </a:t>
            </a:r>
            <a:r>
              <a:rPr lang="zh-CN" altLang="en-US" b="1" dirty="0">
                <a:solidFill>
                  <a:srgbClr val="000000"/>
                </a:solidFill>
                <a:latin typeface="Times New Roman" panose="02020603050405020304" pitchFamily="18" charset="0"/>
              </a:rPr>
              <a:t>多智能体系统的概念与结构</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11.3 </a:t>
            </a:r>
            <a:r>
              <a:rPr lang="zh-CN" altLang="en-US" b="1" dirty="0">
                <a:solidFill>
                  <a:srgbClr val="000000"/>
                </a:solidFill>
                <a:latin typeface="Times New Roman" panose="02020603050405020304" pitchFamily="18" charset="0"/>
              </a:rPr>
              <a:t>多智能体系统的通信</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11.4 </a:t>
            </a:r>
            <a:r>
              <a:rPr lang="zh-CN" altLang="en-US" b="1" dirty="0">
                <a:solidFill>
                  <a:srgbClr val="000000"/>
                </a:solidFill>
                <a:latin typeface="Times New Roman" panose="02020603050405020304" pitchFamily="18" charset="0"/>
              </a:rPr>
              <a:t>多智能体系统的协调</a:t>
            </a:r>
          </a:p>
          <a:p>
            <a:pPr fontAlgn="base">
              <a:spcBef>
                <a:spcPct val="30000"/>
              </a:spcBef>
              <a:spcAft>
                <a:spcPct val="0"/>
              </a:spcAft>
              <a:buClr>
                <a:srgbClr val="CC0000"/>
              </a:buClr>
            </a:pPr>
            <a:r>
              <a:rPr lang="en-US" altLang="zh-CN" b="1" dirty="0">
                <a:solidFill>
                  <a:srgbClr val="000000"/>
                </a:solidFill>
                <a:latin typeface="Times New Roman" panose="02020603050405020304" pitchFamily="18" charset="0"/>
              </a:rPr>
              <a:t>11.5 </a:t>
            </a:r>
            <a:r>
              <a:rPr lang="zh-CN" altLang="en-US" b="1" dirty="0">
                <a:solidFill>
                  <a:srgbClr val="000000"/>
                </a:solidFill>
                <a:latin typeface="Times New Roman" panose="02020603050405020304" pitchFamily="18" charset="0"/>
              </a:rPr>
              <a:t>多智能体系统的协作</a:t>
            </a:r>
          </a:p>
          <a:p>
            <a:pPr fontAlgn="base">
              <a:spcBef>
                <a:spcPct val="30000"/>
              </a:spcBef>
              <a:spcAft>
                <a:spcPct val="0"/>
              </a:spcAft>
              <a:buClr>
                <a:srgbClr val="0000FF"/>
              </a:buClr>
              <a:buSzPct val="150000"/>
              <a:buFont typeface="Wingdings" panose="05000000000000000000" pitchFamily="2" charset="2"/>
              <a:buChar char="ü"/>
            </a:pPr>
            <a:r>
              <a:rPr lang="en-US" altLang="zh-CN" b="1" dirty="0">
                <a:solidFill>
                  <a:srgbClr val="0000FF"/>
                </a:solidFill>
                <a:latin typeface="Times New Roman" panose="02020603050405020304" pitchFamily="18" charset="0"/>
              </a:rPr>
              <a:t>11.6 </a:t>
            </a:r>
            <a:r>
              <a:rPr lang="zh-CN" altLang="en-US" b="1" dirty="0">
                <a:solidFill>
                  <a:srgbClr val="0000FF"/>
                </a:solidFill>
                <a:latin typeface="Times New Roman" panose="02020603050405020304" pitchFamily="18" charset="0"/>
              </a:rPr>
              <a:t>多智能体系统的协商</a:t>
            </a:r>
          </a:p>
          <a:p>
            <a:pPr fontAlgn="base">
              <a:spcBef>
                <a:spcPct val="30000"/>
              </a:spcBef>
              <a:spcAft>
                <a:spcPct val="0"/>
              </a:spcAft>
              <a:buClrTx/>
              <a:buNone/>
            </a:pPr>
            <a:endParaRPr lang="en-US" altLang="zh-CN" b="1" dirty="0">
              <a:solidFill>
                <a:srgbClr val="000000"/>
              </a:solidFill>
              <a:latin typeface="Times New Roman" panose="02020603050405020304" pitchFamily="18" charset="0"/>
            </a:endParaRPr>
          </a:p>
        </p:txBody>
      </p:sp>
      <p:sp>
        <p:nvSpPr>
          <p:cNvPr id="651268" name="Rectangle 3">
            <a:extLst>
              <a:ext uri="{FF2B5EF4-FFF2-40B4-BE49-F238E27FC236}">
                <a16:creationId xmlns:a16="http://schemas.microsoft.com/office/drawing/2014/main" id="{7D8662A0-7609-4D4B-9A43-813143B86113}"/>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4200" dirty="0">
                <a:solidFill>
                  <a:srgbClr val="FFFFFF"/>
                </a:solidFill>
                <a:latin typeface="Times New Roman" panose="02020603050405020304" pitchFamily="18" charset="0"/>
                <a:ea typeface="黑体" panose="02010609060101010101" pitchFamily="49" charset="-122"/>
              </a:rPr>
              <a:t>第</a:t>
            </a:r>
            <a:r>
              <a:rPr lang="en-US" altLang="zh-CN" sz="4200" dirty="0">
                <a:solidFill>
                  <a:srgbClr val="FFFFFF"/>
                </a:solidFill>
                <a:latin typeface="Times New Roman" panose="02020603050405020304" pitchFamily="18" charset="0"/>
                <a:ea typeface="黑体" panose="02010609060101010101" pitchFamily="49" charset="-122"/>
              </a:rPr>
              <a:t>11</a:t>
            </a:r>
            <a:r>
              <a:rPr lang="zh-CN" altLang="en-US" sz="4200" dirty="0">
                <a:solidFill>
                  <a:srgbClr val="FFFFFF"/>
                </a:solidFill>
                <a:latin typeface="Times New Roman" panose="02020603050405020304" pitchFamily="18" charset="0"/>
                <a:ea typeface="黑体" panose="02010609060101010101" pitchFamily="49" charset="-122"/>
              </a:rPr>
              <a:t>章  智能体与多智能体系统</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08962">
                                            <p:txEl>
                                              <p:pRg st="5" end="5"/>
                                            </p:txEl>
                                          </p:spTgt>
                                        </p:tgtEl>
                                        <p:attrNameLst>
                                          <p:attrName>style.visibility</p:attrName>
                                        </p:attrNameLst>
                                      </p:cBhvr>
                                      <p:to>
                                        <p:strVal val="visible"/>
                                      </p:to>
                                    </p:set>
                                    <p:anim calcmode="lin" valueType="num">
                                      <p:cBhvr additive="base">
                                        <p:cTn id="7" dur="500" fill="hold"/>
                                        <p:tgtEl>
                                          <p:spTgt spid="808962">
                                            <p:txEl>
                                              <p:pRg st="5" end="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08962">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62" grpId="0" build="p" autoUpdateAnimBg="0" advAuto="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3A6EA2D8-69FC-4F51-B9C3-AC3060DE7CD1}"/>
              </a:ext>
            </a:extLst>
          </p:cNvPr>
          <p:cNvSpPr>
            <a:spLocks noGrp="1"/>
          </p:cNvSpPr>
          <p:nvPr>
            <p:ph type="sldNum" sz="quarter" idx="10"/>
          </p:nvPr>
        </p:nvSpPr>
        <p:spPr/>
        <p:txBody>
          <a:bodyPr/>
          <a:lstStyle/>
          <a:p>
            <a:pPr fontAlgn="base">
              <a:spcBef>
                <a:spcPct val="0"/>
              </a:spcBef>
              <a:spcAft>
                <a:spcPct val="0"/>
              </a:spcAft>
              <a:defRPr/>
            </a:pPr>
            <a:fld id="{3F68AB5D-B3FF-46AE-BF53-5654C4CFAC84}" type="slidenum">
              <a:rPr lang="ja-JP" altLang="en-US">
                <a:latin typeface="Arial"/>
              </a:rPr>
              <a:pPr fontAlgn="base">
                <a:spcBef>
                  <a:spcPct val="0"/>
                </a:spcBef>
                <a:spcAft>
                  <a:spcPct val="0"/>
                </a:spcAft>
                <a:defRPr/>
              </a:pPr>
              <a:t>39</a:t>
            </a:fld>
            <a:endParaRPr lang="en-US" altLang="ja-JP">
              <a:latin typeface="Arial"/>
            </a:endParaRPr>
          </a:p>
        </p:txBody>
      </p:sp>
      <p:sp>
        <p:nvSpPr>
          <p:cNvPr id="652291" name="Rectangle 2">
            <a:extLst>
              <a:ext uri="{FF2B5EF4-FFF2-40B4-BE49-F238E27FC236}">
                <a16:creationId xmlns:a16="http://schemas.microsoft.com/office/drawing/2014/main" id="{B6CE87D5-7AE3-4A67-8771-DE33516786CD}"/>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11.6 </a:t>
            </a:r>
            <a:r>
              <a:rPr lang="zh-CN" altLang="en-US" sz="4200" dirty="0">
                <a:solidFill>
                  <a:srgbClr val="FFFFFF"/>
                </a:solidFill>
                <a:latin typeface="Times New Roman" panose="02020603050405020304" pitchFamily="18" charset="0"/>
                <a:ea typeface="黑体" panose="02010609060101010101" pitchFamily="49" charset="-122"/>
              </a:rPr>
              <a:t>多智能体系统的协商</a:t>
            </a:r>
          </a:p>
        </p:txBody>
      </p:sp>
      <p:sp>
        <p:nvSpPr>
          <p:cNvPr id="652292" name="Rectangle 3">
            <a:extLst>
              <a:ext uri="{FF2B5EF4-FFF2-40B4-BE49-F238E27FC236}">
                <a16:creationId xmlns:a16="http://schemas.microsoft.com/office/drawing/2014/main" id="{B583B094-9B41-4D5C-BE29-70096C23BD90}"/>
              </a:ext>
            </a:extLst>
          </p:cNvPr>
          <p:cNvSpPr>
            <a:spLocks noChangeArrowheads="1"/>
          </p:cNvSpPr>
          <p:nvPr/>
        </p:nvSpPr>
        <p:spPr bwMode="auto">
          <a:xfrm>
            <a:off x="382553" y="895739"/>
            <a:ext cx="84582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Aft>
                <a:spcPct val="0"/>
              </a:spcAft>
              <a:buClr>
                <a:srgbClr val="CC0000"/>
              </a:buClr>
              <a:buNone/>
            </a:pPr>
            <a:r>
              <a:rPr lang="en-US" altLang="zh-CN" b="1" dirty="0">
                <a:solidFill>
                  <a:srgbClr val="000000"/>
                </a:solidFill>
              </a:rPr>
              <a:t>1.</a:t>
            </a:r>
            <a:r>
              <a:rPr lang="zh-CN" altLang="en-US" b="1" dirty="0">
                <a:solidFill>
                  <a:srgbClr val="000000"/>
                </a:solidFill>
              </a:rPr>
              <a:t>协商协议</a:t>
            </a:r>
            <a:endParaRPr lang="zh-CN" altLang="en-US" b="1" dirty="0">
              <a:solidFill>
                <a:srgbClr val="000000"/>
              </a:solidFill>
              <a:latin typeface="Times New Roman" panose="02020603050405020304" pitchFamily="18" charset="0"/>
            </a:endParaRPr>
          </a:p>
          <a:p>
            <a:pPr algn="just" fontAlgn="base">
              <a:spcAft>
                <a:spcPct val="0"/>
              </a:spcAft>
              <a:buClr>
                <a:srgbClr val="CC0000"/>
              </a:buClr>
              <a:buNone/>
            </a:pPr>
            <a:endParaRPr lang="en-US" altLang="zh-CN" b="1" dirty="0">
              <a:solidFill>
                <a:srgbClr val="000000"/>
              </a:solidFill>
              <a:latin typeface="Times New Roman" panose="02020603050405020304" pitchFamily="18" charset="0"/>
            </a:endParaRPr>
          </a:p>
        </p:txBody>
      </p:sp>
      <p:sp>
        <p:nvSpPr>
          <p:cNvPr id="809988" name="Rectangle 4">
            <a:extLst>
              <a:ext uri="{FF2B5EF4-FFF2-40B4-BE49-F238E27FC236}">
                <a16:creationId xmlns:a16="http://schemas.microsoft.com/office/drawing/2014/main" id="{93F62D16-E388-49A4-800C-C59E4C21D5B1}"/>
              </a:ext>
            </a:extLst>
          </p:cNvPr>
          <p:cNvSpPr>
            <a:spLocks noChangeArrowheads="1"/>
          </p:cNvSpPr>
          <p:nvPr/>
        </p:nvSpPr>
        <p:spPr bwMode="auto">
          <a:xfrm>
            <a:off x="1754154" y="1447800"/>
            <a:ext cx="8761445" cy="51816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Bef>
                <a:spcPct val="20000"/>
              </a:spcBef>
              <a:spcAft>
                <a:spcPct val="0"/>
              </a:spcAft>
              <a:buClr>
                <a:srgbClr val="CC0000"/>
              </a:buClr>
            </a:pPr>
            <a:r>
              <a:rPr lang="en-US" altLang="zh-CN" sz="2400" b="1" dirty="0">
                <a:solidFill>
                  <a:srgbClr val="000000"/>
                </a:solidFill>
              </a:rPr>
              <a:t>Multi-Agent</a:t>
            </a:r>
            <a:r>
              <a:rPr lang="zh-CN" altLang="en-US" sz="2400" b="1" dirty="0">
                <a:solidFill>
                  <a:srgbClr val="000000"/>
                </a:solidFill>
              </a:rPr>
              <a:t>协商概括为协商协议、协商策略和协商处理。</a:t>
            </a:r>
          </a:p>
          <a:p>
            <a:pPr fontAlgn="base">
              <a:spcBef>
                <a:spcPct val="20000"/>
              </a:spcBef>
              <a:spcAft>
                <a:spcPct val="0"/>
              </a:spcAft>
              <a:buClr>
                <a:srgbClr val="CC0000"/>
              </a:buClr>
            </a:pPr>
            <a:r>
              <a:rPr lang="zh-CN" altLang="en-US" sz="2400" b="1" dirty="0">
                <a:solidFill>
                  <a:srgbClr val="000000"/>
                </a:solidFill>
              </a:rPr>
              <a:t>协商协议用于处理协商过程中协商之间的交互和作用，是交易双方交互的规则。主要研究的内容是</a:t>
            </a:r>
            <a:r>
              <a:rPr lang="en-US" altLang="zh-CN" sz="2400" b="1" dirty="0">
                <a:solidFill>
                  <a:srgbClr val="000000"/>
                </a:solidFill>
              </a:rPr>
              <a:t>Agent</a:t>
            </a:r>
            <a:r>
              <a:rPr lang="zh-CN" altLang="en-US" sz="2400" b="1" dirty="0">
                <a:solidFill>
                  <a:srgbClr val="000000"/>
                </a:solidFill>
              </a:rPr>
              <a:t>通信语言的定义、表示、处理和语义解释。</a:t>
            </a:r>
          </a:p>
          <a:p>
            <a:pPr fontAlgn="base">
              <a:spcBef>
                <a:spcPct val="20000"/>
              </a:spcBef>
              <a:spcAft>
                <a:spcPct val="0"/>
              </a:spcAft>
              <a:buClr>
                <a:srgbClr val="CC0000"/>
              </a:buClr>
            </a:pPr>
            <a:r>
              <a:rPr lang="zh-CN" altLang="en-US" sz="2400" b="1" dirty="0">
                <a:solidFill>
                  <a:srgbClr val="000000"/>
                </a:solidFill>
              </a:rPr>
              <a:t>协商协议的形式化表示通常有三种方法：巴科斯范式表示、有限自动机表示和语义表示。</a:t>
            </a:r>
          </a:p>
          <a:p>
            <a:pPr fontAlgn="base">
              <a:spcBef>
                <a:spcPct val="20000"/>
              </a:spcBef>
              <a:spcAft>
                <a:spcPct val="0"/>
              </a:spcAft>
              <a:buClr>
                <a:srgbClr val="CC0000"/>
              </a:buClr>
            </a:pPr>
            <a:r>
              <a:rPr lang="zh-CN" altLang="en-US" sz="2400" b="1" dirty="0">
                <a:solidFill>
                  <a:srgbClr val="000000"/>
                </a:solidFill>
              </a:rPr>
              <a:t>巴科斯范式表示具有简洁、明了的特点，是最常用的方法。</a:t>
            </a:r>
          </a:p>
          <a:p>
            <a:pPr fontAlgn="base">
              <a:spcBef>
                <a:spcPct val="20000"/>
              </a:spcBef>
              <a:spcAft>
                <a:spcPct val="0"/>
              </a:spcAft>
              <a:buClr>
                <a:srgbClr val="CC0000"/>
              </a:buClr>
            </a:pPr>
            <a:r>
              <a:rPr lang="zh-CN" altLang="en-US" sz="2400" b="1" dirty="0">
                <a:solidFill>
                  <a:srgbClr val="000000"/>
                </a:solidFill>
              </a:rPr>
              <a:t>常用的协商协议：根据协商对象的数量分为一对一、一对多、多对多的协议；根据协商的顺序分为轮流出价、同时出价协商协议；根据协商议题的数量分为单属性和多属性协商等。</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09988">
                                            <p:txEl>
                                              <p:pRg st="0" end="0"/>
                                            </p:txEl>
                                          </p:spTgt>
                                        </p:tgtEl>
                                        <p:attrNameLst>
                                          <p:attrName>style.visibility</p:attrName>
                                        </p:attrNameLst>
                                      </p:cBhvr>
                                      <p:to>
                                        <p:strVal val="visible"/>
                                      </p:to>
                                    </p:set>
                                    <p:anim calcmode="lin" valueType="num">
                                      <p:cBhvr additive="base">
                                        <p:cTn id="7" dur="500" fill="hold"/>
                                        <p:tgtEl>
                                          <p:spTgt spid="80998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0998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09988">
                                            <p:txEl>
                                              <p:pRg st="1" end="1"/>
                                            </p:txEl>
                                          </p:spTgt>
                                        </p:tgtEl>
                                        <p:attrNameLst>
                                          <p:attrName>style.visibility</p:attrName>
                                        </p:attrNameLst>
                                      </p:cBhvr>
                                      <p:to>
                                        <p:strVal val="visible"/>
                                      </p:to>
                                    </p:set>
                                    <p:anim calcmode="lin" valueType="num">
                                      <p:cBhvr additive="base">
                                        <p:cTn id="13" dur="500" fill="hold"/>
                                        <p:tgtEl>
                                          <p:spTgt spid="80998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0998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09988">
                                            <p:txEl>
                                              <p:pRg st="2" end="2"/>
                                            </p:txEl>
                                          </p:spTgt>
                                        </p:tgtEl>
                                        <p:attrNameLst>
                                          <p:attrName>style.visibility</p:attrName>
                                        </p:attrNameLst>
                                      </p:cBhvr>
                                      <p:to>
                                        <p:strVal val="visible"/>
                                      </p:to>
                                    </p:set>
                                    <p:anim calcmode="lin" valueType="num">
                                      <p:cBhvr additive="base">
                                        <p:cTn id="19" dur="500" fill="hold"/>
                                        <p:tgtEl>
                                          <p:spTgt spid="80998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0998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09988">
                                            <p:txEl>
                                              <p:pRg st="3" end="3"/>
                                            </p:txEl>
                                          </p:spTgt>
                                        </p:tgtEl>
                                        <p:attrNameLst>
                                          <p:attrName>style.visibility</p:attrName>
                                        </p:attrNameLst>
                                      </p:cBhvr>
                                      <p:to>
                                        <p:strVal val="visible"/>
                                      </p:to>
                                    </p:set>
                                    <p:anim calcmode="lin" valueType="num">
                                      <p:cBhvr additive="base">
                                        <p:cTn id="25" dur="500" fill="hold"/>
                                        <p:tgtEl>
                                          <p:spTgt spid="80998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0998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09988">
                                            <p:txEl>
                                              <p:pRg st="4" end="4"/>
                                            </p:txEl>
                                          </p:spTgt>
                                        </p:tgtEl>
                                        <p:attrNameLst>
                                          <p:attrName>style.visibility</p:attrName>
                                        </p:attrNameLst>
                                      </p:cBhvr>
                                      <p:to>
                                        <p:strVal val="visible"/>
                                      </p:to>
                                    </p:set>
                                    <p:anim calcmode="lin" valueType="num">
                                      <p:cBhvr additive="base">
                                        <p:cTn id="31" dur="500" fill="hold"/>
                                        <p:tgtEl>
                                          <p:spTgt spid="80998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09988">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988"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046E37B2-C1F4-44D3-BFF3-6AD85579F849}"/>
              </a:ext>
            </a:extLst>
          </p:cNvPr>
          <p:cNvSpPr>
            <a:spLocks noGrp="1"/>
          </p:cNvSpPr>
          <p:nvPr>
            <p:ph type="sldNum" sz="quarter" idx="10"/>
          </p:nvPr>
        </p:nvSpPr>
        <p:spPr/>
        <p:txBody>
          <a:bodyPr/>
          <a:lstStyle/>
          <a:p>
            <a:pPr fontAlgn="base">
              <a:spcBef>
                <a:spcPct val="0"/>
              </a:spcBef>
              <a:spcAft>
                <a:spcPct val="0"/>
              </a:spcAft>
              <a:defRPr/>
            </a:pPr>
            <a:fld id="{E3F44541-8212-450E-A9A6-E2EE9C3FA51A}" type="slidenum">
              <a:rPr lang="ja-JP" altLang="en-US">
                <a:latin typeface="Arial"/>
              </a:rPr>
              <a:pPr fontAlgn="base">
                <a:spcBef>
                  <a:spcPct val="0"/>
                </a:spcBef>
                <a:spcAft>
                  <a:spcPct val="0"/>
                </a:spcAft>
                <a:defRPr/>
              </a:pPr>
              <a:t>40</a:t>
            </a:fld>
            <a:endParaRPr lang="en-US" altLang="ja-JP">
              <a:latin typeface="Arial"/>
            </a:endParaRPr>
          </a:p>
        </p:txBody>
      </p:sp>
      <p:sp>
        <p:nvSpPr>
          <p:cNvPr id="653315" name="Rectangle 2">
            <a:extLst>
              <a:ext uri="{FF2B5EF4-FFF2-40B4-BE49-F238E27FC236}">
                <a16:creationId xmlns:a16="http://schemas.microsoft.com/office/drawing/2014/main" id="{2B2D1D2C-FC0E-4FB8-BA97-9CBE25C284B9}"/>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11.6 </a:t>
            </a:r>
            <a:r>
              <a:rPr lang="zh-CN" altLang="en-US" sz="4200" dirty="0">
                <a:solidFill>
                  <a:srgbClr val="FFFFFF"/>
                </a:solidFill>
                <a:latin typeface="Times New Roman" panose="02020603050405020304" pitchFamily="18" charset="0"/>
                <a:ea typeface="黑体" panose="02010609060101010101" pitchFamily="49" charset="-122"/>
              </a:rPr>
              <a:t>多智能体系统的协商</a:t>
            </a:r>
          </a:p>
        </p:txBody>
      </p:sp>
      <p:sp>
        <p:nvSpPr>
          <p:cNvPr id="653316" name="Rectangle 3">
            <a:extLst>
              <a:ext uri="{FF2B5EF4-FFF2-40B4-BE49-F238E27FC236}">
                <a16:creationId xmlns:a16="http://schemas.microsoft.com/office/drawing/2014/main" id="{559E52C7-9F20-4456-808A-0D9A2F6DEDAB}"/>
              </a:ext>
            </a:extLst>
          </p:cNvPr>
          <p:cNvSpPr>
            <a:spLocks noChangeArrowheads="1"/>
          </p:cNvSpPr>
          <p:nvPr/>
        </p:nvSpPr>
        <p:spPr bwMode="auto">
          <a:xfrm>
            <a:off x="381000" y="886408"/>
            <a:ext cx="84582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Aft>
                <a:spcPct val="0"/>
              </a:spcAft>
              <a:buClr>
                <a:srgbClr val="CC0000"/>
              </a:buClr>
              <a:buNone/>
            </a:pPr>
            <a:r>
              <a:rPr lang="en-US" altLang="zh-CN" b="1" dirty="0">
                <a:solidFill>
                  <a:srgbClr val="000000"/>
                </a:solidFill>
              </a:rPr>
              <a:t>2.</a:t>
            </a:r>
            <a:r>
              <a:rPr lang="zh-CN" altLang="en-US" b="1" dirty="0">
                <a:solidFill>
                  <a:srgbClr val="000000"/>
                </a:solidFill>
              </a:rPr>
              <a:t>协商策略</a:t>
            </a:r>
          </a:p>
          <a:p>
            <a:pPr algn="just" fontAlgn="base">
              <a:spcAft>
                <a:spcPct val="0"/>
              </a:spcAft>
              <a:buClr>
                <a:srgbClr val="CC0000"/>
              </a:buClr>
              <a:buNone/>
            </a:pPr>
            <a:endParaRPr lang="en-US" altLang="zh-CN" b="1" dirty="0">
              <a:solidFill>
                <a:srgbClr val="000000"/>
              </a:solidFill>
              <a:latin typeface="Times New Roman" panose="02020603050405020304" pitchFamily="18" charset="0"/>
            </a:endParaRPr>
          </a:p>
        </p:txBody>
      </p:sp>
      <p:sp>
        <p:nvSpPr>
          <p:cNvPr id="811012" name="Rectangle 4">
            <a:extLst>
              <a:ext uri="{FF2B5EF4-FFF2-40B4-BE49-F238E27FC236}">
                <a16:creationId xmlns:a16="http://schemas.microsoft.com/office/drawing/2014/main" id="{5E89F5A5-31C2-4FA5-913B-4307C3CB59A5}"/>
              </a:ext>
            </a:extLst>
          </p:cNvPr>
          <p:cNvSpPr>
            <a:spLocks noChangeArrowheads="1"/>
          </p:cNvSpPr>
          <p:nvPr/>
        </p:nvSpPr>
        <p:spPr bwMode="auto">
          <a:xfrm>
            <a:off x="1752600" y="1447800"/>
            <a:ext cx="8763000" cy="51816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pPr>
            <a:r>
              <a:rPr lang="zh-CN" altLang="en-US" sz="2400" b="1">
                <a:solidFill>
                  <a:srgbClr val="000000"/>
                </a:solidFill>
              </a:rPr>
              <a:t>协商策略是</a:t>
            </a:r>
            <a:r>
              <a:rPr lang="en-US" altLang="zh-CN" sz="2400" b="1">
                <a:solidFill>
                  <a:srgbClr val="000000"/>
                </a:solidFill>
              </a:rPr>
              <a:t>Agent</a:t>
            </a:r>
            <a:r>
              <a:rPr lang="zh-CN" altLang="en-US" sz="2400" b="1">
                <a:solidFill>
                  <a:srgbClr val="000000"/>
                </a:solidFill>
              </a:rPr>
              <a:t>选择协商协议和通信消息的策略。</a:t>
            </a:r>
          </a:p>
          <a:p>
            <a:pPr fontAlgn="base">
              <a:spcAft>
                <a:spcPct val="0"/>
              </a:spcAft>
              <a:buClr>
                <a:srgbClr val="CC0000"/>
              </a:buClr>
            </a:pPr>
            <a:r>
              <a:rPr lang="zh-CN" altLang="en-US" sz="2400" b="1">
                <a:solidFill>
                  <a:srgbClr val="000000"/>
                </a:solidFill>
              </a:rPr>
              <a:t>协商策略分为：单方让步策略、竞争型策略、协作型策略、破坏协商策略和拖延协商策略。主要是竞争型和协作型策略。</a:t>
            </a:r>
          </a:p>
          <a:p>
            <a:pPr fontAlgn="base">
              <a:spcAft>
                <a:spcPct val="0"/>
              </a:spcAft>
              <a:buClr>
                <a:srgbClr val="CC0000"/>
              </a:buClr>
            </a:pPr>
            <a:r>
              <a:rPr lang="zh-CN" altLang="en-US" sz="2400" b="1">
                <a:solidFill>
                  <a:srgbClr val="000000"/>
                </a:solidFill>
              </a:rPr>
              <a:t>竞争型策略是指协商参与者在协商过程中表现出竞争行为，使协商结果向有利于自身利益方向发展的协商对策。合同网协调模型、劳资协商、基于对策论的协商过程等都属于此类。</a:t>
            </a:r>
          </a:p>
          <a:p>
            <a:pPr fontAlgn="base">
              <a:spcAft>
                <a:spcPct val="0"/>
              </a:spcAft>
              <a:buClr>
                <a:srgbClr val="CC0000"/>
              </a:buClr>
            </a:pPr>
            <a:r>
              <a:rPr lang="zh-CN" altLang="en-US" sz="2400" b="1">
                <a:solidFill>
                  <a:srgbClr val="000000"/>
                </a:solidFill>
              </a:rPr>
              <a:t>协作型策略是指协商各方都从整体利益出发，在协商过程中互相合作，采取的协商对策有利于互相能接受的协商结果。</a:t>
            </a:r>
          </a:p>
          <a:p>
            <a:pPr fontAlgn="base">
              <a:spcAft>
                <a:spcPct val="0"/>
              </a:spcAft>
              <a:buClr>
                <a:srgbClr val="CC0000"/>
              </a:buClr>
            </a:pPr>
            <a:r>
              <a:rPr lang="zh-CN" altLang="en-US" sz="2400" b="1">
                <a:solidFill>
                  <a:srgbClr val="000000"/>
                </a:solidFill>
              </a:rPr>
              <a:t>策略选择的通用方法是，依据影响协商的多方面因素，给出适宜的策略选择函数。</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11012">
                                            <p:txEl>
                                              <p:pRg st="0" end="0"/>
                                            </p:txEl>
                                          </p:spTgt>
                                        </p:tgtEl>
                                        <p:attrNameLst>
                                          <p:attrName>style.visibility</p:attrName>
                                        </p:attrNameLst>
                                      </p:cBhvr>
                                      <p:to>
                                        <p:strVal val="visible"/>
                                      </p:to>
                                    </p:set>
                                    <p:anim calcmode="lin" valueType="num">
                                      <p:cBhvr additive="base">
                                        <p:cTn id="7" dur="500" fill="hold"/>
                                        <p:tgtEl>
                                          <p:spTgt spid="81101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1101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1012">
                                            <p:txEl>
                                              <p:pRg st="1" end="1"/>
                                            </p:txEl>
                                          </p:spTgt>
                                        </p:tgtEl>
                                        <p:attrNameLst>
                                          <p:attrName>style.visibility</p:attrName>
                                        </p:attrNameLst>
                                      </p:cBhvr>
                                      <p:to>
                                        <p:strVal val="visible"/>
                                      </p:to>
                                    </p:set>
                                    <p:anim calcmode="lin" valueType="num">
                                      <p:cBhvr additive="base">
                                        <p:cTn id="13" dur="500" fill="hold"/>
                                        <p:tgtEl>
                                          <p:spTgt spid="81101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1101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11012">
                                            <p:txEl>
                                              <p:pRg st="2" end="2"/>
                                            </p:txEl>
                                          </p:spTgt>
                                        </p:tgtEl>
                                        <p:attrNameLst>
                                          <p:attrName>style.visibility</p:attrName>
                                        </p:attrNameLst>
                                      </p:cBhvr>
                                      <p:to>
                                        <p:strVal val="visible"/>
                                      </p:to>
                                    </p:set>
                                    <p:anim calcmode="lin" valueType="num">
                                      <p:cBhvr additive="base">
                                        <p:cTn id="19" dur="500" fill="hold"/>
                                        <p:tgtEl>
                                          <p:spTgt spid="81101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1101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11012">
                                            <p:txEl>
                                              <p:pRg st="3" end="3"/>
                                            </p:txEl>
                                          </p:spTgt>
                                        </p:tgtEl>
                                        <p:attrNameLst>
                                          <p:attrName>style.visibility</p:attrName>
                                        </p:attrNameLst>
                                      </p:cBhvr>
                                      <p:to>
                                        <p:strVal val="visible"/>
                                      </p:to>
                                    </p:set>
                                    <p:anim calcmode="lin" valueType="num">
                                      <p:cBhvr additive="base">
                                        <p:cTn id="25" dur="500" fill="hold"/>
                                        <p:tgtEl>
                                          <p:spTgt spid="81101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1101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11012">
                                            <p:txEl>
                                              <p:pRg st="4" end="4"/>
                                            </p:txEl>
                                          </p:spTgt>
                                        </p:tgtEl>
                                        <p:attrNameLst>
                                          <p:attrName>style.visibility</p:attrName>
                                        </p:attrNameLst>
                                      </p:cBhvr>
                                      <p:to>
                                        <p:strVal val="visible"/>
                                      </p:to>
                                    </p:set>
                                    <p:anim calcmode="lin" valueType="num">
                                      <p:cBhvr additive="base">
                                        <p:cTn id="31" dur="500" fill="hold"/>
                                        <p:tgtEl>
                                          <p:spTgt spid="81101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11012">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1012"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5A8B6642-3C9A-40A5-9095-0041C37CA6CD}"/>
              </a:ext>
            </a:extLst>
          </p:cNvPr>
          <p:cNvSpPr>
            <a:spLocks noGrp="1"/>
          </p:cNvSpPr>
          <p:nvPr>
            <p:ph type="sldNum" sz="quarter" idx="10"/>
          </p:nvPr>
        </p:nvSpPr>
        <p:spPr/>
        <p:txBody>
          <a:bodyPr/>
          <a:lstStyle/>
          <a:p>
            <a:pPr fontAlgn="base">
              <a:spcBef>
                <a:spcPct val="0"/>
              </a:spcBef>
              <a:spcAft>
                <a:spcPct val="0"/>
              </a:spcAft>
              <a:defRPr/>
            </a:pPr>
            <a:fld id="{BC07233F-091C-47DE-877F-8114B3007830}" type="slidenum">
              <a:rPr lang="ja-JP" altLang="en-US">
                <a:latin typeface="Arial"/>
              </a:rPr>
              <a:pPr fontAlgn="base">
                <a:spcBef>
                  <a:spcPct val="0"/>
                </a:spcBef>
                <a:spcAft>
                  <a:spcPct val="0"/>
                </a:spcAft>
                <a:defRPr/>
              </a:pPr>
              <a:t>41</a:t>
            </a:fld>
            <a:endParaRPr lang="en-US" altLang="ja-JP">
              <a:latin typeface="Arial"/>
            </a:endParaRPr>
          </a:p>
        </p:txBody>
      </p:sp>
      <p:sp>
        <p:nvSpPr>
          <p:cNvPr id="654339" name="Rectangle 2">
            <a:extLst>
              <a:ext uri="{FF2B5EF4-FFF2-40B4-BE49-F238E27FC236}">
                <a16:creationId xmlns:a16="http://schemas.microsoft.com/office/drawing/2014/main" id="{ED223F99-15F0-4654-86AA-B0B3F9B06790}"/>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4200" dirty="0">
                <a:solidFill>
                  <a:srgbClr val="FFFFFF"/>
                </a:solidFill>
                <a:latin typeface="Times New Roman" panose="02020603050405020304" pitchFamily="18" charset="0"/>
                <a:ea typeface="黑体" panose="02010609060101010101" pitchFamily="49" charset="-122"/>
              </a:rPr>
              <a:t>11.6 </a:t>
            </a:r>
            <a:r>
              <a:rPr lang="zh-CN" altLang="en-US" sz="4200" dirty="0">
                <a:solidFill>
                  <a:srgbClr val="FFFFFF"/>
                </a:solidFill>
                <a:latin typeface="Times New Roman" panose="02020603050405020304" pitchFamily="18" charset="0"/>
                <a:ea typeface="黑体" panose="02010609060101010101" pitchFamily="49" charset="-122"/>
              </a:rPr>
              <a:t>多智能体系统的协商</a:t>
            </a:r>
          </a:p>
        </p:txBody>
      </p:sp>
      <p:sp>
        <p:nvSpPr>
          <p:cNvPr id="654340" name="Rectangle 3">
            <a:extLst>
              <a:ext uri="{FF2B5EF4-FFF2-40B4-BE49-F238E27FC236}">
                <a16:creationId xmlns:a16="http://schemas.microsoft.com/office/drawing/2014/main" id="{D8FC951F-6DC9-439B-B357-E36259A2B000}"/>
              </a:ext>
            </a:extLst>
          </p:cNvPr>
          <p:cNvSpPr>
            <a:spLocks noChangeArrowheads="1"/>
          </p:cNvSpPr>
          <p:nvPr/>
        </p:nvSpPr>
        <p:spPr bwMode="auto">
          <a:xfrm>
            <a:off x="381000" y="914400"/>
            <a:ext cx="84582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algn="just" fontAlgn="base">
              <a:spcAft>
                <a:spcPct val="0"/>
              </a:spcAft>
              <a:buClr>
                <a:srgbClr val="CC0000"/>
              </a:buClr>
              <a:buNone/>
            </a:pPr>
            <a:r>
              <a:rPr lang="en-US" altLang="zh-CN" b="1" dirty="0">
                <a:solidFill>
                  <a:srgbClr val="000000"/>
                </a:solidFill>
              </a:rPr>
              <a:t>3.</a:t>
            </a:r>
            <a:r>
              <a:rPr lang="zh-CN" altLang="en-US" b="1" dirty="0">
                <a:solidFill>
                  <a:srgbClr val="000000"/>
                </a:solidFill>
              </a:rPr>
              <a:t>协商处理</a:t>
            </a:r>
          </a:p>
          <a:p>
            <a:pPr algn="just" fontAlgn="base">
              <a:spcAft>
                <a:spcPct val="0"/>
              </a:spcAft>
              <a:buClr>
                <a:srgbClr val="CC0000"/>
              </a:buClr>
              <a:buNone/>
            </a:pPr>
            <a:endParaRPr lang="en-US" altLang="zh-CN" b="1" dirty="0">
              <a:solidFill>
                <a:srgbClr val="000000"/>
              </a:solidFill>
              <a:latin typeface="Times New Roman" panose="02020603050405020304" pitchFamily="18" charset="0"/>
            </a:endParaRPr>
          </a:p>
        </p:txBody>
      </p:sp>
      <p:sp>
        <p:nvSpPr>
          <p:cNvPr id="812036" name="Rectangle 4">
            <a:extLst>
              <a:ext uri="{FF2B5EF4-FFF2-40B4-BE49-F238E27FC236}">
                <a16:creationId xmlns:a16="http://schemas.microsoft.com/office/drawing/2014/main" id="{05BE29B8-87B4-497E-ABD2-0291767721CE}"/>
              </a:ext>
            </a:extLst>
          </p:cNvPr>
          <p:cNvSpPr>
            <a:spLocks noChangeArrowheads="1"/>
          </p:cNvSpPr>
          <p:nvPr/>
        </p:nvSpPr>
        <p:spPr bwMode="auto">
          <a:xfrm>
            <a:off x="1752600" y="1447800"/>
            <a:ext cx="8763000" cy="5181600"/>
          </a:xfrm>
          <a:prstGeom prst="rect">
            <a:avLst/>
          </a:prstGeom>
          <a:gradFill rotWithShape="1">
            <a:gsLst>
              <a:gs pos="0">
                <a:srgbClr val="FFFF00"/>
              </a:gs>
              <a:gs pos="100000">
                <a:schemeClr val="bg1"/>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09663"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695450"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2733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8622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319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776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2338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69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pPr>
            <a:r>
              <a:rPr lang="zh-CN" altLang="en-US" sz="2400" b="1">
                <a:solidFill>
                  <a:srgbClr val="000000"/>
                </a:solidFill>
              </a:rPr>
              <a:t>协商处理是对单个协商方及协商系统、协商行为的描述及分析，包括协商算法和系统分析两部分内容。</a:t>
            </a:r>
          </a:p>
          <a:p>
            <a:pPr fontAlgn="base">
              <a:spcAft>
                <a:spcPct val="0"/>
              </a:spcAft>
              <a:buClr>
                <a:srgbClr val="CC0000"/>
              </a:buClr>
            </a:pPr>
            <a:r>
              <a:rPr lang="zh-CN" altLang="en-US" sz="2400" b="1">
                <a:solidFill>
                  <a:srgbClr val="000000"/>
                </a:solidFill>
              </a:rPr>
              <a:t>协商算法用于描述</a:t>
            </a:r>
            <a:r>
              <a:rPr lang="en-US" altLang="zh-CN" sz="2400" b="1">
                <a:solidFill>
                  <a:srgbClr val="000000"/>
                </a:solidFill>
              </a:rPr>
              <a:t>Agent</a:t>
            </a:r>
            <a:r>
              <a:rPr lang="zh-CN" altLang="en-US" sz="2400" b="1">
                <a:solidFill>
                  <a:srgbClr val="000000"/>
                </a:solidFill>
              </a:rPr>
              <a:t>在协商过程中的行为，包括通信、决策、规划和知识库操作等。</a:t>
            </a:r>
          </a:p>
          <a:p>
            <a:pPr fontAlgn="base">
              <a:spcAft>
                <a:spcPct val="0"/>
              </a:spcAft>
              <a:buClr>
                <a:srgbClr val="CC0000"/>
              </a:buClr>
            </a:pPr>
            <a:r>
              <a:rPr lang="zh-CN" altLang="en-US" sz="2400" b="1">
                <a:solidFill>
                  <a:srgbClr val="000000"/>
                </a:solidFill>
              </a:rPr>
              <a:t>系统分析的任务是分析和评价</a:t>
            </a:r>
            <a:r>
              <a:rPr lang="en-US" altLang="zh-CN" sz="2400" b="1">
                <a:solidFill>
                  <a:srgbClr val="000000"/>
                </a:solidFill>
              </a:rPr>
              <a:t>Agent</a:t>
            </a:r>
            <a:r>
              <a:rPr lang="zh-CN" altLang="en-US" sz="2400" b="1">
                <a:solidFill>
                  <a:srgbClr val="000000"/>
                </a:solidFill>
              </a:rPr>
              <a:t>协商的行为和性能，回答协商过程中的问题求解质量、算法效率，以及系统的公平性和死锁等问题。</a:t>
            </a:r>
          </a:p>
          <a:p>
            <a:pPr fontAlgn="base">
              <a:spcAft>
                <a:spcPct val="0"/>
              </a:spcAft>
              <a:buClr>
                <a:srgbClr val="CC0000"/>
              </a:buClr>
            </a:pPr>
            <a:r>
              <a:rPr lang="zh-CN" altLang="en-US" sz="2400" b="1">
                <a:solidFill>
                  <a:srgbClr val="000000"/>
                </a:solidFill>
              </a:rPr>
              <a:t>协商协议主要处理协商过程中</a:t>
            </a:r>
            <a:r>
              <a:rPr lang="en-US" altLang="zh-CN" sz="2400" b="1">
                <a:solidFill>
                  <a:srgbClr val="000000"/>
                </a:solidFill>
              </a:rPr>
              <a:t>Agent</a:t>
            </a:r>
            <a:r>
              <a:rPr lang="zh-CN" altLang="en-US" sz="2400" b="1">
                <a:solidFill>
                  <a:srgbClr val="000000"/>
                </a:solidFill>
              </a:rPr>
              <a:t>之间的交互。协商策略主要设计</a:t>
            </a:r>
            <a:r>
              <a:rPr lang="en-US" altLang="zh-CN" sz="2400" b="1">
                <a:solidFill>
                  <a:srgbClr val="000000"/>
                </a:solidFill>
              </a:rPr>
              <a:t>Agent</a:t>
            </a:r>
            <a:r>
              <a:rPr lang="zh-CN" altLang="en-US" sz="2400" b="1">
                <a:solidFill>
                  <a:srgbClr val="000000"/>
                </a:solidFill>
              </a:rPr>
              <a:t>内的决策和控制过程。而协商处理则侧重于对单个</a:t>
            </a:r>
            <a:r>
              <a:rPr lang="en-US" altLang="zh-CN" sz="2400" b="1">
                <a:solidFill>
                  <a:srgbClr val="000000"/>
                </a:solidFill>
              </a:rPr>
              <a:t>Agent</a:t>
            </a:r>
            <a:r>
              <a:rPr lang="zh-CN" altLang="en-US" sz="2400" b="1">
                <a:solidFill>
                  <a:srgbClr val="000000"/>
                </a:solidFill>
              </a:rPr>
              <a:t>和多个</a:t>
            </a:r>
            <a:r>
              <a:rPr lang="en-US" altLang="zh-CN" sz="2400" b="1">
                <a:solidFill>
                  <a:srgbClr val="000000"/>
                </a:solidFill>
              </a:rPr>
              <a:t>Agent</a:t>
            </a:r>
            <a:r>
              <a:rPr lang="zh-CN" altLang="en-US" sz="2400" b="1">
                <a:solidFill>
                  <a:srgbClr val="000000"/>
                </a:solidFill>
              </a:rPr>
              <a:t>协商社会的整体协商行为的描述和分析。</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12036">
                                            <p:txEl>
                                              <p:pRg st="0" end="0"/>
                                            </p:txEl>
                                          </p:spTgt>
                                        </p:tgtEl>
                                        <p:attrNameLst>
                                          <p:attrName>style.visibility</p:attrName>
                                        </p:attrNameLst>
                                      </p:cBhvr>
                                      <p:to>
                                        <p:strVal val="visible"/>
                                      </p:to>
                                    </p:set>
                                    <p:anim calcmode="lin" valueType="num">
                                      <p:cBhvr additive="base">
                                        <p:cTn id="7" dur="500" fill="hold"/>
                                        <p:tgtEl>
                                          <p:spTgt spid="81203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1203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nodeType="after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2036">
                                            <p:txEl>
                                              <p:pRg st="1" end="1"/>
                                            </p:txEl>
                                          </p:spTgt>
                                        </p:tgtEl>
                                        <p:attrNameLst>
                                          <p:attrName>style.visibility</p:attrName>
                                        </p:attrNameLst>
                                      </p:cBhvr>
                                      <p:to>
                                        <p:strVal val="visible"/>
                                      </p:to>
                                    </p:set>
                                    <p:anim calcmode="lin" valueType="num">
                                      <p:cBhvr additive="base">
                                        <p:cTn id="13" dur="500" fill="hold"/>
                                        <p:tgtEl>
                                          <p:spTgt spid="81203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1203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nodeType="after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12036">
                                            <p:txEl>
                                              <p:pRg st="2" end="2"/>
                                            </p:txEl>
                                          </p:spTgt>
                                        </p:tgtEl>
                                        <p:attrNameLst>
                                          <p:attrName>style.visibility</p:attrName>
                                        </p:attrNameLst>
                                      </p:cBhvr>
                                      <p:to>
                                        <p:strVal val="visible"/>
                                      </p:to>
                                    </p:set>
                                    <p:anim calcmode="lin" valueType="num">
                                      <p:cBhvr additive="base">
                                        <p:cTn id="19" dur="500" fill="hold"/>
                                        <p:tgtEl>
                                          <p:spTgt spid="81203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1203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12036">
                                            <p:txEl>
                                              <p:pRg st="3" end="3"/>
                                            </p:txEl>
                                          </p:spTgt>
                                        </p:tgtEl>
                                        <p:attrNameLst>
                                          <p:attrName>style.visibility</p:attrName>
                                        </p:attrNameLst>
                                      </p:cBhvr>
                                      <p:to>
                                        <p:strVal val="visible"/>
                                      </p:to>
                                    </p:set>
                                    <p:anim calcmode="lin" valueType="num">
                                      <p:cBhvr additive="base">
                                        <p:cTn id="25" dur="500" fill="hold"/>
                                        <p:tgtEl>
                                          <p:spTgt spid="81203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12036">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2036"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62" name="Rectangle 2">
            <a:extLst>
              <a:ext uri="{FF2B5EF4-FFF2-40B4-BE49-F238E27FC236}">
                <a16:creationId xmlns:a16="http://schemas.microsoft.com/office/drawing/2014/main" id="{EC71EB0B-70EE-4B33-8F9F-FBCCD58D770E}"/>
              </a:ext>
            </a:extLst>
          </p:cNvPr>
          <p:cNvSpPr>
            <a:spLocks noGrp="1" noChangeArrowheads="1"/>
          </p:cNvSpPr>
          <p:nvPr>
            <p:ph type="ctrTitle"/>
          </p:nvPr>
        </p:nvSpPr>
        <p:spPr>
          <a:xfrm>
            <a:off x="1333598" y="1558212"/>
            <a:ext cx="9284638" cy="942392"/>
          </a:xfrm>
          <a:noFill/>
        </p:spPr>
        <p:txBody>
          <a:bodyPr/>
          <a:lstStyle/>
          <a:p>
            <a:pPr algn="ctr" eaLnBrk="1" hangingPunct="1"/>
            <a:r>
              <a:rPr lang="zh-CN" altLang="en-US" sz="4900" b="0" dirty="0">
                <a:solidFill>
                  <a:schemeClr val="tx1"/>
                </a:solidFill>
                <a:latin typeface="Times New Roman" panose="02020603050405020304" pitchFamily="18" charset="0"/>
              </a:rPr>
              <a:t>第 </a:t>
            </a:r>
            <a:r>
              <a:rPr lang="en-US" altLang="zh-CN" sz="4900" b="0" dirty="0">
                <a:solidFill>
                  <a:schemeClr val="tx1"/>
                </a:solidFill>
                <a:latin typeface="Times New Roman" panose="02020603050405020304" pitchFamily="18" charset="0"/>
              </a:rPr>
              <a:t>12 </a:t>
            </a:r>
            <a:r>
              <a:rPr lang="zh-CN" altLang="en-US" sz="4900" b="0" dirty="0">
                <a:solidFill>
                  <a:schemeClr val="tx1"/>
                </a:solidFill>
                <a:latin typeface="Times New Roman" panose="02020603050405020304" pitchFamily="18" charset="0"/>
              </a:rPr>
              <a:t>章 自然语言处理及其应用</a:t>
            </a:r>
            <a:r>
              <a:rPr lang="zh-CN" altLang="en-US" sz="4400" dirty="0">
                <a:solidFill>
                  <a:schemeClr val="tx1"/>
                </a:solidFill>
                <a:latin typeface="Times New Roman" panose="02020603050405020304" pitchFamily="18" charset="0"/>
              </a:rPr>
              <a:t> </a:t>
            </a:r>
          </a:p>
        </p:txBody>
      </p:sp>
      <p:sp>
        <p:nvSpPr>
          <p:cNvPr id="655363" name="Rectangle 3">
            <a:extLst>
              <a:ext uri="{FF2B5EF4-FFF2-40B4-BE49-F238E27FC236}">
                <a16:creationId xmlns:a16="http://schemas.microsoft.com/office/drawing/2014/main" id="{9C80DCDE-B45A-47FA-8269-C92A70A17537}"/>
              </a:ext>
            </a:extLst>
          </p:cNvPr>
          <p:cNvSpPr>
            <a:spLocks noGrp="1" noChangeArrowheads="1"/>
          </p:cNvSpPr>
          <p:nvPr>
            <p:ph type="subTitle" idx="1"/>
          </p:nvPr>
        </p:nvSpPr>
        <p:spPr>
          <a:xfrm>
            <a:off x="2198721" y="3732440"/>
            <a:ext cx="8304213" cy="2080532"/>
          </a:xfrm>
          <a:noFill/>
        </p:spPr>
        <p:txBody>
          <a:bodyPr/>
          <a:lstStyle/>
          <a:p>
            <a:pPr eaLnBrk="1" hangingPunct="1"/>
            <a:r>
              <a:rPr lang="zh-CN" altLang="en-US" sz="3200" b="1" dirty="0">
                <a:solidFill>
                  <a:srgbClr val="0000FF"/>
                </a:solidFill>
                <a:latin typeface="Times New Roman" panose="02020603050405020304" pitchFamily="18" charset="0"/>
                <a:ea typeface="楷体_GB2312" pitchFamily="49" charset="-122"/>
              </a:rPr>
              <a:t>任课老师：董一琳</a:t>
            </a:r>
            <a:endParaRPr lang="en-US" altLang="zh-CN" sz="3200" b="1" dirty="0">
              <a:solidFill>
                <a:srgbClr val="0000FF"/>
              </a:solidFill>
              <a:latin typeface="Times New Roman" panose="02020603050405020304" pitchFamily="18" charset="0"/>
              <a:ea typeface="楷体_GB2312" pitchFamily="49" charset="-122"/>
            </a:endParaRPr>
          </a:p>
          <a:p>
            <a:pPr eaLnBrk="1" hangingPunct="1"/>
            <a:r>
              <a:rPr lang="zh-CN" altLang="en-US" sz="3200" b="1" dirty="0">
                <a:solidFill>
                  <a:srgbClr val="0000FF"/>
                </a:solidFill>
                <a:latin typeface="Times New Roman" panose="02020603050405020304" pitchFamily="18" charset="0"/>
                <a:ea typeface="楷体_GB2312" pitchFamily="49" charset="-122"/>
              </a:rPr>
              <a:t>答疑地点：信工</a:t>
            </a:r>
            <a:r>
              <a:rPr lang="en-US" altLang="zh-CN" sz="3200" b="1" dirty="0">
                <a:solidFill>
                  <a:srgbClr val="0000FF"/>
                </a:solidFill>
                <a:latin typeface="Times New Roman" panose="02020603050405020304" pitchFamily="18" charset="0"/>
                <a:ea typeface="楷体_GB2312" pitchFamily="49" charset="-122"/>
              </a:rPr>
              <a:t>405</a:t>
            </a:r>
          </a:p>
          <a:p>
            <a:pPr eaLnBrk="1" hangingPunct="1"/>
            <a:r>
              <a:rPr lang="zh-CN" altLang="en-US" sz="3200" b="1" dirty="0">
                <a:solidFill>
                  <a:srgbClr val="0000FF"/>
                </a:solidFill>
                <a:latin typeface="Times New Roman" panose="02020603050405020304" pitchFamily="18" charset="0"/>
                <a:ea typeface="楷体_GB2312" pitchFamily="49" charset="-122"/>
              </a:rPr>
              <a:t>教材：王万良</a:t>
            </a:r>
            <a:r>
              <a:rPr lang="en-US" altLang="zh-CN" sz="3200" b="1" dirty="0">
                <a:solidFill>
                  <a:srgbClr val="0000FF"/>
                </a:solidFill>
                <a:latin typeface="Times New Roman" panose="02020603050405020304" pitchFamily="18" charset="0"/>
                <a:ea typeface="楷体_GB2312" pitchFamily="49" charset="-122"/>
              </a:rPr>
              <a:t>《</a:t>
            </a:r>
            <a:r>
              <a:rPr lang="zh-CN" altLang="en-US" sz="3200" b="1" dirty="0">
                <a:solidFill>
                  <a:srgbClr val="0000FF"/>
                </a:solidFill>
                <a:latin typeface="Times New Roman" panose="02020603050405020304" pitchFamily="18" charset="0"/>
                <a:ea typeface="楷体_GB2312" pitchFamily="49" charset="-122"/>
              </a:rPr>
              <a:t>人工智能导论</a:t>
            </a:r>
            <a:r>
              <a:rPr lang="en-US" altLang="zh-CN" sz="3200" b="1" dirty="0">
                <a:solidFill>
                  <a:srgbClr val="0000FF"/>
                </a:solidFill>
                <a:latin typeface="Times New Roman" panose="02020603050405020304" pitchFamily="18" charset="0"/>
                <a:ea typeface="楷体_GB2312" pitchFamily="49" charset="-122"/>
              </a:rPr>
              <a:t>》</a:t>
            </a:r>
            <a:r>
              <a:rPr lang="zh-CN" altLang="en-US" sz="3200" b="1" dirty="0">
                <a:solidFill>
                  <a:srgbClr val="0000FF"/>
                </a:solidFill>
                <a:latin typeface="Times New Roman" panose="02020603050405020304" pitchFamily="18" charset="0"/>
                <a:ea typeface="楷体_GB2312" pitchFamily="49" charset="-122"/>
              </a:rPr>
              <a:t>（第</a:t>
            </a:r>
            <a:r>
              <a:rPr lang="en-US" altLang="zh-CN" sz="3200" b="1" dirty="0">
                <a:solidFill>
                  <a:srgbClr val="0000FF"/>
                </a:solidFill>
                <a:latin typeface="Times New Roman" panose="02020603050405020304" pitchFamily="18" charset="0"/>
                <a:ea typeface="楷体_GB2312" pitchFamily="49" charset="-122"/>
              </a:rPr>
              <a:t>3</a:t>
            </a:r>
            <a:r>
              <a:rPr lang="zh-CN" altLang="en-US" sz="3200" b="1" dirty="0">
                <a:solidFill>
                  <a:srgbClr val="0000FF"/>
                </a:solidFill>
                <a:latin typeface="Times New Roman" panose="02020603050405020304" pitchFamily="18" charset="0"/>
                <a:ea typeface="楷体_GB2312" pitchFamily="49" charset="-122"/>
              </a:rPr>
              <a:t>版）</a:t>
            </a:r>
          </a:p>
          <a:p>
            <a:pPr eaLnBrk="1" hangingPunct="1"/>
            <a:r>
              <a:rPr lang="zh-CN" altLang="en-US" sz="3200" b="1" dirty="0">
                <a:solidFill>
                  <a:srgbClr val="0000FF"/>
                </a:solidFill>
                <a:latin typeface="Times New Roman" panose="02020603050405020304" pitchFamily="18" charset="0"/>
                <a:ea typeface="楷体_GB2312" pitchFamily="49" charset="-122"/>
              </a:rPr>
              <a:t>         </a:t>
            </a:r>
            <a:endParaRPr lang="en-US" altLang="zh-CN" sz="3200" b="1" dirty="0">
              <a:solidFill>
                <a:srgbClr val="0000FF"/>
              </a:solidFill>
              <a:latin typeface="Times New Roman" panose="02020603050405020304" pitchFamily="18" charset="0"/>
              <a:ea typeface="楷体_GB2312" pitchFamily="49" charset="-122"/>
            </a:endParaRPr>
          </a:p>
        </p:txBody>
      </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1">
            <a:extLst>
              <a:ext uri="{FF2B5EF4-FFF2-40B4-BE49-F238E27FC236}">
                <a16:creationId xmlns:a16="http://schemas.microsoft.com/office/drawing/2014/main" id="{1E50D690-56B3-495A-9A5D-2320D0A0525D}"/>
              </a:ext>
            </a:extLst>
          </p:cNvPr>
          <p:cNvSpPr>
            <a:spLocks noGrp="1"/>
          </p:cNvSpPr>
          <p:nvPr>
            <p:ph type="sldNum" sz="quarter" idx="10"/>
          </p:nvPr>
        </p:nvSpPr>
        <p:spPr/>
        <p:txBody>
          <a:bodyPr/>
          <a:lstStyle/>
          <a:p>
            <a:pPr fontAlgn="base">
              <a:spcBef>
                <a:spcPct val="0"/>
              </a:spcBef>
              <a:spcAft>
                <a:spcPct val="0"/>
              </a:spcAft>
              <a:defRPr/>
            </a:pPr>
            <a:fld id="{BA1DC8CD-0722-496B-9A9B-4B1C640FDE76}" type="slidenum">
              <a:rPr lang="ja-JP" altLang="en-US">
                <a:latin typeface="Arial"/>
              </a:rPr>
              <a:pPr fontAlgn="base">
                <a:spcBef>
                  <a:spcPct val="0"/>
                </a:spcBef>
                <a:spcAft>
                  <a:spcPct val="0"/>
                </a:spcAft>
                <a:defRPr/>
              </a:pPr>
              <a:t>43</a:t>
            </a:fld>
            <a:endParaRPr lang="en-US" altLang="ja-JP">
              <a:latin typeface="Arial"/>
            </a:endParaRPr>
          </a:p>
        </p:txBody>
      </p:sp>
      <p:sp>
        <p:nvSpPr>
          <p:cNvPr id="656387" name="Rectangle 2">
            <a:extLst>
              <a:ext uri="{FF2B5EF4-FFF2-40B4-BE49-F238E27FC236}">
                <a16:creationId xmlns:a16="http://schemas.microsoft.com/office/drawing/2014/main" id="{BBDD81D4-672E-457B-BB2F-61848DA9C2EF}"/>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3800" b="1" dirty="0">
                <a:solidFill>
                  <a:srgbClr val="FFFFFF"/>
                </a:solidFill>
                <a:latin typeface="Times New Roman" panose="02020603050405020304" pitchFamily="18" charset="0"/>
              </a:rPr>
              <a:t>第</a:t>
            </a:r>
            <a:r>
              <a:rPr lang="en-US" altLang="zh-CN" sz="3800" b="1" dirty="0">
                <a:solidFill>
                  <a:srgbClr val="FFFFFF"/>
                </a:solidFill>
                <a:latin typeface="Times New Roman" panose="02020603050405020304" pitchFamily="18" charset="0"/>
              </a:rPr>
              <a:t>12</a:t>
            </a:r>
            <a:r>
              <a:rPr lang="zh-CN" altLang="en-US" sz="3800" b="1" dirty="0">
                <a:solidFill>
                  <a:srgbClr val="FFFFFF"/>
                </a:solidFill>
                <a:latin typeface="Times New Roman" panose="02020603050405020304" pitchFamily="18" charset="0"/>
              </a:rPr>
              <a:t>章  自然语言处理及其应用</a:t>
            </a:r>
          </a:p>
        </p:txBody>
      </p:sp>
      <p:sp>
        <p:nvSpPr>
          <p:cNvPr id="656388" name="Rectangle 3">
            <a:extLst>
              <a:ext uri="{FF2B5EF4-FFF2-40B4-BE49-F238E27FC236}">
                <a16:creationId xmlns:a16="http://schemas.microsoft.com/office/drawing/2014/main" id="{3C2C864C-0CB5-4596-AE89-B4CA3D380033}"/>
              </a:ext>
            </a:extLst>
          </p:cNvPr>
          <p:cNvSpPr>
            <a:spLocks noChangeArrowheads="1"/>
          </p:cNvSpPr>
          <p:nvPr/>
        </p:nvSpPr>
        <p:spPr bwMode="auto">
          <a:xfrm>
            <a:off x="445052" y="1430566"/>
            <a:ext cx="10658377" cy="3337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lnSpc>
                <a:spcPct val="130000"/>
              </a:lnSpc>
              <a:spcAft>
                <a:spcPct val="0"/>
              </a:spcAft>
              <a:buClr>
                <a:srgbClr val="CC0000"/>
              </a:buClr>
            </a:pPr>
            <a:r>
              <a:rPr lang="zh-CN" altLang="en-US" b="1" dirty="0">
                <a:solidFill>
                  <a:srgbClr val="000000"/>
                </a:solidFill>
              </a:rPr>
              <a:t>如果计算机能够理解、处理自然语言，这将是计算机技术的一项重大突破。自然语言理解的研究在应用和理论两个方面都具有重大的意义。</a:t>
            </a:r>
          </a:p>
          <a:p>
            <a:pPr fontAlgn="base">
              <a:lnSpc>
                <a:spcPct val="130000"/>
              </a:lnSpc>
              <a:spcAft>
                <a:spcPct val="0"/>
              </a:spcAft>
              <a:buClr>
                <a:srgbClr val="CC0000"/>
              </a:buClr>
            </a:pPr>
            <a:r>
              <a:rPr lang="zh-CN" altLang="en-US" b="1" dirty="0">
                <a:solidFill>
                  <a:srgbClr val="000000"/>
                </a:solidFill>
              </a:rPr>
              <a:t>本章首先自然语言理解的概念以及发展历史，然后从应用角度介绍机器翻译和语音识别技术。</a:t>
            </a:r>
          </a:p>
        </p:txBody>
      </p:sp>
    </p:spTree>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2471C93-3128-40D2-9A3C-218AC81008D6}"/>
              </a:ext>
            </a:extLst>
          </p:cNvPr>
          <p:cNvSpPr>
            <a:spLocks noGrp="1"/>
          </p:cNvSpPr>
          <p:nvPr>
            <p:ph type="sldNum" sz="quarter" idx="10"/>
          </p:nvPr>
        </p:nvSpPr>
        <p:spPr/>
        <p:txBody>
          <a:bodyPr/>
          <a:lstStyle/>
          <a:p>
            <a:pPr fontAlgn="base">
              <a:spcBef>
                <a:spcPct val="0"/>
              </a:spcBef>
              <a:spcAft>
                <a:spcPct val="0"/>
              </a:spcAft>
              <a:defRPr/>
            </a:pPr>
            <a:fld id="{45E929A6-19D1-4291-A378-A5078993D98A}" type="slidenum">
              <a:rPr lang="ja-JP" altLang="en-US">
                <a:latin typeface="Arial"/>
              </a:rPr>
              <a:pPr fontAlgn="base">
                <a:spcBef>
                  <a:spcPct val="0"/>
                </a:spcBef>
                <a:spcAft>
                  <a:spcPct val="0"/>
                </a:spcAft>
                <a:defRPr/>
              </a:pPr>
              <a:t>44</a:t>
            </a:fld>
            <a:endParaRPr lang="en-US" altLang="ja-JP">
              <a:latin typeface="Arial"/>
            </a:endParaRPr>
          </a:p>
        </p:txBody>
      </p:sp>
      <p:sp>
        <p:nvSpPr>
          <p:cNvPr id="657411" name="Rectangle 2">
            <a:extLst>
              <a:ext uri="{FF2B5EF4-FFF2-40B4-BE49-F238E27FC236}">
                <a16:creationId xmlns:a16="http://schemas.microsoft.com/office/drawing/2014/main" id="{D466D24C-029C-41F0-A815-BE9434F57389}"/>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rPr>
              <a:t>第</a:t>
            </a:r>
            <a:r>
              <a:rPr lang="en-US" altLang="zh-CN" dirty="0">
                <a:latin typeface="Times New Roman" panose="02020603050405020304" pitchFamily="18" charset="0"/>
              </a:rPr>
              <a:t>12</a:t>
            </a:r>
            <a:r>
              <a:rPr lang="zh-CN" altLang="en-US" dirty="0">
                <a:latin typeface="Times New Roman" panose="02020603050405020304" pitchFamily="18" charset="0"/>
              </a:rPr>
              <a:t>章  自然语言处理及其应用</a:t>
            </a:r>
          </a:p>
        </p:txBody>
      </p:sp>
      <p:sp>
        <p:nvSpPr>
          <p:cNvPr id="657412" name="Rectangle 3">
            <a:extLst>
              <a:ext uri="{FF2B5EF4-FFF2-40B4-BE49-F238E27FC236}">
                <a16:creationId xmlns:a16="http://schemas.microsoft.com/office/drawing/2014/main" id="{BB4E1613-D017-4923-B6B9-6F0714E9A349}"/>
              </a:ext>
            </a:extLst>
          </p:cNvPr>
          <p:cNvSpPr>
            <a:spLocks noGrp="1" noChangeArrowheads="1"/>
          </p:cNvSpPr>
          <p:nvPr>
            <p:ph type="body" idx="1"/>
          </p:nvPr>
        </p:nvSpPr>
        <p:spPr>
          <a:xfrm>
            <a:off x="659656" y="1299938"/>
            <a:ext cx="8497887" cy="3617296"/>
          </a:xfrm>
        </p:spPr>
        <p:txBody>
          <a:bodyPr/>
          <a:lstStyle/>
          <a:p>
            <a:pPr eaLnBrk="1" hangingPunct="1">
              <a:lnSpc>
                <a:spcPct val="160000"/>
              </a:lnSpc>
            </a:pPr>
            <a:r>
              <a:rPr lang="en-US" altLang="zh-CN" b="1" dirty="0">
                <a:latin typeface="Times New Roman" panose="02020603050405020304" pitchFamily="18" charset="0"/>
              </a:rPr>
              <a:t>12.1 </a:t>
            </a:r>
            <a:r>
              <a:rPr lang="zh-CN" altLang="en-US" b="1" dirty="0">
                <a:latin typeface="Times New Roman" panose="02020603050405020304" pitchFamily="18" charset="0"/>
              </a:rPr>
              <a:t>自然语言理解的概念与发展历史</a:t>
            </a:r>
            <a:r>
              <a:rPr lang="zh-CN" altLang="en-US" dirty="0">
                <a:latin typeface="Times New Roman" panose="02020603050405020304" pitchFamily="18" charset="0"/>
              </a:rPr>
              <a:t> </a:t>
            </a:r>
            <a:endParaRPr lang="zh-CN" altLang="en-US" b="1" dirty="0">
              <a:latin typeface="Times New Roman" panose="02020603050405020304" pitchFamily="18" charset="0"/>
            </a:endParaRPr>
          </a:p>
          <a:p>
            <a:pPr eaLnBrk="1" hangingPunct="1">
              <a:lnSpc>
                <a:spcPct val="160000"/>
              </a:lnSpc>
            </a:pPr>
            <a:r>
              <a:rPr lang="en-US" altLang="zh-CN" b="1" dirty="0">
                <a:latin typeface="Times New Roman" panose="02020603050405020304" pitchFamily="18" charset="0"/>
              </a:rPr>
              <a:t>12.2 </a:t>
            </a:r>
            <a:r>
              <a:rPr lang="zh-CN" altLang="en-US" b="1" dirty="0">
                <a:latin typeface="Times New Roman" panose="02020603050405020304" pitchFamily="18" charset="0"/>
              </a:rPr>
              <a:t>语言处理过程的层次</a:t>
            </a:r>
          </a:p>
          <a:p>
            <a:pPr algn="just" eaLnBrk="1" hangingPunct="1">
              <a:lnSpc>
                <a:spcPct val="160000"/>
              </a:lnSpc>
            </a:pPr>
            <a:r>
              <a:rPr lang="en-US" altLang="zh-CN" b="1" dirty="0">
                <a:latin typeface="Times New Roman" panose="02020603050405020304" pitchFamily="18" charset="0"/>
              </a:rPr>
              <a:t>12.3 </a:t>
            </a:r>
            <a:r>
              <a:rPr lang="zh-CN" altLang="en-US" b="1" dirty="0">
                <a:latin typeface="Times New Roman" panose="02020603050405020304" pitchFamily="18" charset="0"/>
              </a:rPr>
              <a:t>机器翻译</a:t>
            </a:r>
          </a:p>
          <a:p>
            <a:pPr algn="just" eaLnBrk="1" hangingPunct="1">
              <a:lnSpc>
                <a:spcPct val="160000"/>
              </a:lnSpc>
            </a:pPr>
            <a:r>
              <a:rPr lang="en-US" altLang="zh-CN" b="1" dirty="0">
                <a:latin typeface="Times New Roman" panose="02020603050405020304" pitchFamily="18" charset="0"/>
              </a:rPr>
              <a:t>12.4 </a:t>
            </a:r>
            <a:r>
              <a:rPr lang="zh-CN" altLang="en-US" b="1" dirty="0">
                <a:latin typeface="Times New Roman" panose="02020603050405020304" pitchFamily="18" charset="0"/>
              </a:rPr>
              <a:t>语音识别</a:t>
            </a:r>
          </a:p>
        </p:txBody>
      </p:sp>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425BB41-F6FC-44BF-A82C-C14448EAFACD}"/>
              </a:ext>
            </a:extLst>
          </p:cNvPr>
          <p:cNvSpPr>
            <a:spLocks noGrp="1"/>
          </p:cNvSpPr>
          <p:nvPr>
            <p:ph type="sldNum" sz="quarter" idx="10"/>
          </p:nvPr>
        </p:nvSpPr>
        <p:spPr/>
        <p:txBody>
          <a:bodyPr/>
          <a:lstStyle/>
          <a:p>
            <a:pPr fontAlgn="base">
              <a:spcBef>
                <a:spcPct val="0"/>
              </a:spcBef>
              <a:spcAft>
                <a:spcPct val="0"/>
              </a:spcAft>
              <a:defRPr/>
            </a:pPr>
            <a:fld id="{E2446893-60E4-4E29-80CE-B4C077899C8A}" type="slidenum">
              <a:rPr lang="ja-JP" altLang="en-US">
                <a:latin typeface="Arial"/>
              </a:rPr>
              <a:pPr fontAlgn="base">
                <a:spcBef>
                  <a:spcPct val="0"/>
                </a:spcBef>
                <a:spcAft>
                  <a:spcPct val="0"/>
                </a:spcAft>
                <a:defRPr/>
              </a:pPr>
              <a:t>45</a:t>
            </a:fld>
            <a:endParaRPr lang="en-US" altLang="ja-JP">
              <a:latin typeface="Arial"/>
            </a:endParaRPr>
          </a:p>
        </p:txBody>
      </p:sp>
      <p:sp>
        <p:nvSpPr>
          <p:cNvPr id="658435" name="Rectangle 2">
            <a:extLst>
              <a:ext uri="{FF2B5EF4-FFF2-40B4-BE49-F238E27FC236}">
                <a16:creationId xmlns:a16="http://schemas.microsoft.com/office/drawing/2014/main" id="{79360D6D-BBD4-4AFD-84DB-0DFECD781760}"/>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rPr>
              <a:t>第</a:t>
            </a:r>
            <a:r>
              <a:rPr lang="en-US" altLang="zh-CN" dirty="0">
                <a:latin typeface="Times New Roman" panose="02020603050405020304" pitchFamily="18" charset="0"/>
              </a:rPr>
              <a:t>12</a:t>
            </a:r>
            <a:r>
              <a:rPr lang="zh-CN" altLang="en-US" dirty="0">
                <a:latin typeface="Times New Roman" panose="02020603050405020304" pitchFamily="18" charset="0"/>
              </a:rPr>
              <a:t>章  自然语言处理及其应用</a:t>
            </a:r>
          </a:p>
        </p:txBody>
      </p:sp>
      <p:sp>
        <p:nvSpPr>
          <p:cNvPr id="658436" name="Rectangle 3">
            <a:extLst>
              <a:ext uri="{FF2B5EF4-FFF2-40B4-BE49-F238E27FC236}">
                <a16:creationId xmlns:a16="http://schemas.microsoft.com/office/drawing/2014/main" id="{B4551CE7-5F08-43F3-B4AD-44A2975AFC90}"/>
              </a:ext>
            </a:extLst>
          </p:cNvPr>
          <p:cNvSpPr>
            <a:spLocks noChangeArrowheads="1"/>
          </p:cNvSpPr>
          <p:nvPr/>
        </p:nvSpPr>
        <p:spPr bwMode="auto">
          <a:xfrm>
            <a:off x="538358" y="1570525"/>
            <a:ext cx="8497887" cy="3328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lnSpc>
                <a:spcPct val="160000"/>
              </a:lnSpc>
              <a:spcBef>
                <a:spcPct val="20000"/>
              </a:spcBef>
              <a:spcAft>
                <a:spcPct val="0"/>
              </a:spcAft>
              <a:buClr>
                <a:srgbClr val="0000CC"/>
              </a:buClr>
              <a:buSzPct val="200000"/>
              <a:buFont typeface="Wingdings" panose="05000000000000000000" pitchFamily="2" charset="2"/>
              <a:buChar char="ü"/>
            </a:pPr>
            <a:r>
              <a:rPr lang="en-US" altLang="zh-CN" b="1" dirty="0">
                <a:solidFill>
                  <a:srgbClr val="0000FF"/>
                </a:solidFill>
                <a:latin typeface="Times New Roman" panose="02020603050405020304" pitchFamily="18" charset="0"/>
              </a:rPr>
              <a:t>12.1 </a:t>
            </a:r>
            <a:r>
              <a:rPr lang="zh-CN" altLang="en-US" b="1" dirty="0">
                <a:solidFill>
                  <a:srgbClr val="0000FF"/>
                </a:solidFill>
                <a:latin typeface="Times New Roman" panose="02020603050405020304" pitchFamily="18" charset="0"/>
              </a:rPr>
              <a:t>自然语言理解的概念与发展历史</a:t>
            </a:r>
            <a:r>
              <a:rPr lang="zh-CN" altLang="en-US" dirty="0">
                <a:solidFill>
                  <a:srgbClr val="000000"/>
                </a:solidFill>
                <a:latin typeface="Times New Roman" panose="02020603050405020304" pitchFamily="18" charset="0"/>
              </a:rPr>
              <a:t> </a:t>
            </a:r>
            <a:endParaRPr lang="zh-CN" altLang="en-US" b="1" dirty="0">
              <a:solidFill>
                <a:srgbClr val="000000"/>
              </a:solidFill>
              <a:latin typeface="Times New Roman" panose="02020603050405020304" pitchFamily="18" charset="0"/>
            </a:endParaRPr>
          </a:p>
          <a:p>
            <a:pPr fontAlgn="base">
              <a:lnSpc>
                <a:spcPct val="160000"/>
              </a:lnSpc>
              <a:spcBef>
                <a:spcPct val="20000"/>
              </a:spcBef>
              <a:spcAft>
                <a:spcPct val="0"/>
              </a:spcAft>
              <a:buClr>
                <a:srgbClr val="CC0000"/>
              </a:buClr>
              <a:buBlip>
                <a:blip r:embed="rId2"/>
              </a:buBlip>
            </a:pPr>
            <a:r>
              <a:rPr lang="en-US" altLang="zh-CN" b="1" dirty="0">
                <a:solidFill>
                  <a:srgbClr val="000000"/>
                </a:solidFill>
                <a:latin typeface="Times New Roman" panose="02020603050405020304" pitchFamily="18" charset="0"/>
              </a:rPr>
              <a:t>12.2 </a:t>
            </a:r>
            <a:r>
              <a:rPr lang="zh-CN" altLang="en-US" b="1" dirty="0">
                <a:solidFill>
                  <a:srgbClr val="000000"/>
                </a:solidFill>
                <a:latin typeface="Times New Roman" panose="02020603050405020304" pitchFamily="18" charset="0"/>
              </a:rPr>
              <a:t>语言处理过程的层次</a:t>
            </a:r>
          </a:p>
          <a:p>
            <a:pPr algn="just" fontAlgn="base">
              <a:lnSpc>
                <a:spcPct val="160000"/>
              </a:lnSpc>
              <a:spcBef>
                <a:spcPct val="20000"/>
              </a:spcBef>
              <a:spcAft>
                <a:spcPct val="0"/>
              </a:spcAft>
              <a:buClr>
                <a:srgbClr val="CC0000"/>
              </a:buClr>
              <a:buBlip>
                <a:blip r:embed="rId2"/>
              </a:buBlip>
            </a:pPr>
            <a:r>
              <a:rPr lang="en-US" altLang="zh-CN" b="1" dirty="0">
                <a:solidFill>
                  <a:srgbClr val="000000"/>
                </a:solidFill>
                <a:latin typeface="Times New Roman" panose="02020603050405020304" pitchFamily="18" charset="0"/>
              </a:rPr>
              <a:t>12.3 </a:t>
            </a:r>
            <a:r>
              <a:rPr lang="zh-CN" altLang="en-US" b="1" dirty="0">
                <a:solidFill>
                  <a:srgbClr val="000000"/>
                </a:solidFill>
                <a:latin typeface="Times New Roman" panose="02020603050405020304" pitchFamily="18" charset="0"/>
              </a:rPr>
              <a:t>机器翻译</a:t>
            </a:r>
          </a:p>
          <a:p>
            <a:pPr algn="just" fontAlgn="base">
              <a:lnSpc>
                <a:spcPct val="160000"/>
              </a:lnSpc>
              <a:spcBef>
                <a:spcPct val="20000"/>
              </a:spcBef>
              <a:spcAft>
                <a:spcPct val="0"/>
              </a:spcAft>
              <a:buClr>
                <a:srgbClr val="CC0000"/>
              </a:buClr>
              <a:buBlip>
                <a:blip r:embed="rId2"/>
              </a:buBlip>
            </a:pPr>
            <a:r>
              <a:rPr lang="en-US" altLang="zh-CN" b="1" dirty="0">
                <a:solidFill>
                  <a:srgbClr val="000000"/>
                </a:solidFill>
                <a:latin typeface="Times New Roman" panose="02020603050405020304" pitchFamily="18" charset="0"/>
              </a:rPr>
              <a:t>12.4 </a:t>
            </a:r>
            <a:r>
              <a:rPr lang="zh-CN" altLang="en-US" b="1" dirty="0">
                <a:solidFill>
                  <a:srgbClr val="000000"/>
                </a:solidFill>
                <a:latin typeface="Times New Roman" panose="02020603050405020304" pitchFamily="18" charset="0"/>
              </a:rPr>
              <a:t>语音识别</a:t>
            </a:r>
          </a:p>
        </p:txBody>
      </p:sp>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095E25AF-A8E3-4E12-82D4-B4F08CAC366A}"/>
              </a:ext>
            </a:extLst>
          </p:cNvPr>
          <p:cNvSpPr>
            <a:spLocks noGrp="1"/>
          </p:cNvSpPr>
          <p:nvPr>
            <p:ph type="sldNum" sz="quarter" idx="10"/>
          </p:nvPr>
        </p:nvSpPr>
        <p:spPr/>
        <p:txBody>
          <a:bodyPr/>
          <a:lstStyle/>
          <a:p>
            <a:pPr fontAlgn="base">
              <a:spcBef>
                <a:spcPct val="0"/>
              </a:spcBef>
              <a:spcAft>
                <a:spcPct val="0"/>
              </a:spcAft>
              <a:defRPr/>
            </a:pPr>
            <a:fld id="{51FC6CC5-F279-44BD-9AEE-573649E0A4C6}" type="slidenum">
              <a:rPr lang="ja-JP" altLang="en-US">
                <a:latin typeface="Arial"/>
              </a:rPr>
              <a:pPr fontAlgn="base">
                <a:spcBef>
                  <a:spcPct val="0"/>
                </a:spcBef>
                <a:spcAft>
                  <a:spcPct val="0"/>
                </a:spcAft>
                <a:defRPr/>
              </a:pPr>
              <a:t>46</a:t>
            </a:fld>
            <a:endParaRPr lang="en-US" altLang="ja-JP">
              <a:latin typeface="Arial"/>
            </a:endParaRPr>
          </a:p>
        </p:txBody>
      </p:sp>
      <p:sp>
        <p:nvSpPr>
          <p:cNvPr id="659459" name="Rectangle 2">
            <a:extLst>
              <a:ext uri="{FF2B5EF4-FFF2-40B4-BE49-F238E27FC236}">
                <a16:creationId xmlns:a16="http://schemas.microsoft.com/office/drawing/2014/main" id="{C7E86615-7946-4B11-B29C-8817881F94E8}"/>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rPr>
              <a:t>12.1.1  </a:t>
            </a:r>
            <a:r>
              <a:rPr lang="zh-CN" altLang="en-US" dirty="0">
                <a:latin typeface="Times New Roman" panose="02020603050405020304" pitchFamily="18" charset="0"/>
              </a:rPr>
              <a:t>自然语言理解的概念</a:t>
            </a:r>
          </a:p>
        </p:txBody>
      </p:sp>
      <p:sp>
        <p:nvSpPr>
          <p:cNvPr id="818179" name="Rectangle 3">
            <a:extLst>
              <a:ext uri="{FF2B5EF4-FFF2-40B4-BE49-F238E27FC236}">
                <a16:creationId xmlns:a16="http://schemas.microsoft.com/office/drawing/2014/main" id="{55FC39CD-3676-41F2-93EC-875776C8FD7E}"/>
              </a:ext>
            </a:extLst>
          </p:cNvPr>
          <p:cNvSpPr>
            <a:spLocks noGrp="1" noChangeArrowheads="1"/>
          </p:cNvSpPr>
          <p:nvPr>
            <p:ph type="body" idx="1"/>
          </p:nvPr>
        </p:nvSpPr>
        <p:spPr>
          <a:xfrm>
            <a:off x="354564" y="1001358"/>
            <a:ext cx="11728579" cy="4373076"/>
          </a:xfrm>
        </p:spPr>
        <p:txBody>
          <a:bodyPr/>
          <a:lstStyle/>
          <a:p>
            <a:pPr eaLnBrk="1" hangingPunct="1"/>
            <a:r>
              <a:rPr lang="zh-CN" altLang="en-US" b="1" dirty="0"/>
              <a:t>微观角度：从自然语言到机器内部的一个映射。</a:t>
            </a:r>
          </a:p>
          <a:p>
            <a:pPr eaLnBrk="1" hangingPunct="1"/>
            <a:r>
              <a:rPr lang="zh-CN" altLang="en-US" b="1" dirty="0"/>
              <a:t>宏观角度：使机器能够执行人类所期望的某种语言功能。</a:t>
            </a:r>
            <a:r>
              <a:rPr lang="zh-CN" altLang="en-US" dirty="0"/>
              <a:t> </a:t>
            </a:r>
            <a:endParaRPr lang="zh-CN" altLang="en-US" sz="2600" b="1" dirty="0"/>
          </a:p>
        </p:txBody>
      </p:sp>
      <p:sp>
        <p:nvSpPr>
          <p:cNvPr id="818180" name="Rectangle 4">
            <a:extLst>
              <a:ext uri="{FF2B5EF4-FFF2-40B4-BE49-F238E27FC236}">
                <a16:creationId xmlns:a16="http://schemas.microsoft.com/office/drawing/2014/main" id="{090C94C8-B7A2-46D8-9CF0-C894F02C2F50}"/>
              </a:ext>
            </a:extLst>
          </p:cNvPr>
          <p:cNvSpPr>
            <a:spLocks noChangeArrowheads="1"/>
          </p:cNvSpPr>
          <p:nvPr/>
        </p:nvSpPr>
        <p:spPr bwMode="auto">
          <a:xfrm>
            <a:off x="354564" y="2923881"/>
            <a:ext cx="10501410" cy="2376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Verdana" panose="020B0604030504040204" pitchFamily="34" charset="0"/>
                <a:ea typeface="宋体" panose="02010600030101010101" pitchFamily="2" charset="-122"/>
              </a:defRPr>
            </a:lvl1pPr>
            <a:lvl2pPr marL="800100" indent="-342900">
              <a:defRPr>
                <a:solidFill>
                  <a:schemeClr val="tx1"/>
                </a:solidFill>
                <a:latin typeface="Verdana" panose="020B0604030504040204" pitchFamily="34" charset="0"/>
                <a:ea typeface="宋体" panose="02010600030101010101" pitchFamily="2" charset="-122"/>
              </a:defRPr>
            </a:lvl2pPr>
            <a:lvl3pPr marL="1257300" indent="-342900">
              <a:defRPr>
                <a:solidFill>
                  <a:schemeClr val="tx1"/>
                </a:solidFill>
                <a:latin typeface="Verdana" panose="020B0604030504040204" pitchFamily="34" charset="0"/>
                <a:ea typeface="宋体" panose="02010600030101010101" pitchFamily="2" charset="-122"/>
              </a:defRPr>
            </a:lvl3pPr>
            <a:lvl4pPr marL="1714500" indent="-342900">
              <a:defRPr>
                <a:solidFill>
                  <a:schemeClr val="tx1"/>
                </a:solidFill>
                <a:latin typeface="Verdana" panose="020B0604030504040204" pitchFamily="34" charset="0"/>
                <a:ea typeface="宋体" panose="02010600030101010101" pitchFamily="2" charset="-122"/>
              </a:defRPr>
            </a:lvl4pPr>
            <a:lvl5pPr marL="2171700" indent="-342900">
              <a:defRPr>
                <a:solidFill>
                  <a:schemeClr val="tx1"/>
                </a:solidFill>
                <a:latin typeface="Verdana" panose="020B0604030504040204" pitchFamily="34" charset="0"/>
                <a:ea typeface="宋体" panose="02010600030101010101" pitchFamily="2" charset="-122"/>
              </a:defRPr>
            </a:lvl5pPr>
            <a:lvl6pPr marL="26289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0861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5433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40005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lvl="2" fontAlgn="base">
              <a:lnSpc>
                <a:spcPct val="120000"/>
              </a:lnSpc>
              <a:spcBef>
                <a:spcPct val="50000"/>
              </a:spcBef>
              <a:spcAft>
                <a:spcPct val="0"/>
              </a:spcAft>
              <a:buClr>
                <a:srgbClr val="CC0000"/>
              </a:buClr>
            </a:pPr>
            <a:r>
              <a:rPr lang="zh-CN" altLang="en-US" sz="2400" b="1" dirty="0">
                <a:solidFill>
                  <a:srgbClr val="000000"/>
                </a:solidFill>
                <a:latin typeface="Times New Roman" panose="02020603050405020304" pitchFamily="18" charset="0"/>
              </a:rPr>
              <a:t>（</a:t>
            </a:r>
            <a:r>
              <a:rPr lang="en-US" altLang="zh-CN" sz="2400" b="1" dirty="0">
                <a:solidFill>
                  <a:srgbClr val="000000"/>
                </a:solidFill>
                <a:latin typeface="Times New Roman" panose="02020603050405020304" pitchFamily="18" charset="0"/>
              </a:rPr>
              <a:t>1</a:t>
            </a:r>
            <a:r>
              <a:rPr lang="zh-CN" altLang="en-US" sz="2400" b="1" dirty="0">
                <a:solidFill>
                  <a:srgbClr val="000000"/>
                </a:solidFill>
                <a:latin typeface="Times New Roman" panose="02020603050405020304" pitchFamily="18" charset="0"/>
              </a:rPr>
              <a:t>）回答问题：计算机正确地回答用自然语言输入的有关问题。</a:t>
            </a:r>
          </a:p>
          <a:p>
            <a:pPr lvl="2" fontAlgn="base">
              <a:lnSpc>
                <a:spcPct val="120000"/>
              </a:lnSpc>
              <a:spcBef>
                <a:spcPct val="50000"/>
              </a:spcBef>
              <a:spcAft>
                <a:spcPct val="0"/>
              </a:spcAft>
              <a:buClr>
                <a:srgbClr val="CC0000"/>
              </a:buClr>
            </a:pPr>
            <a:r>
              <a:rPr lang="zh-CN" altLang="en-US" sz="2400" b="1" dirty="0">
                <a:solidFill>
                  <a:srgbClr val="000000"/>
                </a:solidFill>
                <a:latin typeface="Times New Roman" panose="02020603050405020304" pitchFamily="18" charset="0"/>
              </a:rPr>
              <a:t>（</a:t>
            </a:r>
            <a:r>
              <a:rPr lang="en-US" altLang="zh-CN" sz="2400" b="1" dirty="0">
                <a:solidFill>
                  <a:srgbClr val="000000"/>
                </a:solidFill>
                <a:latin typeface="Times New Roman" panose="02020603050405020304" pitchFamily="18" charset="0"/>
              </a:rPr>
              <a:t>2</a:t>
            </a:r>
            <a:r>
              <a:rPr lang="zh-CN" altLang="en-US" sz="2400" b="1" dirty="0">
                <a:solidFill>
                  <a:srgbClr val="000000"/>
                </a:solidFill>
                <a:latin typeface="Times New Roman" panose="02020603050405020304" pitchFamily="18" charset="0"/>
              </a:rPr>
              <a:t>）文摘生成：机器能产生输入文本的摘要。</a:t>
            </a:r>
            <a:r>
              <a:rPr lang="zh-CN" altLang="en-US" sz="2400" dirty="0">
                <a:solidFill>
                  <a:srgbClr val="000000"/>
                </a:solidFill>
                <a:latin typeface="Times New Roman" panose="02020603050405020304" pitchFamily="18" charset="0"/>
              </a:rPr>
              <a:t> </a:t>
            </a:r>
            <a:endParaRPr lang="zh-CN" altLang="en-US" sz="2400" b="1" dirty="0">
              <a:solidFill>
                <a:srgbClr val="000000"/>
              </a:solidFill>
              <a:latin typeface="Times New Roman" panose="02020603050405020304" pitchFamily="18" charset="0"/>
            </a:endParaRPr>
          </a:p>
          <a:p>
            <a:pPr lvl="2" fontAlgn="base">
              <a:lnSpc>
                <a:spcPct val="120000"/>
              </a:lnSpc>
              <a:spcBef>
                <a:spcPct val="50000"/>
              </a:spcBef>
              <a:spcAft>
                <a:spcPct val="0"/>
              </a:spcAft>
              <a:buClr>
                <a:srgbClr val="CC0000"/>
              </a:buClr>
            </a:pPr>
            <a:r>
              <a:rPr lang="zh-CN" altLang="en-US" sz="2400" b="1" dirty="0">
                <a:solidFill>
                  <a:srgbClr val="000000"/>
                </a:solidFill>
                <a:latin typeface="Times New Roman" panose="02020603050405020304" pitchFamily="18" charset="0"/>
              </a:rPr>
              <a:t>（</a:t>
            </a:r>
            <a:r>
              <a:rPr lang="en-US" altLang="zh-CN" sz="2400" b="1" dirty="0">
                <a:solidFill>
                  <a:srgbClr val="000000"/>
                </a:solidFill>
                <a:latin typeface="Times New Roman" panose="02020603050405020304" pitchFamily="18" charset="0"/>
              </a:rPr>
              <a:t>3</a:t>
            </a:r>
            <a:r>
              <a:rPr lang="zh-CN" altLang="en-US" sz="2400" b="1" dirty="0">
                <a:solidFill>
                  <a:srgbClr val="000000"/>
                </a:solidFill>
                <a:latin typeface="Times New Roman" panose="02020603050405020304" pitchFamily="18" charset="0"/>
              </a:rPr>
              <a:t>）释义：机器能用不同的词语和句型来复述输入的自然语言信息</a:t>
            </a:r>
            <a:r>
              <a:rPr lang="zh-CN" altLang="en-US" sz="2400" dirty="0">
                <a:solidFill>
                  <a:srgbClr val="000000"/>
                </a:solidFill>
                <a:latin typeface="Times New Roman" panose="02020603050405020304" pitchFamily="18" charset="0"/>
              </a:rPr>
              <a:t>。</a:t>
            </a:r>
            <a:endParaRPr lang="zh-CN" altLang="en-US" sz="2400" b="1" dirty="0">
              <a:solidFill>
                <a:srgbClr val="000000"/>
              </a:solidFill>
              <a:latin typeface="Times New Roman" panose="02020603050405020304" pitchFamily="18" charset="0"/>
            </a:endParaRPr>
          </a:p>
          <a:p>
            <a:pPr lvl="2" fontAlgn="base">
              <a:lnSpc>
                <a:spcPct val="120000"/>
              </a:lnSpc>
              <a:spcBef>
                <a:spcPct val="50000"/>
              </a:spcBef>
              <a:spcAft>
                <a:spcPct val="0"/>
              </a:spcAft>
              <a:buClr>
                <a:srgbClr val="CC0000"/>
              </a:buClr>
            </a:pPr>
            <a:r>
              <a:rPr lang="zh-CN" altLang="en-US" sz="2400" b="1" dirty="0">
                <a:solidFill>
                  <a:srgbClr val="000000"/>
                </a:solidFill>
                <a:latin typeface="Times New Roman" panose="02020603050405020304" pitchFamily="18" charset="0"/>
              </a:rPr>
              <a:t>（</a:t>
            </a:r>
            <a:r>
              <a:rPr lang="en-US" altLang="zh-CN" sz="2400" b="1" dirty="0">
                <a:solidFill>
                  <a:srgbClr val="000000"/>
                </a:solidFill>
                <a:latin typeface="Times New Roman" panose="02020603050405020304" pitchFamily="18" charset="0"/>
              </a:rPr>
              <a:t>4</a:t>
            </a:r>
            <a:r>
              <a:rPr lang="zh-CN" altLang="en-US" sz="2400" b="1" dirty="0">
                <a:solidFill>
                  <a:srgbClr val="000000"/>
                </a:solidFill>
                <a:latin typeface="Times New Roman" panose="02020603050405020304" pitchFamily="18" charset="0"/>
              </a:rPr>
              <a:t>）翻译：机器能</a:t>
            </a:r>
            <a:r>
              <a:rPr lang="zh-CN" altLang="en-US" sz="2400" b="1" dirty="0">
                <a:solidFill>
                  <a:srgbClr val="000000"/>
                </a:solidFill>
                <a:latin typeface="宋体" panose="02010600030101010101" pitchFamily="2" charset="-122"/>
              </a:rPr>
              <a:t>把一种语言翻译成另外一种语言。</a:t>
            </a:r>
            <a:r>
              <a:rPr lang="zh-CN" altLang="en-US" sz="2400" dirty="0">
                <a:solidFill>
                  <a:srgbClr val="000000"/>
                </a:solidFill>
                <a:latin typeface="宋体" panose="02010600030101010101" pitchFamily="2" charset="-122"/>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18179">
                                            <p:txEl>
                                              <p:pRg st="0" end="0"/>
                                            </p:txEl>
                                          </p:spTgt>
                                        </p:tgtEl>
                                        <p:attrNameLst>
                                          <p:attrName>style.visibility</p:attrName>
                                        </p:attrNameLst>
                                      </p:cBhvr>
                                      <p:to>
                                        <p:strVal val="visible"/>
                                      </p:to>
                                    </p:set>
                                    <p:anim calcmode="lin" valueType="num">
                                      <p:cBhvr additive="base">
                                        <p:cTn id="7" dur="500" fill="hold"/>
                                        <p:tgtEl>
                                          <p:spTgt spid="8181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18179">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818179">
                                            <p:txEl>
                                              <p:pRg st="1" end="1"/>
                                            </p:txEl>
                                          </p:spTgt>
                                        </p:tgtEl>
                                        <p:attrNameLst>
                                          <p:attrName>style.visibility</p:attrName>
                                        </p:attrNameLst>
                                      </p:cBhvr>
                                      <p:to>
                                        <p:strVal val="visible"/>
                                      </p:to>
                                    </p:set>
                                    <p:anim calcmode="lin" valueType="num">
                                      <p:cBhvr additive="base">
                                        <p:cTn id="12" dur="500" fill="hold"/>
                                        <p:tgtEl>
                                          <p:spTgt spid="818179">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81817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 fill="hold" grpId="0" nodeType="clickEffect">
                                  <p:stCondLst>
                                    <p:cond delay="0"/>
                                  </p:stCondLst>
                                  <p:childTnLst>
                                    <p:set>
                                      <p:cBhvr>
                                        <p:cTn id="17" dur="1" fill="hold">
                                          <p:stCondLst>
                                            <p:cond delay="0"/>
                                          </p:stCondLst>
                                        </p:cTn>
                                        <p:tgtEl>
                                          <p:spTgt spid="818180"/>
                                        </p:tgtEl>
                                        <p:attrNameLst>
                                          <p:attrName>style.visibility</p:attrName>
                                        </p:attrNameLst>
                                      </p:cBhvr>
                                      <p:to>
                                        <p:strVal val="visible"/>
                                      </p:to>
                                    </p:set>
                                    <p:anim calcmode="lin" valueType="num">
                                      <p:cBhvr>
                                        <p:cTn id="18" dur="500" fill="hold"/>
                                        <p:tgtEl>
                                          <p:spTgt spid="818180"/>
                                        </p:tgtEl>
                                        <p:attrNameLst>
                                          <p:attrName>ppt_x</p:attrName>
                                        </p:attrNameLst>
                                      </p:cBhvr>
                                      <p:tavLst>
                                        <p:tav tm="0">
                                          <p:val>
                                            <p:strVal val="#ppt_x"/>
                                          </p:val>
                                        </p:tav>
                                        <p:tav tm="100000">
                                          <p:val>
                                            <p:strVal val="#ppt_x"/>
                                          </p:val>
                                        </p:tav>
                                      </p:tavLst>
                                    </p:anim>
                                    <p:anim calcmode="lin" valueType="num">
                                      <p:cBhvr>
                                        <p:cTn id="19" dur="500" fill="hold"/>
                                        <p:tgtEl>
                                          <p:spTgt spid="818180"/>
                                        </p:tgtEl>
                                        <p:attrNameLst>
                                          <p:attrName>ppt_y</p:attrName>
                                        </p:attrNameLst>
                                      </p:cBhvr>
                                      <p:tavLst>
                                        <p:tav tm="0">
                                          <p:val>
                                            <p:strVal val="#ppt_y-#ppt_h/2"/>
                                          </p:val>
                                        </p:tav>
                                        <p:tav tm="100000">
                                          <p:val>
                                            <p:strVal val="#ppt_y"/>
                                          </p:val>
                                        </p:tav>
                                      </p:tavLst>
                                    </p:anim>
                                    <p:anim calcmode="lin" valueType="num">
                                      <p:cBhvr>
                                        <p:cTn id="20" dur="500" fill="hold"/>
                                        <p:tgtEl>
                                          <p:spTgt spid="818180"/>
                                        </p:tgtEl>
                                        <p:attrNameLst>
                                          <p:attrName>ppt_w</p:attrName>
                                        </p:attrNameLst>
                                      </p:cBhvr>
                                      <p:tavLst>
                                        <p:tav tm="0">
                                          <p:val>
                                            <p:strVal val="#ppt_w"/>
                                          </p:val>
                                        </p:tav>
                                        <p:tav tm="100000">
                                          <p:val>
                                            <p:strVal val="#ppt_w"/>
                                          </p:val>
                                        </p:tav>
                                      </p:tavLst>
                                    </p:anim>
                                    <p:anim calcmode="lin" valueType="num">
                                      <p:cBhvr>
                                        <p:cTn id="21" dur="500" fill="hold"/>
                                        <p:tgtEl>
                                          <p:spTgt spid="81818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8179" grpId="0" build="p" autoUpdateAnimBg="0" advAuto="0"/>
      <p:bldP spid="818180"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灯片编号占位符 3">
            <a:extLst>
              <a:ext uri="{FF2B5EF4-FFF2-40B4-BE49-F238E27FC236}">
                <a16:creationId xmlns:a16="http://schemas.microsoft.com/office/drawing/2014/main" id="{A2DD7403-06E6-4590-B8BD-3F1C1DEAAB4E}"/>
              </a:ext>
            </a:extLst>
          </p:cNvPr>
          <p:cNvSpPr>
            <a:spLocks noGrp="1"/>
          </p:cNvSpPr>
          <p:nvPr>
            <p:ph type="sldNum" sz="quarter" idx="10"/>
          </p:nvPr>
        </p:nvSpPr>
        <p:spPr/>
        <p:txBody>
          <a:bodyPr/>
          <a:lstStyle/>
          <a:p>
            <a:pPr fontAlgn="base">
              <a:spcBef>
                <a:spcPct val="0"/>
              </a:spcBef>
              <a:spcAft>
                <a:spcPct val="0"/>
              </a:spcAft>
              <a:defRPr/>
            </a:pPr>
            <a:fld id="{FB09DC19-9761-46DA-9D34-6389680998F0}" type="slidenum">
              <a:rPr lang="ja-JP" altLang="en-US">
                <a:latin typeface="Arial"/>
              </a:rPr>
              <a:pPr fontAlgn="base">
                <a:spcBef>
                  <a:spcPct val="0"/>
                </a:spcBef>
                <a:spcAft>
                  <a:spcPct val="0"/>
                </a:spcAft>
                <a:defRPr/>
              </a:pPr>
              <a:t>47</a:t>
            </a:fld>
            <a:endParaRPr lang="en-US" altLang="ja-JP">
              <a:latin typeface="Arial"/>
            </a:endParaRPr>
          </a:p>
        </p:txBody>
      </p:sp>
      <p:sp>
        <p:nvSpPr>
          <p:cNvPr id="660483" name="Rectangle 2">
            <a:extLst>
              <a:ext uri="{FF2B5EF4-FFF2-40B4-BE49-F238E27FC236}">
                <a16:creationId xmlns:a16="http://schemas.microsoft.com/office/drawing/2014/main" id="{B40D1D4D-EC6F-4C0B-AEB6-4571B4A11FBE}"/>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rPr>
              <a:t>12.1.2  </a:t>
            </a:r>
            <a:r>
              <a:rPr lang="zh-CN" altLang="en-US" dirty="0">
                <a:latin typeface="Times New Roman" panose="02020603050405020304" pitchFamily="18" charset="0"/>
              </a:rPr>
              <a:t>自然语言理解研究的产生与发展</a:t>
            </a:r>
            <a:r>
              <a:rPr lang="zh-CN" altLang="en-US" dirty="0"/>
              <a:t> </a:t>
            </a:r>
          </a:p>
        </p:txBody>
      </p:sp>
      <p:sp>
        <p:nvSpPr>
          <p:cNvPr id="660484" name="Rectangle 3">
            <a:extLst>
              <a:ext uri="{FF2B5EF4-FFF2-40B4-BE49-F238E27FC236}">
                <a16:creationId xmlns:a16="http://schemas.microsoft.com/office/drawing/2014/main" id="{3D66FAEB-ED66-4231-AE95-9BA8C4C0BE0E}"/>
              </a:ext>
            </a:extLst>
          </p:cNvPr>
          <p:cNvSpPr>
            <a:spLocks noGrp="1" noChangeArrowheads="1"/>
          </p:cNvSpPr>
          <p:nvPr>
            <p:ph type="body" idx="1"/>
          </p:nvPr>
        </p:nvSpPr>
        <p:spPr>
          <a:xfrm>
            <a:off x="1865313" y="908050"/>
            <a:ext cx="8642350" cy="630238"/>
          </a:xfrm>
          <a:noFill/>
        </p:spPr>
        <p:txBody>
          <a:bodyPr/>
          <a:lstStyle/>
          <a:p>
            <a:pPr marL="533400" indent="-533400" eaLnBrk="1" hangingPunct="1">
              <a:buClr>
                <a:schemeClr val="tx1"/>
              </a:buClr>
              <a:buNone/>
            </a:pPr>
            <a:r>
              <a:rPr lang="en-US" altLang="zh-CN" sz="3000" b="1">
                <a:latin typeface="Times New Roman" panose="02020603050405020304" pitchFamily="18" charset="0"/>
              </a:rPr>
              <a:t>1. </a:t>
            </a:r>
            <a:r>
              <a:rPr lang="zh-CN" altLang="en-US" sz="3000" b="1">
                <a:latin typeface="Times New Roman" panose="02020603050405020304" pitchFamily="18" charset="0"/>
              </a:rPr>
              <a:t>萌芽时期</a:t>
            </a:r>
            <a:r>
              <a:rPr lang="zh-CN" altLang="en-US" b="1">
                <a:latin typeface="Times New Roman" panose="02020603050405020304" pitchFamily="18" charset="0"/>
              </a:rPr>
              <a:t>（</a:t>
            </a:r>
            <a:r>
              <a:rPr lang="en-US" altLang="zh-CN" b="1">
                <a:latin typeface="Times New Roman" panose="02020603050405020304" pitchFamily="18" charset="0"/>
              </a:rPr>
              <a:t>20</a:t>
            </a:r>
            <a:r>
              <a:rPr lang="zh-CN" altLang="en-US" b="1">
                <a:latin typeface="Times New Roman" panose="02020603050405020304" pitchFamily="18" charset="0"/>
              </a:rPr>
              <a:t>世纪</a:t>
            </a:r>
            <a:r>
              <a:rPr lang="en-US" altLang="zh-CN" b="1">
                <a:latin typeface="Times New Roman" panose="02020603050405020304" pitchFamily="18" charset="0"/>
              </a:rPr>
              <a:t>40</a:t>
            </a:r>
            <a:r>
              <a:rPr lang="zh-CN" altLang="en-US" b="1">
                <a:latin typeface="Times New Roman" panose="02020603050405020304" pitchFamily="18" charset="0"/>
              </a:rPr>
              <a:t>年代末</a:t>
            </a:r>
            <a:r>
              <a:rPr lang="en-US" altLang="zh-CN" b="1">
                <a:latin typeface="Times New Roman" panose="02020603050405020304" pitchFamily="18" charset="0"/>
              </a:rPr>
              <a:t>50</a:t>
            </a:r>
            <a:r>
              <a:rPr lang="zh-CN" altLang="en-US" b="1">
                <a:latin typeface="Times New Roman" panose="02020603050405020304" pitchFamily="18" charset="0"/>
              </a:rPr>
              <a:t>年代初）</a:t>
            </a:r>
            <a:endParaRPr lang="zh-CN" altLang="en-US" sz="3700" b="1">
              <a:latin typeface="Times New Roman" panose="02020603050405020304" pitchFamily="18" charset="0"/>
            </a:endParaRPr>
          </a:p>
        </p:txBody>
      </p:sp>
      <p:sp>
        <p:nvSpPr>
          <p:cNvPr id="819204" name="Rectangle 4">
            <a:extLst>
              <a:ext uri="{FF2B5EF4-FFF2-40B4-BE49-F238E27FC236}">
                <a16:creationId xmlns:a16="http://schemas.microsoft.com/office/drawing/2014/main" id="{2D48EF1E-CAAC-41D6-A094-0F57619ABCA5}"/>
              </a:ext>
            </a:extLst>
          </p:cNvPr>
          <p:cNvSpPr>
            <a:spLocks noChangeArrowheads="1"/>
          </p:cNvSpPr>
          <p:nvPr/>
        </p:nvSpPr>
        <p:spPr bwMode="auto">
          <a:xfrm>
            <a:off x="1860551" y="1774826"/>
            <a:ext cx="8531225" cy="559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Verdana" panose="020B0604030504040204" pitchFamily="34" charset="0"/>
                <a:ea typeface="宋体" panose="02010600030101010101" pitchFamily="2" charset="-122"/>
              </a:defRPr>
            </a:lvl1pPr>
            <a:lvl2pPr marL="800100" indent="-342900">
              <a:defRPr>
                <a:solidFill>
                  <a:schemeClr val="tx1"/>
                </a:solidFill>
                <a:latin typeface="Verdana" panose="020B0604030504040204" pitchFamily="34" charset="0"/>
                <a:ea typeface="宋体" panose="02010600030101010101" pitchFamily="2" charset="-122"/>
              </a:defRPr>
            </a:lvl2pPr>
            <a:lvl3pPr marL="1257300" indent="-342900">
              <a:defRPr>
                <a:solidFill>
                  <a:schemeClr val="tx1"/>
                </a:solidFill>
                <a:latin typeface="Verdana" panose="020B0604030504040204" pitchFamily="34" charset="0"/>
                <a:ea typeface="宋体" panose="02010600030101010101" pitchFamily="2" charset="-122"/>
              </a:defRPr>
            </a:lvl3pPr>
            <a:lvl4pPr marL="1714500" indent="-342900">
              <a:defRPr>
                <a:solidFill>
                  <a:schemeClr val="tx1"/>
                </a:solidFill>
                <a:latin typeface="Verdana" panose="020B0604030504040204" pitchFamily="34" charset="0"/>
                <a:ea typeface="宋体" panose="02010600030101010101" pitchFamily="2" charset="-122"/>
              </a:defRPr>
            </a:lvl4pPr>
            <a:lvl5pPr marL="2171700" indent="-342900">
              <a:defRPr>
                <a:solidFill>
                  <a:schemeClr val="tx1"/>
                </a:solidFill>
                <a:latin typeface="Verdana" panose="020B0604030504040204" pitchFamily="34" charset="0"/>
                <a:ea typeface="宋体" panose="02010600030101010101" pitchFamily="2" charset="-122"/>
              </a:defRPr>
            </a:lvl5pPr>
            <a:lvl6pPr marL="26289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0861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5433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40005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50000"/>
              </a:spcBef>
              <a:spcAft>
                <a:spcPct val="0"/>
              </a:spcAft>
              <a:buClr>
                <a:srgbClr val="000000"/>
              </a:buClr>
            </a:pPr>
            <a:r>
              <a:rPr lang="en-US" altLang="zh-CN" sz="2800" b="1" dirty="0">
                <a:solidFill>
                  <a:srgbClr val="000000"/>
                </a:solidFill>
                <a:latin typeface="Times New Roman" panose="02020603050405020304" pitchFamily="18" charset="0"/>
              </a:rPr>
              <a:t>2. </a:t>
            </a:r>
            <a:r>
              <a:rPr lang="zh-CN" altLang="en-US" sz="2800" b="1" dirty="0">
                <a:solidFill>
                  <a:srgbClr val="000000"/>
                </a:solidFill>
                <a:latin typeface="Times New Roman" panose="02020603050405020304" pitchFamily="18" charset="0"/>
              </a:rPr>
              <a:t>以关键词匹配技术为主的时期</a:t>
            </a:r>
            <a:r>
              <a:rPr lang="zh-CN" altLang="en-US" sz="2800" dirty="0">
                <a:solidFill>
                  <a:srgbClr val="000000"/>
                </a:solidFill>
                <a:latin typeface="Times New Roman" panose="02020603050405020304" pitchFamily="18" charset="0"/>
              </a:rPr>
              <a:t> </a:t>
            </a:r>
            <a:r>
              <a:rPr lang="zh-CN" altLang="en-US" sz="2800" b="1" dirty="0">
                <a:solidFill>
                  <a:srgbClr val="000000"/>
                </a:solidFill>
                <a:latin typeface="Times New Roman" panose="02020603050405020304" pitchFamily="18" charset="0"/>
              </a:rPr>
              <a:t>（</a:t>
            </a:r>
            <a:r>
              <a:rPr lang="en-US" altLang="zh-CN" sz="2800" b="1" dirty="0">
                <a:solidFill>
                  <a:srgbClr val="000000"/>
                </a:solidFill>
                <a:latin typeface="Times New Roman" panose="02020603050405020304" pitchFamily="18" charset="0"/>
              </a:rPr>
              <a:t>20</a:t>
            </a:r>
            <a:r>
              <a:rPr lang="zh-CN" altLang="en-US" sz="2800" b="1" dirty="0">
                <a:solidFill>
                  <a:srgbClr val="000000"/>
                </a:solidFill>
                <a:latin typeface="Times New Roman" panose="02020603050405020304" pitchFamily="18" charset="0"/>
              </a:rPr>
              <a:t>世纪</a:t>
            </a:r>
            <a:r>
              <a:rPr lang="en-US" altLang="zh-CN" sz="2800" b="1" dirty="0">
                <a:solidFill>
                  <a:srgbClr val="000000"/>
                </a:solidFill>
                <a:latin typeface="Times New Roman" panose="02020603050405020304" pitchFamily="18" charset="0"/>
              </a:rPr>
              <a:t>60</a:t>
            </a:r>
            <a:r>
              <a:rPr lang="zh-CN" altLang="en-US" sz="2800" b="1" dirty="0">
                <a:solidFill>
                  <a:srgbClr val="000000"/>
                </a:solidFill>
                <a:latin typeface="Times New Roman" panose="02020603050405020304" pitchFamily="18" charset="0"/>
              </a:rPr>
              <a:t>年代始</a:t>
            </a:r>
            <a:r>
              <a:rPr lang="zh-CN" altLang="en-US" sz="2800" b="1" dirty="0">
                <a:solidFill>
                  <a:srgbClr val="000000"/>
                </a:solidFill>
                <a:latin typeface="Times New Roman" panose="02020603050405020304" pitchFamily="18" charset="0"/>
                <a:ea typeface="黑体" panose="02010609060101010101" pitchFamily="49" charset="-122"/>
              </a:rPr>
              <a:t>）</a:t>
            </a:r>
          </a:p>
        </p:txBody>
      </p:sp>
      <p:sp>
        <p:nvSpPr>
          <p:cNvPr id="819205" name="AutoShape 5">
            <a:extLst>
              <a:ext uri="{FF2B5EF4-FFF2-40B4-BE49-F238E27FC236}">
                <a16:creationId xmlns:a16="http://schemas.microsoft.com/office/drawing/2014/main" id="{BB4C5749-BD6A-470A-8EB9-770293EFA45E}"/>
              </a:ext>
            </a:extLst>
          </p:cNvPr>
          <p:cNvSpPr>
            <a:spLocks/>
          </p:cNvSpPr>
          <p:nvPr/>
        </p:nvSpPr>
        <p:spPr bwMode="auto">
          <a:xfrm>
            <a:off x="7300913" y="1474789"/>
            <a:ext cx="3238500" cy="1146175"/>
          </a:xfrm>
          <a:prstGeom prst="accentCallout2">
            <a:avLst>
              <a:gd name="adj1" fmla="val 9972"/>
              <a:gd name="adj2" fmla="val -2352"/>
              <a:gd name="adj3" fmla="val 9972"/>
              <a:gd name="adj4" fmla="val -18236"/>
              <a:gd name="adj5" fmla="val -1940"/>
              <a:gd name="adj6" fmla="val -43921"/>
            </a:avLst>
          </a:prstGeom>
          <a:gradFill rotWithShape="1">
            <a:gsLst>
              <a:gs pos="0">
                <a:srgbClr val="339966">
                  <a:alpha val="42000"/>
                </a:srgbClr>
              </a:gs>
              <a:gs pos="50000">
                <a:schemeClr val="bg1"/>
              </a:gs>
              <a:gs pos="100000">
                <a:srgbClr val="339966">
                  <a:alpha val="42000"/>
                </a:srgbClr>
              </a:gs>
            </a:gsLst>
            <a:lin ang="18900000" scaled="1"/>
          </a:gradFill>
          <a:ln w="9525">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just" fontAlgn="base">
              <a:spcBef>
                <a:spcPct val="0"/>
              </a:spcBef>
              <a:spcAft>
                <a:spcPct val="0"/>
              </a:spcAft>
              <a:defRPr/>
            </a:pPr>
            <a:r>
              <a:rPr lang="en-US" altLang="zh-CN" b="1">
                <a:solidFill>
                  <a:srgbClr val="000000"/>
                </a:solidFill>
                <a:latin typeface="Times New Roman" panose="02020603050405020304" pitchFamily="18" charset="0"/>
                <a:ea typeface="宋体" panose="02010600030101010101" pitchFamily="2" charset="-122"/>
              </a:rPr>
              <a:t>A. Donald Booth &amp; W. Weaver</a:t>
            </a:r>
            <a:r>
              <a:rPr lang="en-US" altLang="zh-CN" sz="4200" b="1">
                <a:solidFill>
                  <a:srgbClr val="000000"/>
                </a:solidFill>
                <a:latin typeface="Times New Roman" panose="02020603050405020304" pitchFamily="18" charset="0"/>
                <a:ea typeface="宋体" panose="02010600030101010101" pitchFamily="2" charset="-122"/>
              </a:rPr>
              <a:t> </a:t>
            </a:r>
            <a:endParaRPr lang="en-US" altLang="zh-CN" sz="2800" b="1">
              <a:solidFill>
                <a:srgbClr val="000000"/>
              </a:solidFill>
              <a:latin typeface="Times New Roman" panose="02020603050405020304" pitchFamily="18" charset="0"/>
              <a:ea typeface="宋体" panose="02010600030101010101" pitchFamily="2" charset="-122"/>
            </a:endParaRPr>
          </a:p>
          <a:p>
            <a:pPr algn="just" fontAlgn="base">
              <a:spcBef>
                <a:spcPct val="0"/>
              </a:spcBef>
              <a:spcAft>
                <a:spcPct val="0"/>
              </a:spcAft>
              <a:defRPr/>
            </a:pPr>
            <a:r>
              <a:rPr lang="en-US" altLang="zh-CN" b="1">
                <a:solidFill>
                  <a:srgbClr val="000000"/>
                </a:solidFill>
                <a:latin typeface="Times New Roman" panose="02020603050405020304" pitchFamily="18" charset="0"/>
                <a:ea typeface="宋体" panose="02010600030101010101" pitchFamily="2" charset="-122"/>
              </a:rPr>
              <a:t>M. Chomsky </a:t>
            </a:r>
            <a:r>
              <a:rPr lang="zh-CN" altLang="en-US" b="1">
                <a:solidFill>
                  <a:srgbClr val="000000"/>
                </a:solidFill>
                <a:latin typeface="Times New Roman" panose="02020603050405020304" pitchFamily="18" charset="0"/>
                <a:ea typeface="宋体" panose="02010600030101010101" pitchFamily="2" charset="-122"/>
              </a:rPr>
              <a:t>形式语言和文法</a:t>
            </a:r>
          </a:p>
        </p:txBody>
      </p:sp>
      <p:sp>
        <p:nvSpPr>
          <p:cNvPr id="819206" name="Rectangle 6">
            <a:extLst>
              <a:ext uri="{FF2B5EF4-FFF2-40B4-BE49-F238E27FC236}">
                <a16:creationId xmlns:a16="http://schemas.microsoft.com/office/drawing/2014/main" id="{9AE8AA50-B598-46D3-9D72-C319F292EC54}"/>
              </a:ext>
            </a:extLst>
          </p:cNvPr>
          <p:cNvSpPr>
            <a:spLocks noChangeArrowheads="1"/>
          </p:cNvSpPr>
          <p:nvPr/>
        </p:nvSpPr>
        <p:spPr bwMode="auto">
          <a:xfrm>
            <a:off x="1855788" y="2713038"/>
            <a:ext cx="8812212" cy="562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Verdana" panose="020B0604030504040204" pitchFamily="34" charset="0"/>
                <a:ea typeface="宋体" panose="02010600030101010101" pitchFamily="2" charset="-122"/>
              </a:defRPr>
            </a:lvl1pPr>
            <a:lvl2pPr marL="800100" indent="-342900">
              <a:defRPr>
                <a:solidFill>
                  <a:schemeClr val="tx1"/>
                </a:solidFill>
                <a:latin typeface="Verdana" panose="020B0604030504040204" pitchFamily="34" charset="0"/>
                <a:ea typeface="宋体" panose="02010600030101010101" pitchFamily="2" charset="-122"/>
              </a:defRPr>
            </a:lvl2pPr>
            <a:lvl3pPr marL="1257300" indent="-342900">
              <a:defRPr>
                <a:solidFill>
                  <a:schemeClr val="tx1"/>
                </a:solidFill>
                <a:latin typeface="Verdana" panose="020B0604030504040204" pitchFamily="34" charset="0"/>
                <a:ea typeface="宋体" panose="02010600030101010101" pitchFamily="2" charset="-122"/>
              </a:defRPr>
            </a:lvl3pPr>
            <a:lvl4pPr marL="1714500" indent="-342900">
              <a:defRPr>
                <a:solidFill>
                  <a:schemeClr val="tx1"/>
                </a:solidFill>
                <a:latin typeface="Verdana" panose="020B0604030504040204" pitchFamily="34" charset="0"/>
                <a:ea typeface="宋体" panose="02010600030101010101" pitchFamily="2" charset="-122"/>
              </a:defRPr>
            </a:lvl4pPr>
            <a:lvl5pPr marL="2171700" indent="-342900">
              <a:defRPr>
                <a:solidFill>
                  <a:schemeClr val="tx1"/>
                </a:solidFill>
                <a:latin typeface="Verdana" panose="020B0604030504040204" pitchFamily="34" charset="0"/>
                <a:ea typeface="宋体" panose="02010600030101010101" pitchFamily="2" charset="-122"/>
              </a:defRPr>
            </a:lvl5pPr>
            <a:lvl6pPr marL="26289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0861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5433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40005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50000"/>
              </a:spcBef>
              <a:spcAft>
                <a:spcPct val="0"/>
              </a:spcAft>
              <a:buClr>
                <a:srgbClr val="000000"/>
              </a:buClr>
            </a:pPr>
            <a:r>
              <a:rPr lang="en-US" altLang="zh-CN" sz="2800" b="1">
                <a:solidFill>
                  <a:srgbClr val="000000"/>
                </a:solidFill>
                <a:latin typeface="Times New Roman" panose="02020603050405020304" pitchFamily="18" charset="0"/>
              </a:rPr>
              <a:t>3.</a:t>
            </a:r>
            <a:r>
              <a:rPr lang="en-US" altLang="zh-CN" sz="2700" b="1">
                <a:solidFill>
                  <a:srgbClr val="000000"/>
                </a:solidFill>
                <a:latin typeface="Times New Roman" panose="02020603050405020304" pitchFamily="18" charset="0"/>
              </a:rPr>
              <a:t> </a:t>
            </a:r>
            <a:r>
              <a:rPr lang="zh-CN" altLang="en-US" sz="2700" b="1">
                <a:solidFill>
                  <a:srgbClr val="000000"/>
                </a:solidFill>
                <a:latin typeface="Times New Roman" panose="02020603050405020304" pitchFamily="18" charset="0"/>
              </a:rPr>
              <a:t>以句法语义分析技术为主的时期</a:t>
            </a:r>
            <a:r>
              <a:rPr lang="zh-CN" altLang="en-US" sz="2700">
                <a:solidFill>
                  <a:srgbClr val="000000"/>
                </a:solidFill>
                <a:latin typeface="Times New Roman" panose="02020603050405020304" pitchFamily="18" charset="0"/>
              </a:rPr>
              <a:t> </a:t>
            </a:r>
            <a:r>
              <a:rPr lang="zh-CN" altLang="en-US" sz="2700" b="1">
                <a:solidFill>
                  <a:srgbClr val="000000"/>
                </a:solidFill>
                <a:latin typeface="Times New Roman" panose="02020603050405020304" pitchFamily="18" charset="0"/>
              </a:rPr>
              <a:t>（ </a:t>
            </a:r>
            <a:r>
              <a:rPr lang="en-US" altLang="zh-CN" sz="2700" b="1">
                <a:solidFill>
                  <a:srgbClr val="000000"/>
                </a:solidFill>
                <a:latin typeface="Times New Roman" panose="02020603050405020304" pitchFamily="18" charset="0"/>
              </a:rPr>
              <a:t>20</a:t>
            </a:r>
            <a:r>
              <a:rPr lang="zh-CN" altLang="en-US" sz="2700" b="1">
                <a:solidFill>
                  <a:srgbClr val="000000"/>
                </a:solidFill>
                <a:latin typeface="Times New Roman" panose="02020603050405020304" pitchFamily="18" charset="0"/>
              </a:rPr>
              <a:t>世纪</a:t>
            </a:r>
            <a:r>
              <a:rPr lang="en-US" altLang="zh-CN" sz="2700" b="1">
                <a:solidFill>
                  <a:srgbClr val="000000"/>
                </a:solidFill>
                <a:latin typeface="Times New Roman" panose="02020603050405020304" pitchFamily="18" charset="0"/>
              </a:rPr>
              <a:t>70</a:t>
            </a:r>
            <a:r>
              <a:rPr lang="zh-CN" altLang="en-US" sz="2700" b="1">
                <a:solidFill>
                  <a:srgbClr val="000000"/>
                </a:solidFill>
                <a:latin typeface="Times New Roman" panose="02020603050405020304" pitchFamily="18" charset="0"/>
              </a:rPr>
              <a:t>年代后）</a:t>
            </a:r>
          </a:p>
        </p:txBody>
      </p:sp>
      <p:sp>
        <p:nvSpPr>
          <p:cNvPr id="819207" name="Rectangle 7">
            <a:extLst>
              <a:ext uri="{FF2B5EF4-FFF2-40B4-BE49-F238E27FC236}">
                <a16:creationId xmlns:a16="http://schemas.microsoft.com/office/drawing/2014/main" id="{2519ECB2-6AB9-4F92-BA8D-32CC9B013A84}"/>
              </a:ext>
            </a:extLst>
          </p:cNvPr>
          <p:cNvSpPr>
            <a:spLocks noChangeArrowheads="1"/>
          </p:cNvSpPr>
          <p:nvPr/>
        </p:nvSpPr>
        <p:spPr bwMode="auto">
          <a:xfrm>
            <a:off x="1870075" y="3686175"/>
            <a:ext cx="8458200" cy="800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Verdana" panose="020B0604030504040204" pitchFamily="34" charset="0"/>
                <a:ea typeface="宋体" panose="02010600030101010101" pitchFamily="2" charset="-122"/>
              </a:defRPr>
            </a:lvl1pPr>
            <a:lvl2pPr marL="800100" indent="-342900">
              <a:defRPr>
                <a:solidFill>
                  <a:schemeClr val="tx1"/>
                </a:solidFill>
                <a:latin typeface="Verdana" panose="020B0604030504040204" pitchFamily="34" charset="0"/>
                <a:ea typeface="宋体" panose="02010600030101010101" pitchFamily="2" charset="-122"/>
              </a:defRPr>
            </a:lvl2pPr>
            <a:lvl3pPr marL="1257300" indent="-342900">
              <a:defRPr>
                <a:solidFill>
                  <a:schemeClr val="tx1"/>
                </a:solidFill>
                <a:latin typeface="Verdana" panose="020B0604030504040204" pitchFamily="34" charset="0"/>
                <a:ea typeface="宋体" panose="02010600030101010101" pitchFamily="2" charset="-122"/>
              </a:defRPr>
            </a:lvl3pPr>
            <a:lvl4pPr marL="1714500" indent="-342900">
              <a:defRPr>
                <a:solidFill>
                  <a:schemeClr val="tx1"/>
                </a:solidFill>
                <a:latin typeface="Verdana" panose="020B0604030504040204" pitchFamily="34" charset="0"/>
                <a:ea typeface="宋体" panose="02010600030101010101" pitchFamily="2" charset="-122"/>
              </a:defRPr>
            </a:lvl4pPr>
            <a:lvl5pPr marL="2171700" indent="-342900">
              <a:defRPr>
                <a:solidFill>
                  <a:schemeClr val="tx1"/>
                </a:solidFill>
                <a:latin typeface="Verdana" panose="020B0604030504040204" pitchFamily="34" charset="0"/>
                <a:ea typeface="宋体" panose="02010600030101010101" pitchFamily="2" charset="-122"/>
              </a:defRPr>
            </a:lvl5pPr>
            <a:lvl6pPr marL="26289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0861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5433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40005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50000"/>
              </a:spcBef>
              <a:spcAft>
                <a:spcPct val="0"/>
              </a:spcAft>
              <a:buClr>
                <a:srgbClr val="000000"/>
              </a:buClr>
            </a:pPr>
            <a:r>
              <a:rPr lang="en-US" altLang="zh-CN" sz="3000" b="1">
                <a:solidFill>
                  <a:srgbClr val="000000"/>
                </a:solidFill>
                <a:latin typeface="Times New Roman" panose="02020603050405020304" pitchFamily="18" charset="0"/>
              </a:rPr>
              <a:t>4. </a:t>
            </a:r>
            <a:r>
              <a:rPr lang="zh-CN" altLang="en-US" sz="3000" b="1">
                <a:solidFill>
                  <a:srgbClr val="000000"/>
                </a:solidFill>
                <a:latin typeface="Times New Roman" panose="02020603050405020304" pitchFamily="18" charset="0"/>
              </a:rPr>
              <a:t>基于知识的自然语言理解发展时期</a:t>
            </a:r>
            <a:r>
              <a:rPr lang="zh-CN" altLang="en-US" sz="4200">
                <a:solidFill>
                  <a:srgbClr val="000000"/>
                </a:solidFill>
                <a:latin typeface="Times New Roman" panose="02020603050405020304" pitchFamily="18" charset="0"/>
              </a:rPr>
              <a:t> </a:t>
            </a:r>
          </a:p>
        </p:txBody>
      </p:sp>
      <p:sp>
        <p:nvSpPr>
          <p:cNvPr id="819208" name="Rectangle 8">
            <a:extLst>
              <a:ext uri="{FF2B5EF4-FFF2-40B4-BE49-F238E27FC236}">
                <a16:creationId xmlns:a16="http://schemas.microsoft.com/office/drawing/2014/main" id="{996F6E5C-7C3E-40CB-9215-910DAA48E107}"/>
              </a:ext>
            </a:extLst>
          </p:cNvPr>
          <p:cNvSpPr>
            <a:spLocks noChangeArrowheads="1"/>
          </p:cNvSpPr>
          <p:nvPr/>
        </p:nvSpPr>
        <p:spPr bwMode="auto">
          <a:xfrm>
            <a:off x="1884363" y="4905375"/>
            <a:ext cx="8458200" cy="800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Verdana" panose="020B0604030504040204" pitchFamily="34" charset="0"/>
                <a:ea typeface="宋体" panose="02010600030101010101" pitchFamily="2" charset="-122"/>
              </a:defRPr>
            </a:lvl1pPr>
            <a:lvl2pPr marL="800100" indent="-342900">
              <a:defRPr>
                <a:solidFill>
                  <a:schemeClr val="tx1"/>
                </a:solidFill>
                <a:latin typeface="Verdana" panose="020B0604030504040204" pitchFamily="34" charset="0"/>
                <a:ea typeface="宋体" panose="02010600030101010101" pitchFamily="2" charset="-122"/>
              </a:defRPr>
            </a:lvl2pPr>
            <a:lvl3pPr marL="1257300" indent="-342900">
              <a:defRPr>
                <a:solidFill>
                  <a:schemeClr val="tx1"/>
                </a:solidFill>
                <a:latin typeface="Verdana" panose="020B0604030504040204" pitchFamily="34" charset="0"/>
                <a:ea typeface="宋体" panose="02010600030101010101" pitchFamily="2" charset="-122"/>
              </a:defRPr>
            </a:lvl3pPr>
            <a:lvl4pPr marL="1714500" indent="-342900">
              <a:defRPr>
                <a:solidFill>
                  <a:schemeClr val="tx1"/>
                </a:solidFill>
                <a:latin typeface="Verdana" panose="020B0604030504040204" pitchFamily="34" charset="0"/>
                <a:ea typeface="宋体" panose="02010600030101010101" pitchFamily="2" charset="-122"/>
              </a:defRPr>
            </a:lvl4pPr>
            <a:lvl5pPr marL="2171700" indent="-342900">
              <a:defRPr>
                <a:solidFill>
                  <a:schemeClr val="tx1"/>
                </a:solidFill>
                <a:latin typeface="Verdana" panose="020B0604030504040204" pitchFamily="34" charset="0"/>
                <a:ea typeface="宋体" panose="02010600030101010101" pitchFamily="2" charset="-122"/>
              </a:defRPr>
            </a:lvl5pPr>
            <a:lvl6pPr marL="26289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0861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5433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40005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50000"/>
              </a:spcBef>
              <a:spcAft>
                <a:spcPct val="0"/>
              </a:spcAft>
              <a:buClr>
                <a:srgbClr val="000000"/>
              </a:buClr>
            </a:pPr>
            <a:r>
              <a:rPr lang="en-US" altLang="zh-CN" sz="3000" b="1">
                <a:solidFill>
                  <a:srgbClr val="000000"/>
                </a:solidFill>
                <a:latin typeface="Times New Roman" panose="02020603050405020304" pitchFamily="18" charset="0"/>
                <a:ea typeface="黑体" panose="02010609060101010101" pitchFamily="49" charset="-122"/>
              </a:rPr>
              <a:t>5</a:t>
            </a:r>
            <a:r>
              <a:rPr lang="en-US" altLang="zh-CN" sz="3000">
                <a:solidFill>
                  <a:srgbClr val="000000"/>
                </a:solidFill>
                <a:latin typeface="Times New Roman" panose="02020603050405020304" pitchFamily="18" charset="0"/>
                <a:ea typeface="黑体" panose="02010609060101010101" pitchFamily="49" charset="-122"/>
              </a:rPr>
              <a:t>. </a:t>
            </a:r>
            <a:r>
              <a:rPr lang="zh-CN" altLang="en-US" sz="3000" b="1">
                <a:solidFill>
                  <a:srgbClr val="000000"/>
                </a:solidFill>
                <a:latin typeface="Times New Roman" panose="02020603050405020304" pitchFamily="18" charset="0"/>
              </a:rPr>
              <a:t>基于大规模语料库的自然语言理解发展时期</a:t>
            </a:r>
            <a:r>
              <a:rPr lang="zh-CN" altLang="en-US" sz="4200">
                <a:solidFill>
                  <a:srgbClr val="000000"/>
                </a:solidFill>
                <a:latin typeface="Times New Roman" panose="02020603050405020304" pitchFamily="18" charset="0"/>
              </a:rPr>
              <a:t> </a:t>
            </a:r>
          </a:p>
        </p:txBody>
      </p:sp>
      <p:sp>
        <p:nvSpPr>
          <p:cNvPr id="819209" name="AutoShape 9">
            <a:extLst>
              <a:ext uri="{FF2B5EF4-FFF2-40B4-BE49-F238E27FC236}">
                <a16:creationId xmlns:a16="http://schemas.microsoft.com/office/drawing/2014/main" id="{BE8B9806-8310-4BE9-94EC-BD3B623445C6}"/>
              </a:ext>
            </a:extLst>
          </p:cNvPr>
          <p:cNvSpPr>
            <a:spLocks noChangeArrowheads="1"/>
          </p:cNvSpPr>
          <p:nvPr/>
        </p:nvSpPr>
        <p:spPr bwMode="auto">
          <a:xfrm>
            <a:off x="3048001" y="2671764"/>
            <a:ext cx="5210175" cy="885825"/>
          </a:xfrm>
          <a:prstGeom prst="wedgeRoundRectCallout">
            <a:avLst>
              <a:gd name="adj1" fmla="val 20384"/>
              <a:gd name="adj2" fmla="val -92116"/>
              <a:gd name="adj3" fmla="val 16667"/>
            </a:avLst>
          </a:prstGeom>
          <a:gradFill rotWithShape="1">
            <a:gsLst>
              <a:gs pos="0">
                <a:schemeClr val="bg1"/>
              </a:gs>
              <a:gs pos="100000">
                <a:srgbClr val="33CCCC">
                  <a:alpha val="45000"/>
                </a:srgbClr>
              </a:gs>
            </a:gsLst>
            <a:lin ang="2700000" scaled="1"/>
          </a:gradFill>
          <a:ln w="9525" algn="ctr">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2400">
                <a:solidFill>
                  <a:srgbClr val="000000"/>
                </a:solidFill>
                <a:latin typeface="Times New Roman" panose="02020603050405020304" pitchFamily="18" charset="0"/>
              </a:rPr>
              <a:t>68</a:t>
            </a:r>
            <a:r>
              <a:rPr lang="zh-CN" altLang="en-US" sz="2400">
                <a:solidFill>
                  <a:srgbClr val="000000"/>
                </a:solidFill>
                <a:latin typeface="Times New Roman" panose="02020603050405020304" pitchFamily="18" charset="0"/>
              </a:rPr>
              <a:t>年</a:t>
            </a:r>
            <a:r>
              <a:rPr lang="en-US" altLang="zh-CN" sz="2400">
                <a:solidFill>
                  <a:srgbClr val="000000"/>
                </a:solidFill>
                <a:latin typeface="Times New Roman" panose="02020603050405020304" pitchFamily="18" charset="0"/>
              </a:rPr>
              <a:t>B. Raphael</a:t>
            </a:r>
            <a:r>
              <a:rPr lang="zh-CN" altLang="en-US" sz="2400">
                <a:solidFill>
                  <a:srgbClr val="000000"/>
                </a:solidFill>
                <a:latin typeface="Times New Roman" panose="02020603050405020304" pitchFamily="18" charset="0"/>
              </a:rPr>
              <a:t>：语义检索系统</a:t>
            </a:r>
            <a:r>
              <a:rPr lang="en-US" altLang="zh-CN" sz="2400">
                <a:solidFill>
                  <a:srgbClr val="000000"/>
                </a:solidFill>
                <a:latin typeface="Times New Roman" panose="02020603050405020304" pitchFamily="18" charset="0"/>
              </a:rPr>
              <a:t>SIR</a:t>
            </a:r>
          </a:p>
          <a:p>
            <a:pPr fontAlgn="base">
              <a:spcBef>
                <a:spcPct val="0"/>
              </a:spcBef>
              <a:spcAft>
                <a:spcPct val="0"/>
              </a:spcAft>
            </a:pPr>
            <a:r>
              <a:rPr lang="en-US" altLang="zh-CN" sz="2400">
                <a:solidFill>
                  <a:srgbClr val="000000"/>
                </a:solidFill>
                <a:latin typeface="Times New Roman" panose="02020603050405020304" pitchFamily="18" charset="0"/>
              </a:rPr>
              <a:t>J. Weizenbaum</a:t>
            </a:r>
            <a:r>
              <a:rPr lang="zh-CN" altLang="en-US" sz="2400">
                <a:solidFill>
                  <a:srgbClr val="000000"/>
                </a:solidFill>
                <a:latin typeface="Times New Roman" panose="02020603050405020304" pitchFamily="18" charset="0"/>
              </a:rPr>
              <a:t>：心理医疗</a:t>
            </a:r>
            <a:r>
              <a:rPr lang="en-US" altLang="zh-CN" sz="2400">
                <a:solidFill>
                  <a:srgbClr val="000000"/>
                </a:solidFill>
                <a:latin typeface="Times New Roman" panose="02020603050405020304" pitchFamily="18" charset="0"/>
              </a:rPr>
              <a:t>ELIZA</a:t>
            </a:r>
            <a:r>
              <a:rPr lang="en-US" altLang="zh-CN" sz="4200">
                <a:solidFill>
                  <a:srgbClr val="000000"/>
                </a:solidFill>
                <a:latin typeface="Times New Roman" panose="02020603050405020304" pitchFamily="18" charset="0"/>
              </a:rPr>
              <a:t> </a:t>
            </a:r>
          </a:p>
        </p:txBody>
      </p:sp>
      <p:sp>
        <p:nvSpPr>
          <p:cNvPr id="819210" name="AutoShape 10">
            <a:extLst>
              <a:ext uri="{FF2B5EF4-FFF2-40B4-BE49-F238E27FC236}">
                <a16:creationId xmlns:a16="http://schemas.microsoft.com/office/drawing/2014/main" id="{5A3BDB3E-3FF1-4D99-BDAC-95D57A7E54E3}"/>
              </a:ext>
            </a:extLst>
          </p:cNvPr>
          <p:cNvSpPr>
            <a:spLocks/>
          </p:cNvSpPr>
          <p:nvPr/>
        </p:nvSpPr>
        <p:spPr bwMode="auto">
          <a:xfrm>
            <a:off x="6113463" y="3630613"/>
            <a:ext cx="4743450" cy="1001712"/>
          </a:xfrm>
          <a:prstGeom prst="borderCallout2">
            <a:avLst>
              <a:gd name="adj1" fmla="val 11412"/>
              <a:gd name="adj2" fmla="val -1606"/>
              <a:gd name="adj3" fmla="val 11412"/>
              <a:gd name="adj4" fmla="val -4352"/>
              <a:gd name="adj5" fmla="val -16167"/>
              <a:gd name="adj6" fmla="val -4986"/>
            </a:avLst>
          </a:prstGeom>
          <a:gradFill rotWithShape="1">
            <a:gsLst>
              <a:gs pos="0">
                <a:srgbClr val="FFCC00">
                  <a:alpha val="53000"/>
                </a:srgbClr>
              </a:gs>
              <a:gs pos="100000">
                <a:schemeClr val="bg1"/>
              </a:gs>
            </a:gsLst>
            <a:lin ang="5400000" scaled="1"/>
          </a:gradFill>
          <a:ln w="9525" algn="ctr">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en-US" altLang="zh-CN" sz="2400">
                <a:solidFill>
                  <a:srgbClr val="000000"/>
                </a:solidFill>
                <a:latin typeface="Times New Roman" panose="02020603050405020304" pitchFamily="18" charset="0"/>
              </a:rPr>
              <a:t>72</a:t>
            </a:r>
            <a:r>
              <a:rPr lang="zh-CN" altLang="en-US" sz="2400">
                <a:solidFill>
                  <a:srgbClr val="000000"/>
                </a:solidFill>
                <a:latin typeface="Times New Roman" panose="02020603050405020304" pitchFamily="18" charset="0"/>
              </a:rPr>
              <a:t>年</a:t>
            </a:r>
            <a:r>
              <a:rPr lang="en-US" altLang="zh-CN" sz="2400">
                <a:solidFill>
                  <a:srgbClr val="000000"/>
                </a:solidFill>
                <a:latin typeface="Times New Roman" panose="02020603050405020304" pitchFamily="18" charset="0"/>
              </a:rPr>
              <a:t>W. Woods</a:t>
            </a:r>
            <a:r>
              <a:rPr lang="zh-CN" altLang="en-US" sz="2400">
                <a:solidFill>
                  <a:srgbClr val="000000"/>
                </a:solidFill>
                <a:latin typeface="Times New Roman" panose="02020603050405020304" pitchFamily="18" charset="0"/>
              </a:rPr>
              <a:t>：语音接口</a:t>
            </a:r>
            <a:r>
              <a:rPr lang="en-US" altLang="zh-CN" sz="2400">
                <a:solidFill>
                  <a:srgbClr val="000000"/>
                </a:solidFill>
                <a:latin typeface="Times New Roman" panose="02020603050405020304" pitchFamily="18" charset="0"/>
              </a:rPr>
              <a:t>LUNAR</a:t>
            </a:r>
          </a:p>
          <a:p>
            <a:pPr algn="ctr" fontAlgn="base">
              <a:spcBef>
                <a:spcPct val="0"/>
              </a:spcBef>
              <a:spcAft>
                <a:spcPct val="0"/>
              </a:spcAft>
            </a:pPr>
            <a:r>
              <a:rPr lang="en-US" altLang="zh-CN" sz="2400">
                <a:solidFill>
                  <a:srgbClr val="000000"/>
                </a:solidFill>
                <a:latin typeface="Times New Roman" panose="02020603050405020304" pitchFamily="18" charset="0"/>
              </a:rPr>
              <a:t>T. Winograd </a:t>
            </a:r>
            <a:r>
              <a:rPr lang="zh-CN" altLang="en-US" sz="2400">
                <a:solidFill>
                  <a:srgbClr val="000000"/>
                </a:solidFill>
                <a:latin typeface="Times New Roman" panose="02020603050405020304" pitchFamily="18" charset="0"/>
              </a:rPr>
              <a:t>：英语对话</a:t>
            </a:r>
            <a:r>
              <a:rPr lang="en-US" altLang="zh-CN" sz="2400">
                <a:solidFill>
                  <a:srgbClr val="000000"/>
                </a:solidFill>
                <a:latin typeface="Times New Roman" panose="02020603050405020304" pitchFamily="18" charset="0"/>
              </a:rPr>
              <a:t>SHEDLU</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nodeType="clickEffect">
                                  <p:stCondLst>
                                    <p:cond delay="0"/>
                                  </p:stCondLst>
                                  <p:childTnLst>
                                    <p:set>
                                      <p:cBhvr>
                                        <p:cTn id="6" dur="1" fill="hold">
                                          <p:stCondLst>
                                            <p:cond delay="0"/>
                                          </p:stCondLst>
                                        </p:cTn>
                                        <p:tgtEl>
                                          <p:spTgt spid="819205"/>
                                        </p:tgtEl>
                                        <p:attrNameLst>
                                          <p:attrName>style.visibility</p:attrName>
                                        </p:attrNameLst>
                                      </p:cBhvr>
                                      <p:to>
                                        <p:strVal val="visible"/>
                                      </p:to>
                                    </p:set>
                                    <p:anim calcmode="lin" valueType="num">
                                      <p:cBhvr>
                                        <p:cTn id="7" dur="500" fill="hold"/>
                                        <p:tgtEl>
                                          <p:spTgt spid="819205"/>
                                        </p:tgtEl>
                                        <p:attrNameLst>
                                          <p:attrName>ppt_x</p:attrName>
                                        </p:attrNameLst>
                                      </p:cBhvr>
                                      <p:tavLst>
                                        <p:tav tm="0">
                                          <p:val>
                                            <p:strVal val="#ppt_x-#ppt_w/2"/>
                                          </p:val>
                                        </p:tav>
                                        <p:tav tm="100000">
                                          <p:val>
                                            <p:strVal val="#ppt_x"/>
                                          </p:val>
                                        </p:tav>
                                      </p:tavLst>
                                    </p:anim>
                                    <p:anim calcmode="lin" valueType="num">
                                      <p:cBhvr>
                                        <p:cTn id="8" dur="500" fill="hold"/>
                                        <p:tgtEl>
                                          <p:spTgt spid="819205"/>
                                        </p:tgtEl>
                                        <p:attrNameLst>
                                          <p:attrName>ppt_y</p:attrName>
                                        </p:attrNameLst>
                                      </p:cBhvr>
                                      <p:tavLst>
                                        <p:tav tm="0">
                                          <p:val>
                                            <p:strVal val="#ppt_y"/>
                                          </p:val>
                                        </p:tav>
                                        <p:tav tm="100000">
                                          <p:val>
                                            <p:strVal val="#ppt_y"/>
                                          </p:val>
                                        </p:tav>
                                      </p:tavLst>
                                    </p:anim>
                                    <p:anim calcmode="lin" valueType="num">
                                      <p:cBhvr>
                                        <p:cTn id="9" dur="500" fill="hold"/>
                                        <p:tgtEl>
                                          <p:spTgt spid="819205"/>
                                        </p:tgtEl>
                                        <p:attrNameLst>
                                          <p:attrName>ppt_w</p:attrName>
                                        </p:attrNameLst>
                                      </p:cBhvr>
                                      <p:tavLst>
                                        <p:tav tm="0">
                                          <p:val>
                                            <p:fltVal val="0"/>
                                          </p:val>
                                        </p:tav>
                                        <p:tav tm="100000">
                                          <p:val>
                                            <p:strVal val="#ppt_w"/>
                                          </p:val>
                                        </p:tav>
                                      </p:tavLst>
                                    </p:anim>
                                    <p:anim calcmode="lin" valueType="num">
                                      <p:cBhvr>
                                        <p:cTn id="10" dur="500" fill="hold"/>
                                        <p:tgtEl>
                                          <p:spTgt spid="819205"/>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819205"/>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819204"/>
                                        </p:tgtEl>
                                        <p:attrNameLst>
                                          <p:attrName>style.visibility</p:attrName>
                                        </p:attrNameLst>
                                      </p:cBhvr>
                                      <p:to>
                                        <p:strVal val="visible"/>
                                      </p:to>
                                    </p:set>
                                    <p:anim calcmode="lin" valueType="num">
                                      <p:cBhvr additive="base">
                                        <p:cTn id="15" dur="500" fill="hold"/>
                                        <p:tgtEl>
                                          <p:spTgt spid="819204"/>
                                        </p:tgtEl>
                                        <p:attrNameLst>
                                          <p:attrName>ppt_x</p:attrName>
                                        </p:attrNameLst>
                                      </p:cBhvr>
                                      <p:tavLst>
                                        <p:tav tm="0">
                                          <p:val>
                                            <p:strVal val="0-#ppt_w/2"/>
                                          </p:val>
                                        </p:tav>
                                        <p:tav tm="100000">
                                          <p:val>
                                            <p:strVal val="#ppt_x"/>
                                          </p:val>
                                        </p:tav>
                                      </p:tavLst>
                                    </p:anim>
                                    <p:anim calcmode="lin" valueType="num">
                                      <p:cBhvr additive="base">
                                        <p:cTn id="16" dur="500" fill="hold"/>
                                        <p:tgtEl>
                                          <p:spTgt spid="819204"/>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1" fill="hold" grpId="0" nodeType="clickEffect">
                                  <p:stCondLst>
                                    <p:cond delay="0"/>
                                  </p:stCondLst>
                                  <p:childTnLst>
                                    <p:set>
                                      <p:cBhvr>
                                        <p:cTn id="20" dur="1" fill="hold">
                                          <p:stCondLst>
                                            <p:cond delay="0"/>
                                          </p:stCondLst>
                                        </p:cTn>
                                        <p:tgtEl>
                                          <p:spTgt spid="819209"/>
                                        </p:tgtEl>
                                        <p:attrNameLst>
                                          <p:attrName>style.visibility</p:attrName>
                                        </p:attrNameLst>
                                      </p:cBhvr>
                                      <p:to>
                                        <p:strVal val="visible"/>
                                      </p:to>
                                    </p:set>
                                    <p:anim calcmode="lin" valueType="num">
                                      <p:cBhvr additive="base">
                                        <p:cTn id="21" dur="500" fill="hold"/>
                                        <p:tgtEl>
                                          <p:spTgt spid="819209"/>
                                        </p:tgtEl>
                                        <p:attrNameLst>
                                          <p:attrName>ppt_x</p:attrName>
                                        </p:attrNameLst>
                                      </p:cBhvr>
                                      <p:tavLst>
                                        <p:tav tm="0">
                                          <p:val>
                                            <p:strVal val="#ppt_x"/>
                                          </p:val>
                                        </p:tav>
                                        <p:tav tm="100000">
                                          <p:val>
                                            <p:strVal val="#ppt_x"/>
                                          </p:val>
                                        </p:tav>
                                      </p:tavLst>
                                    </p:anim>
                                    <p:anim calcmode="lin" valueType="num">
                                      <p:cBhvr additive="base">
                                        <p:cTn id="22" dur="500" fill="hold"/>
                                        <p:tgtEl>
                                          <p:spTgt spid="819209"/>
                                        </p:tgtEl>
                                        <p:attrNameLst>
                                          <p:attrName>ppt_y</p:attrName>
                                        </p:attrNameLst>
                                      </p:cBhvr>
                                      <p:tavLst>
                                        <p:tav tm="0">
                                          <p:val>
                                            <p:strVal val="0-#ppt_h/2"/>
                                          </p:val>
                                        </p:tav>
                                        <p:tav tm="100000">
                                          <p:val>
                                            <p:strVal val="#ppt_y"/>
                                          </p:val>
                                        </p:tav>
                                      </p:tavLst>
                                    </p:anim>
                                  </p:childTnLst>
                                  <p:subTnLst>
                                    <p:set>
                                      <p:cBhvr override="childStyle">
                                        <p:cTn dur="1" fill="hold" display="0" masterRel="nextClick" afterEffect="1"/>
                                        <p:tgtEl>
                                          <p:spTgt spid="819209"/>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819206"/>
                                        </p:tgtEl>
                                        <p:attrNameLst>
                                          <p:attrName>style.visibility</p:attrName>
                                        </p:attrNameLst>
                                      </p:cBhvr>
                                      <p:to>
                                        <p:strVal val="visible"/>
                                      </p:to>
                                    </p:set>
                                    <p:anim calcmode="lin" valueType="num">
                                      <p:cBhvr additive="base">
                                        <p:cTn id="27" dur="500" fill="hold"/>
                                        <p:tgtEl>
                                          <p:spTgt spid="819206"/>
                                        </p:tgtEl>
                                        <p:attrNameLst>
                                          <p:attrName>ppt_x</p:attrName>
                                        </p:attrNameLst>
                                      </p:cBhvr>
                                      <p:tavLst>
                                        <p:tav tm="0">
                                          <p:val>
                                            <p:strVal val="0-#ppt_w/2"/>
                                          </p:val>
                                        </p:tav>
                                        <p:tav tm="100000">
                                          <p:val>
                                            <p:strVal val="#ppt_x"/>
                                          </p:val>
                                        </p:tav>
                                      </p:tavLst>
                                    </p:anim>
                                    <p:anim calcmode="lin" valueType="num">
                                      <p:cBhvr additive="base">
                                        <p:cTn id="28" dur="500" fill="hold"/>
                                        <p:tgtEl>
                                          <p:spTgt spid="819206"/>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819210"/>
                                        </p:tgtEl>
                                        <p:attrNameLst>
                                          <p:attrName>style.visibility</p:attrName>
                                        </p:attrNameLst>
                                      </p:cBhvr>
                                      <p:to>
                                        <p:strVal val="visible"/>
                                      </p:to>
                                    </p:set>
                                    <p:animEffect transition="in" filter="box(in)">
                                      <p:cBhvr>
                                        <p:cTn id="33" dur="500"/>
                                        <p:tgtEl>
                                          <p:spTgt spid="819210"/>
                                        </p:tgtEl>
                                      </p:cBhvr>
                                    </p:animEffect>
                                  </p:childTnLst>
                                  <p:subTnLst>
                                    <p:set>
                                      <p:cBhvr override="childStyle">
                                        <p:cTn dur="1" fill="hold" display="0" masterRel="nextClick" afterEffect="1"/>
                                        <p:tgtEl>
                                          <p:spTgt spid="819210"/>
                                        </p:tgtEl>
                                        <p:attrNameLst>
                                          <p:attrName>style.visibility</p:attrName>
                                        </p:attrNameLst>
                                      </p:cBhvr>
                                      <p:to>
                                        <p:strVal val="hidden"/>
                                      </p:to>
                                    </p:set>
                                  </p:sub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819207"/>
                                        </p:tgtEl>
                                        <p:attrNameLst>
                                          <p:attrName>style.visibility</p:attrName>
                                        </p:attrNameLst>
                                      </p:cBhvr>
                                      <p:to>
                                        <p:strVal val="visible"/>
                                      </p:to>
                                    </p:set>
                                    <p:anim calcmode="lin" valueType="num">
                                      <p:cBhvr additive="base">
                                        <p:cTn id="38" dur="500" fill="hold"/>
                                        <p:tgtEl>
                                          <p:spTgt spid="819207"/>
                                        </p:tgtEl>
                                        <p:attrNameLst>
                                          <p:attrName>ppt_x</p:attrName>
                                        </p:attrNameLst>
                                      </p:cBhvr>
                                      <p:tavLst>
                                        <p:tav tm="0">
                                          <p:val>
                                            <p:strVal val="0-#ppt_w/2"/>
                                          </p:val>
                                        </p:tav>
                                        <p:tav tm="100000">
                                          <p:val>
                                            <p:strVal val="#ppt_x"/>
                                          </p:val>
                                        </p:tav>
                                      </p:tavLst>
                                    </p:anim>
                                    <p:anim calcmode="lin" valueType="num">
                                      <p:cBhvr additive="base">
                                        <p:cTn id="39" dur="500" fill="hold"/>
                                        <p:tgtEl>
                                          <p:spTgt spid="819207"/>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819208"/>
                                        </p:tgtEl>
                                        <p:attrNameLst>
                                          <p:attrName>style.visibility</p:attrName>
                                        </p:attrNameLst>
                                      </p:cBhvr>
                                      <p:to>
                                        <p:strVal val="visible"/>
                                      </p:to>
                                    </p:set>
                                    <p:anim calcmode="lin" valueType="num">
                                      <p:cBhvr additive="base">
                                        <p:cTn id="44" dur="500" fill="hold"/>
                                        <p:tgtEl>
                                          <p:spTgt spid="819208"/>
                                        </p:tgtEl>
                                        <p:attrNameLst>
                                          <p:attrName>ppt_x</p:attrName>
                                        </p:attrNameLst>
                                      </p:cBhvr>
                                      <p:tavLst>
                                        <p:tav tm="0">
                                          <p:val>
                                            <p:strVal val="0-#ppt_w/2"/>
                                          </p:val>
                                        </p:tav>
                                        <p:tav tm="100000">
                                          <p:val>
                                            <p:strVal val="#ppt_x"/>
                                          </p:val>
                                        </p:tav>
                                      </p:tavLst>
                                    </p:anim>
                                    <p:anim calcmode="lin" valueType="num">
                                      <p:cBhvr additive="base">
                                        <p:cTn id="45" dur="500" fill="hold"/>
                                        <p:tgtEl>
                                          <p:spTgt spid="8192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04" grpId="0" autoUpdateAnimBg="0"/>
      <p:bldP spid="819206" grpId="0" autoUpdateAnimBg="0"/>
      <p:bldP spid="819207" grpId="0" autoUpdateAnimBg="0"/>
      <p:bldP spid="819208" grpId="0" autoUpdateAnimBg="0"/>
      <p:bldP spid="819209" grpId="0" animBg="1"/>
      <p:bldP spid="819210" grpId="0" animBg="1"/>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BDD54984-F272-495A-878A-10AA26A44885}"/>
              </a:ext>
            </a:extLst>
          </p:cNvPr>
          <p:cNvSpPr>
            <a:spLocks noGrp="1"/>
          </p:cNvSpPr>
          <p:nvPr>
            <p:ph type="sldNum" sz="quarter" idx="10"/>
          </p:nvPr>
        </p:nvSpPr>
        <p:spPr/>
        <p:txBody>
          <a:bodyPr/>
          <a:lstStyle/>
          <a:p>
            <a:pPr fontAlgn="base">
              <a:spcBef>
                <a:spcPct val="0"/>
              </a:spcBef>
              <a:spcAft>
                <a:spcPct val="0"/>
              </a:spcAft>
              <a:defRPr/>
            </a:pPr>
            <a:fld id="{CD4C32D3-7112-43A8-8305-1EC717486C9F}" type="slidenum">
              <a:rPr lang="ja-JP" altLang="en-US">
                <a:latin typeface="Arial"/>
              </a:rPr>
              <a:pPr fontAlgn="base">
                <a:spcBef>
                  <a:spcPct val="0"/>
                </a:spcBef>
                <a:spcAft>
                  <a:spcPct val="0"/>
                </a:spcAft>
                <a:defRPr/>
              </a:pPr>
              <a:t>48</a:t>
            </a:fld>
            <a:endParaRPr lang="en-US" altLang="ja-JP">
              <a:latin typeface="Arial"/>
            </a:endParaRPr>
          </a:p>
        </p:txBody>
      </p:sp>
      <p:sp>
        <p:nvSpPr>
          <p:cNvPr id="661507" name="Rectangle 2">
            <a:extLst>
              <a:ext uri="{FF2B5EF4-FFF2-40B4-BE49-F238E27FC236}">
                <a16:creationId xmlns:a16="http://schemas.microsoft.com/office/drawing/2014/main" id="{936E85D1-4C10-4625-9935-7A9CA179E528}"/>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rPr>
              <a:t>第</a:t>
            </a:r>
            <a:r>
              <a:rPr lang="en-US" altLang="zh-CN" dirty="0">
                <a:latin typeface="Times New Roman" panose="02020603050405020304" pitchFamily="18" charset="0"/>
              </a:rPr>
              <a:t>12</a:t>
            </a:r>
            <a:r>
              <a:rPr lang="zh-CN" altLang="en-US" dirty="0">
                <a:latin typeface="Times New Roman" panose="02020603050405020304" pitchFamily="18" charset="0"/>
              </a:rPr>
              <a:t>章  自然语言处理及其应用</a:t>
            </a:r>
          </a:p>
        </p:txBody>
      </p:sp>
      <p:sp>
        <p:nvSpPr>
          <p:cNvPr id="661508" name="Rectangle 3">
            <a:extLst>
              <a:ext uri="{FF2B5EF4-FFF2-40B4-BE49-F238E27FC236}">
                <a16:creationId xmlns:a16="http://schemas.microsoft.com/office/drawing/2014/main" id="{2880DADE-D90B-4878-B7C9-13911ACD5E3C}"/>
              </a:ext>
            </a:extLst>
          </p:cNvPr>
          <p:cNvSpPr>
            <a:spLocks noGrp="1" noChangeArrowheads="1"/>
          </p:cNvSpPr>
          <p:nvPr>
            <p:ph type="body" idx="1"/>
          </p:nvPr>
        </p:nvSpPr>
        <p:spPr>
          <a:xfrm>
            <a:off x="1990726" y="922339"/>
            <a:ext cx="8469313" cy="5400675"/>
          </a:xfrm>
        </p:spPr>
        <p:txBody>
          <a:bodyPr/>
          <a:lstStyle/>
          <a:p>
            <a:pPr eaLnBrk="1" hangingPunct="1">
              <a:lnSpc>
                <a:spcPct val="160000"/>
              </a:lnSpc>
            </a:pPr>
            <a:r>
              <a:rPr lang="en-US" altLang="zh-CN" b="1" dirty="0">
                <a:latin typeface="Times New Roman" panose="02020603050405020304" pitchFamily="18" charset="0"/>
              </a:rPr>
              <a:t>12.1</a:t>
            </a:r>
            <a:r>
              <a:rPr lang="zh-CN" altLang="en-US" b="1" dirty="0">
                <a:latin typeface="Times New Roman" panose="02020603050405020304" pitchFamily="18" charset="0"/>
              </a:rPr>
              <a:t>自然语言理解的概念与发展历史</a:t>
            </a:r>
            <a:r>
              <a:rPr lang="zh-CN" altLang="en-US" dirty="0">
                <a:latin typeface="Times New Roman" panose="02020603050405020304" pitchFamily="18" charset="0"/>
              </a:rPr>
              <a:t> </a:t>
            </a:r>
            <a:endParaRPr lang="zh-CN" altLang="en-US" b="1" dirty="0">
              <a:latin typeface="Times New Roman" panose="02020603050405020304" pitchFamily="18" charset="0"/>
            </a:endParaRPr>
          </a:p>
          <a:p>
            <a:pPr eaLnBrk="1" hangingPunct="1">
              <a:lnSpc>
                <a:spcPct val="160000"/>
              </a:lnSpc>
              <a:buClr>
                <a:srgbClr val="0000CC"/>
              </a:buClr>
              <a:buSzPct val="200000"/>
              <a:buFont typeface="Wingdings" panose="05000000000000000000" pitchFamily="2" charset="2"/>
              <a:buChar char="ü"/>
            </a:pPr>
            <a:r>
              <a:rPr lang="en-US" altLang="zh-CN" b="1" dirty="0">
                <a:solidFill>
                  <a:srgbClr val="0000FF"/>
                </a:solidFill>
                <a:latin typeface="Times New Roman" panose="02020603050405020304" pitchFamily="18" charset="0"/>
              </a:rPr>
              <a:t>12.2 </a:t>
            </a:r>
            <a:r>
              <a:rPr lang="zh-CN" altLang="en-US" b="1" dirty="0">
                <a:solidFill>
                  <a:srgbClr val="0000FF"/>
                </a:solidFill>
                <a:latin typeface="Times New Roman" panose="02020603050405020304" pitchFamily="18" charset="0"/>
              </a:rPr>
              <a:t>语言处理过程的层次</a:t>
            </a:r>
          </a:p>
          <a:p>
            <a:pPr algn="just" eaLnBrk="1" hangingPunct="1">
              <a:lnSpc>
                <a:spcPct val="160000"/>
              </a:lnSpc>
            </a:pPr>
            <a:r>
              <a:rPr lang="en-US" altLang="zh-CN" b="1" dirty="0">
                <a:latin typeface="Times New Roman" panose="02020603050405020304" pitchFamily="18" charset="0"/>
              </a:rPr>
              <a:t>12.3 </a:t>
            </a:r>
            <a:r>
              <a:rPr lang="zh-CN" altLang="en-US" b="1" dirty="0">
                <a:latin typeface="Times New Roman" panose="02020603050405020304" pitchFamily="18" charset="0"/>
              </a:rPr>
              <a:t>机器翻译</a:t>
            </a:r>
          </a:p>
          <a:p>
            <a:pPr algn="just" eaLnBrk="1" hangingPunct="1">
              <a:lnSpc>
                <a:spcPct val="160000"/>
              </a:lnSpc>
            </a:pPr>
            <a:r>
              <a:rPr lang="en-US" altLang="zh-CN" b="1" dirty="0">
                <a:latin typeface="Times New Roman" panose="02020603050405020304" pitchFamily="18" charset="0"/>
              </a:rPr>
              <a:t>12.4 </a:t>
            </a:r>
            <a:r>
              <a:rPr lang="zh-CN" altLang="en-US" b="1" dirty="0">
                <a:latin typeface="Times New Roman" panose="02020603050405020304" pitchFamily="18" charset="0"/>
              </a:rPr>
              <a:t>语音识别</a:t>
            </a:r>
          </a:p>
        </p:txBody>
      </p:sp>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8EC6FAA-B026-4FBA-B0AA-00CC6E56AD72}"/>
              </a:ext>
            </a:extLst>
          </p:cNvPr>
          <p:cNvSpPr>
            <a:spLocks noGrp="1"/>
          </p:cNvSpPr>
          <p:nvPr>
            <p:ph type="sldNum" sz="quarter" idx="10"/>
          </p:nvPr>
        </p:nvSpPr>
        <p:spPr/>
        <p:txBody>
          <a:bodyPr/>
          <a:lstStyle/>
          <a:p>
            <a:pPr fontAlgn="base">
              <a:spcBef>
                <a:spcPct val="0"/>
              </a:spcBef>
              <a:spcAft>
                <a:spcPct val="0"/>
              </a:spcAft>
              <a:defRPr/>
            </a:pPr>
            <a:fld id="{25DFC8D4-2D96-47FD-A84F-79F133B81ED0}" type="slidenum">
              <a:rPr lang="ja-JP" altLang="en-US">
                <a:latin typeface="Arial"/>
              </a:rPr>
              <a:pPr fontAlgn="base">
                <a:spcBef>
                  <a:spcPct val="0"/>
                </a:spcBef>
                <a:spcAft>
                  <a:spcPct val="0"/>
                </a:spcAft>
                <a:defRPr/>
              </a:pPr>
              <a:t>49</a:t>
            </a:fld>
            <a:endParaRPr lang="en-US" altLang="ja-JP">
              <a:latin typeface="Arial"/>
            </a:endParaRPr>
          </a:p>
        </p:txBody>
      </p:sp>
      <p:sp>
        <p:nvSpPr>
          <p:cNvPr id="662531" name="Rectangle 2">
            <a:extLst>
              <a:ext uri="{FF2B5EF4-FFF2-40B4-BE49-F238E27FC236}">
                <a16:creationId xmlns:a16="http://schemas.microsoft.com/office/drawing/2014/main" id="{EC880C34-8087-4E0B-8A74-471D47A1C4F9}"/>
              </a:ext>
            </a:extLst>
          </p:cNvPr>
          <p:cNvSpPr>
            <a:spLocks noGrp="1" noChangeArrowheads="1"/>
          </p:cNvSpPr>
          <p:nvPr>
            <p:ph type="body" idx="1"/>
          </p:nvPr>
        </p:nvSpPr>
        <p:spPr>
          <a:xfrm>
            <a:off x="1774826" y="908051"/>
            <a:ext cx="8893175" cy="5400675"/>
          </a:xfrm>
        </p:spPr>
        <p:txBody>
          <a:bodyPr/>
          <a:lstStyle/>
          <a:p>
            <a:pPr eaLnBrk="1" hangingPunct="1">
              <a:lnSpc>
                <a:spcPct val="110000"/>
              </a:lnSpc>
            </a:pPr>
            <a:r>
              <a:rPr lang="zh-CN" altLang="en-US"/>
              <a:t>文字表达句子的层次：词素→词或词形→词组或句子。</a:t>
            </a:r>
          </a:p>
          <a:p>
            <a:pPr eaLnBrk="1" hangingPunct="1">
              <a:lnSpc>
                <a:spcPct val="110000"/>
              </a:lnSpc>
            </a:pPr>
            <a:r>
              <a:rPr lang="zh-CN" altLang="en-US"/>
              <a:t>声音表达句子的层次：音素→音节→音词→音句。 </a:t>
            </a:r>
          </a:p>
          <a:p>
            <a:pPr eaLnBrk="1" hangingPunct="1">
              <a:lnSpc>
                <a:spcPct val="110000"/>
              </a:lnSpc>
            </a:pPr>
            <a:r>
              <a:rPr lang="zh-CN" altLang="en-US"/>
              <a:t>语言处理过程分为五个层次：语音分析、词法分析、句法分析、语义分析和语用分析。 </a:t>
            </a:r>
          </a:p>
          <a:p>
            <a:pPr eaLnBrk="1" hangingPunct="1">
              <a:lnSpc>
                <a:spcPct val="110000"/>
              </a:lnSpc>
            </a:pPr>
            <a:r>
              <a:rPr lang="zh-CN" altLang="en-US" b="1">
                <a:latin typeface="Times New Roman" panose="02020603050405020304" pitchFamily="18" charset="0"/>
              </a:rPr>
              <a:t>语用分析：研究语言所存在的外界环境对语言使用产生的影响。</a:t>
            </a:r>
            <a:endParaRPr lang="zh-CN" altLang="en-US"/>
          </a:p>
          <a:p>
            <a:pPr eaLnBrk="1" hangingPunct="1">
              <a:lnSpc>
                <a:spcPct val="110000"/>
              </a:lnSpc>
            </a:pPr>
            <a:r>
              <a:rPr lang="zh-CN" altLang="en-US"/>
              <a:t>构成单词发音的独立单元是音素。上下文不同而发音不同。 </a:t>
            </a:r>
          </a:p>
          <a:p>
            <a:pPr eaLnBrk="1" hangingPunct="1">
              <a:lnSpc>
                <a:spcPct val="110000"/>
              </a:lnSpc>
            </a:pPr>
            <a:r>
              <a:rPr lang="zh-CN" altLang="en-US"/>
              <a:t>语音分析就是根据音位规则，从语言流中区分出一个个独立的音素，再根据音位形态规则找出一个个音节及其对应的词素或词。</a:t>
            </a:r>
          </a:p>
        </p:txBody>
      </p:sp>
      <p:sp>
        <p:nvSpPr>
          <p:cNvPr id="662532" name="Rectangle 3">
            <a:extLst>
              <a:ext uri="{FF2B5EF4-FFF2-40B4-BE49-F238E27FC236}">
                <a16:creationId xmlns:a16="http://schemas.microsoft.com/office/drawing/2014/main" id="{AA7650FF-1E8B-4F98-8D94-4610A5F862E8}"/>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rPr>
              <a:t>12.2 </a:t>
            </a:r>
            <a:r>
              <a:rPr lang="zh-CN" altLang="en-US" dirty="0">
                <a:latin typeface="Times New Roman" panose="02020603050405020304" pitchFamily="18" charset="0"/>
              </a:rPr>
              <a:t>语言处理过程的层次</a:t>
            </a:r>
          </a:p>
        </p:txBody>
      </p:sp>
    </p:spTree>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灯片编号占位符 3">
            <a:extLst>
              <a:ext uri="{FF2B5EF4-FFF2-40B4-BE49-F238E27FC236}">
                <a16:creationId xmlns:a16="http://schemas.microsoft.com/office/drawing/2014/main" id="{3A5A9ACC-1D04-48C1-A89A-3B6318C427F6}"/>
              </a:ext>
            </a:extLst>
          </p:cNvPr>
          <p:cNvSpPr>
            <a:spLocks noGrp="1"/>
          </p:cNvSpPr>
          <p:nvPr>
            <p:ph type="sldNum" sz="quarter" idx="10"/>
          </p:nvPr>
        </p:nvSpPr>
        <p:spPr/>
        <p:txBody>
          <a:bodyPr/>
          <a:lstStyle/>
          <a:p>
            <a:pPr fontAlgn="base">
              <a:spcBef>
                <a:spcPct val="0"/>
              </a:spcBef>
              <a:spcAft>
                <a:spcPct val="0"/>
              </a:spcAft>
              <a:defRPr/>
            </a:pPr>
            <a:fld id="{F7B6F0E7-6804-48C5-A01E-8592786DF757}" type="slidenum">
              <a:rPr lang="ja-JP" altLang="en-US">
                <a:latin typeface="Arial"/>
              </a:rPr>
              <a:pPr fontAlgn="base">
                <a:spcBef>
                  <a:spcPct val="0"/>
                </a:spcBef>
                <a:spcAft>
                  <a:spcPct val="0"/>
                </a:spcAft>
                <a:defRPr/>
              </a:pPr>
              <a:t>50</a:t>
            </a:fld>
            <a:endParaRPr lang="en-US" altLang="ja-JP">
              <a:latin typeface="Arial"/>
            </a:endParaRPr>
          </a:p>
        </p:txBody>
      </p:sp>
      <p:sp>
        <p:nvSpPr>
          <p:cNvPr id="663555" name="Rectangle 2">
            <a:extLst>
              <a:ext uri="{FF2B5EF4-FFF2-40B4-BE49-F238E27FC236}">
                <a16:creationId xmlns:a16="http://schemas.microsoft.com/office/drawing/2014/main" id="{25DCEED4-3832-44D3-865F-8A11649D29C5}"/>
              </a:ext>
            </a:extLst>
          </p:cNvPr>
          <p:cNvSpPr>
            <a:spLocks noGrp="1" noChangeArrowheads="1"/>
          </p:cNvSpPr>
          <p:nvPr>
            <p:ph type="title"/>
          </p:nvPr>
        </p:nvSpPr>
        <p:spPr/>
        <p:txBody>
          <a:bodyPr/>
          <a:lstStyle/>
          <a:p>
            <a:pPr eaLnBrk="1" hangingPunct="1"/>
            <a:r>
              <a:rPr lang="en-US" altLang="zh-CN">
                <a:latin typeface="Times New Roman" panose="02020603050405020304" pitchFamily="18" charset="0"/>
              </a:rPr>
              <a:t>1.  </a:t>
            </a:r>
            <a:r>
              <a:rPr lang="zh-CN" altLang="en-US">
                <a:latin typeface="Times New Roman" panose="02020603050405020304" pitchFamily="18" charset="0"/>
              </a:rPr>
              <a:t>词法分析</a:t>
            </a:r>
          </a:p>
        </p:txBody>
      </p:sp>
      <p:sp>
        <p:nvSpPr>
          <p:cNvPr id="663556" name="Rectangle 3">
            <a:extLst>
              <a:ext uri="{FF2B5EF4-FFF2-40B4-BE49-F238E27FC236}">
                <a16:creationId xmlns:a16="http://schemas.microsoft.com/office/drawing/2014/main" id="{94A52610-F284-4B52-A3CD-557417DDF1D5}"/>
              </a:ext>
            </a:extLst>
          </p:cNvPr>
          <p:cNvSpPr>
            <a:spLocks noGrp="1" noChangeArrowheads="1"/>
          </p:cNvSpPr>
          <p:nvPr>
            <p:ph type="body" idx="1"/>
          </p:nvPr>
        </p:nvSpPr>
        <p:spPr>
          <a:xfrm>
            <a:off x="1774826" y="908050"/>
            <a:ext cx="8670925" cy="1290638"/>
          </a:xfrm>
          <a:solidFill>
            <a:srgbClr val="FFFFFF"/>
          </a:solidFill>
          <a:ln>
            <a:solidFill>
              <a:srgbClr val="808080"/>
            </a:solidFill>
            <a:miter lim="800000"/>
            <a:headEnd/>
            <a:tailEnd/>
          </a:ln>
        </p:spPr>
        <p:txBody>
          <a:bodyPr/>
          <a:lstStyle/>
          <a:p>
            <a:pPr marL="96838" indent="-96838" eaLnBrk="1" hangingPunct="1">
              <a:lnSpc>
                <a:spcPct val="110000"/>
              </a:lnSpc>
            </a:pPr>
            <a:r>
              <a:rPr lang="en-US" altLang="zh-CN" sz="3600">
                <a:latin typeface="Times New Roman" panose="02020603050405020304" pitchFamily="18" charset="0"/>
              </a:rPr>
              <a:t> </a:t>
            </a:r>
            <a:r>
              <a:rPr lang="zh-CN" altLang="en-US" sz="3100" b="1">
                <a:latin typeface="Times New Roman" panose="02020603050405020304" pitchFamily="18" charset="0"/>
              </a:rPr>
              <a:t>定义</a:t>
            </a:r>
            <a:r>
              <a:rPr lang="zh-CN" altLang="en-US" sz="3100">
                <a:latin typeface="Times New Roman" panose="02020603050405020304" pitchFamily="18" charset="0"/>
              </a:rPr>
              <a:t>：从</a:t>
            </a:r>
            <a:r>
              <a:rPr lang="zh-CN" altLang="en-US" sz="3100"/>
              <a:t>句子中切分出单词，找出词汇的各个词素 ，并确定其词义。</a:t>
            </a:r>
            <a:endParaRPr lang="zh-CN" altLang="en-US" sz="3500">
              <a:latin typeface="Times New Roman" panose="02020603050405020304" pitchFamily="18" charset="0"/>
            </a:endParaRPr>
          </a:p>
        </p:txBody>
      </p:sp>
      <p:sp>
        <p:nvSpPr>
          <p:cNvPr id="822276" name="AutoShape 4">
            <a:extLst>
              <a:ext uri="{FF2B5EF4-FFF2-40B4-BE49-F238E27FC236}">
                <a16:creationId xmlns:a16="http://schemas.microsoft.com/office/drawing/2014/main" id="{D232DA01-5A20-4C30-BBAC-5D77E34ED808}"/>
              </a:ext>
            </a:extLst>
          </p:cNvPr>
          <p:cNvSpPr>
            <a:spLocks/>
          </p:cNvSpPr>
          <p:nvPr/>
        </p:nvSpPr>
        <p:spPr bwMode="auto">
          <a:xfrm>
            <a:off x="3671889" y="1776414"/>
            <a:ext cx="3443287" cy="930275"/>
          </a:xfrm>
          <a:prstGeom prst="accentBorderCallout1">
            <a:avLst>
              <a:gd name="adj1" fmla="val 12287"/>
              <a:gd name="adj2" fmla="val 102213"/>
              <a:gd name="adj3" fmla="val -58532"/>
              <a:gd name="adj4" fmla="val 121579"/>
            </a:avLst>
          </a:prstGeom>
          <a:solidFill>
            <a:srgbClr val="FFFFFF"/>
          </a:solidFill>
          <a:ln w="254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600" b="1">
                <a:solidFill>
                  <a:srgbClr val="000000"/>
                </a:solidFill>
                <a:latin typeface="Arial" panose="020B0604020202020204" pitchFamily="34" charset="0"/>
              </a:rPr>
              <a:t>例：</a:t>
            </a:r>
            <a:r>
              <a:rPr lang="en-US" altLang="zh-CN" sz="2600" b="1">
                <a:solidFill>
                  <a:srgbClr val="000000"/>
                </a:solidFill>
                <a:latin typeface="Arial" panose="020B0604020202020204" pitchFamily="34" charset="0"/>
              </a:rPr>
              <a:t>unchangeable</a:t>
            </a:r>
            <a:r>
              <a:rPr lang="zh-CN" altLang="en-US" sz="2600" b="1">
                <a:solidFill>
                  <a:srgbClr val="000000"/>
                </a:solidFill>
                <a:latin typeface="Arial" panose="020B0604020202020204" pitchFamily="34" charset="0"/>
              </a:rPr>
              <a:t>：   </a:t>
            </a:r>
          </a:p>
          <a:p>
            <a:pPr fontAlgn="base">
              <a:spcBef>
                <a:spcPct val="0"/>
              </a:spcBef>
              <a:spcAft>
                <a:spcPct val="0"/>
              </a:spcAft>
            </a:pPr>
            <a:r>
              <a:rPr lang="zh-CN" altLang="en-US" sz="2600" b="1">
                <a:solidFill>
                  <a:srgbClr val="000000"/>
                </a:solidFill>
                <a:latin typeface="Arial" panose="020B0604020202020204" pitchFamily="34" charset="0"/>
              </a:rPr>
              <a:t>       </a:t>
            </a:r>
            <a:r>
              <a:rPr lang="en-US" altLang="zh-CN" sz="2600" b="1">
                <a:solidFill>
                  <a:srgbClr val="000000"/>
                </a:solidFill>
                <a:latin typeface="Arial" panose="020B0604020202020204" pitchFamily="34" charset="0"/>
              </a:rPr>
              <a:t>un-change-able       </a:t>
            </a:r>
          </a:p>
        </p:txBody>
      </p:sp>
      <p:sp>
        <p:nvSpPr>
          <p:cNvPr id="822277" name="Rectangle 5">
            <a:extLst>
              <a:ext uri="{FF2B5EF4-FFF2-40B4-BE49-F238E27FC236}">
                <a16:creationId xmlns:a16="http://schemas.microsoft.com/office/drawing/2014/main" id="{FB7B1A49-0E26-4482-ACA9-047C38036FA0}"/>
              </a:ext>
            </a:extLst>
          </p:cNvPr>
          <p:cNvSpPr>
            <a:spLocks noChangeArrowheads="1"/>
          </p:cNvSpPr>
          <p:nvPr/>
        </p:nvSpPr>
        <p:spPr bwMode="auto">
          <a:xfrm>
            <a:off x="1797050" y="2478089"/>
            <a:ext cx="8770938" cy="1252537"/>
          </a:xfrm>
          <a:prstGeom prst="rect">
            <a:avLst/>
          </a:prstGeom>
          <a:gradFill rotWithShape="0">
            <a:gsLst>
              <a:gs pos="0">
                <a:srgbClr val="CCFFFF"/>
              </a:gs>
              <a:gs pos="100000">
                <a:srgbClr val="FFFFFF"/>
              </a:gs>
            </a:gsLst>
            <a:path path="rect">
              <a:fillToRect l="100000" b="100000"/>
            </a:path>
          </a:gradFill>
          <a:ln w="952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50000"/>
              </a:spcBef>
              <a:spcAft>
                <a:spcPct val="0"/>
              </a:spcAft>
              <a:buClr>
                <a:srgbClr val="CC0000"/>
              </a:buClr>
              <a:buBlip>
                <a:blip r:embed="rId2"/>
              </a:buBlip>
            </a:pPr>
            <a:r>
              <a:rPr lang="en-US" altLang="zh-CN" sz="2600">
                <a:solidFill>
                  <a:srgbClr val="000000"/>
                </a:solidFill>
                <a:latin typeface="Times New Roman" panose="02020603050405020304" pitchFamily="18" charset="0"/>
              </a:rPr>
              <a:t> </a:t>
            </a:r>
            <a:r>
              <a:rPr lang="zh-CN" altLang="en-US" sz="2600" b="1">
                <a:solidFill>
                  <a:srgbClr val="000000"/>
                </a:solidFill>
                <a:latin typeface="Times New Roman" panose="02020603050405020304" pitchFamily="18" charset="0"/>
              </a:rPr>
              <a:t>英语词法分析</a:t>
            </a:r>
          </a:p>
          <a:p>
            <a:pPr fontAlgn="base">
              <a:lnSpc>
                <a:spcPct val="120000"/>
              </a:lnSpc>
              <a:spcBef>
                <a:spcPct val="50000"/>
              </a:spcBef>
              <a:spcAft>
                <a:spcPct val="0"/>
              </a:spcAft>
              <a:buClr>
                <a:srgbClr val="CC0000"/>
              </a:buClr>
            </a:pPr>
            <a:r>
              <a:rPr lang="zh-CN" altLang="en-US" sz="2600" b="1">
                <a:solidFill>
                  <a:srgbClr val="000000"/>
                </a:solidFill>
                <a:latin typeface="Times New Roman" panose="02020603050405020304" pitchFamily="18" charset="0"/>
              </a:rPr>
              <a:t>    特点：切分单词容易，找出词素复杂。</a:t>
            </a:r>
          </a:p>
        </p:txBody>
      </p:sp>
      <p:sp>
        <p:nvSpPr>
          <p:cNvPr id="822278" name="AutoShape 6">
            <a:extLst>
              <a:ext uri="{FF2B5EF4-FFF2-40B4-BE49-F238E27FC236}">
                <a16:creationId xmlns:a16="http://schemas.microsoft.com/office/drawing/2014/main" id="{AB6D7760-516A-450D-B486-79C57A20BAF5}"/>
              </a:ext>
            </a:extLst>
          </p:cNvPr>
          <p:cNvSpPr>
            <a:spLocks/>
          </p:cNvSpPr>
          <p:nvPr/>
        </p:nvSpPr>
        <p:spPr bwMode="auto">
          <a:xfrm>
            <a:off x="6967538" y="4010026"/>
            <a:ext cx="3365500" cy="1330325"/>
          </a:xfrm>
          <a:prstGeom prst="accentBorderCallout1">
            <a:avLst>
              <a:gd name="adj1" fmla="val 8593"/>
              <a:gd name="adj2" fmla="val -2264"/>
              <a:gd name="adj3" fmla="val -26731"/>
              <a:gd name="adj4" fmla="val -14292"/>
            </a:avLst>
          </a:prstGeom>
          <a:solidFill>
            <a:srgbClr val="FFFFFF"/>
          </a:solidFill>
          <a:ln w="254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600" b="1">
                <a:solidFill>
                  <a:srgbClr val="000000"/>
                </a:solidFill>
                <a:latin typeface="Arial" panose="020B0604020202020204" pitchFamily="34" charset="0"/>
              </a:rPr>
              <a:t>例：</a:t>
            </a:r>
            <a:r>
              <a:rPr lang="en-US" altLang="zh-CN" sz="2600" b="1">
                <a:solidFill>
                  <a:srgbClr val="000000"/>
                </a:solidFill>
                <a:latin typeface="Arial" panose="020B0604020202020204" pitchFamily="34" charset="0"/>
              </a:rPr>
              <a:t>importable</a:t>
            </a:r>
            <a:r>
              <a:rPr lang="zh-CN" altLang="en-US" sz="2600" b="1">
                <a:solidFill>
                  <a:srgbClr val="000000"/>
                </a:solidFill>
                <a:latin typeface="Arial" panose="020B0604020202020204" pitchFamily="34" charset="0"/>
              </a:rPr>
              <a:t>分为</a:t>
            </a:r>
          </a:p>
          <a:p>
            <a:pPr fontAlgn="base">
              <a:spcBef>
                <a:spcPct val="0"/>
              </a:spcBef>
              <a:spcAft>
                <a:spcPct val="0"/>
              </a:spcAft>
            </a:pPr>
            <a:r>
              <a:rPr lang="zh-CN" altLang="en-US" sz="2600" b="1">
                <a:solidFill>
                  <a:srgbClr val="000000"/>
                </a:solidFill>
                <a:latin typeface="Arial" panose="020B0604020202020204" pitchFamily="34" charset="0"/>
              </a:rPr>
              <a:t>        </a:t>
            </a:r>
            <a:r>
              <a:rPr lang="en-US" altLang="zh-CN" sz="2600" b="1">
                <a:solidFill>
                  <a:srgbClr val="000000"/>
                </a:solidFill>
                <a:latin typeface="Arial" panose="020B0604020202020204" pitchFamily="34" charset="0"/>
              </a:rPr>
              <a:t>import-able</a:t>
            </a:r>
            <a:r>
              <a:rPr lang="zh-CN" altLang="en-US" sz="2600" b="1">
                <a:solidFill>
                  <a:srgbClr val="000000"/>
                </a:solidFill>
                <a:latin typeface="Arial" panose="020B0604020202020204" pitchFamily="34" charset="0"/>
              </a:rPr>
              <a:t>或</a:t>
            </a:r>
          </a:p>
          <a:p>
            <a:pPr fontAlgn="base">
              <a:spcBef>
                <a:spcPct val="0"/>
              </a:spcBef>
              <a:spcAft>
                <a:spcPct val="0"/>
              </a:spcAft>
            </a:pPr>
            <a:r>
              <a:rPr lang="zh-CN" altLang="en-US" sz="2600" b="1">
                <a:solidFill>
                  <a:srgbClr val="000000"/>
                </a:solidFill>
                <a:latin typeface="Arial" panose="020B0604020202020204" pitchFamily="34" charset="0"/>
              </a:rPr>
              <a:t>        </a:t>
            </a:r>
            <a:r>
              <a:rPr lang="en-US" altLang="zh-CN" sz="2600" b="1">
                <a:solidFill>
                  <a:srgbClr val="000000"/>
                </a:solidFill>
                <a:latin typeface="Arial" panose="020B0604020202020204" pitchFamily="34" charset="0"/>
              </a:rPr>
              <a:t>im-port-able</a:t>
            </a:r>
          </a:p>
        </p:txBody>
      </p:sp>
      <p:sp>
        <p:nvSpPr>
          <p:cNvPr id="822279" name="AutoShape 7">
            <a:extLst>
              <a:ext uri="{FF2B5EF4-FFF2-40B4-BE49-F238E27FC236}">
                <a16:creationId xmlns:a16="http://schemas.microsoft.com/office/drawing/2014/main" id="{690FF506-BE4D-437A-B688-5257B6D8C37F}"/>
              </a:ext>
            </a:extLst>
          </p:cNvPr>
          <p:cNvSpPr>
            <a:spLocks/>
          </p:cNvSpPr>
          <p:nvPr/>
        </p:nvSpPr>
        <p:spPr bwMode="auto">
          <a:xfrm>
            <a:off x="2182814" y="4125914"/>
            <a:ext cx="7602537" cy="2389187"/>
          </a:xfrm>
          <a:prstGeom prst="accentBorderCallout1">
            <a:avLst>
              <a:gd name="adj1" fmla="val 4782"/>
              <a:gd name="adj2" fmla="val -1000"/>
              <a:gd name="adj3" fmla="val -13954"/>
              <a:gd name="adj4" fmla="val -4241"/>
            </a:avLst>
          </a:prstGeom>
          <a:gradFill rotWithShape="0">
            <a:gsLst>
              <a:gs pos="0">
                <a:schemeClr val="accent1"/>
              </a:gs>
              <a:gs pos="100000">
                <a:schemeClr val="bg1"/>
              </a:gs>
            </a:gsLst>
            <a:path path="rect">
              <a:fillToRect l="100000" b="10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40000"/>
              </a:spcBef>
              <a:spcAft>
                <a:spcPct val="0"/>
              </a:spcAft>
              <a:buClr>
                <a:srgbClr val="CC0000"/>
              </a:buClr>
            </a:pPr>
            <a:r>
              <a:rPr lang="zh-CN" altLang="en-US" sz="2000" b="1">
                <a:solidFill>
                  <a:srgbClr val="000000"/>
                </a:solidFill>
                <a:latin typeface="Arial" panose="020B0604020202020204" pitchFamily="34" charset="0"/>
              </a:rPr>
              <a:t>词法分析算法举例：</a:t>
            </a:r>
          </a:p>
          <a:p>
            <a:pPr algn="just" fontAlgn="base">
              <a:spcBef>
                <a:spcPct val="0"/>
              </a:spcBef>
              <a:spcAft>
                <a:spcPct val="0"/>
              </a:spcAft>
            </a:pPr>
            <a:r>
              <a:rPr lang="en-US" altLang="zh-CN" sz="2400" b="1">
                <a:solidFill>
                  <a:srgbClr val="000000"/>
                </a:solidFill>
                <a:latin typeface="Times New Roman" panose="02020603050405020304" pitchFamily="18" charset="0"/>
              </a:rPr>
              <a:t>repeat</a:t>
            </a:r>
          </a:p>
          <a:p>
            <a:pPr algn="just" fontAlgn="base">
              <a:spcBef>
                <a:spcPct val="0"/>
              </a:spcBef>
              <a:spcAft>
                <a:spcPct val="0"/>
              </a:spcAft>
            </a:pPr>
            <a:r>
              <a:rPr lang="en-US" altLang="zh-CN" sz="2400" b="1">
                <a:solidFill>
                  <a:srgbClr val="000000"/>
                </a:solidFill>
                <a:latin typeface="Times New Roman" panose="02020603050405020304" pitchFamily="18" charset="0"/>
              </a:rPr>
              <a:t>look for </a:t>
            </a:r>
            <a:r>
              <a:rPr lang="en-US" altLang="zh-CN" sz="2400" b="1" u="sng">
                <a:solidFill>
                  <a:srgbClr val="000000"/>
                </a:solidFill>
                <a:latin typeface="Times New Roman" panose="02020603050405020304" pitchFamily="18" charset="0"/>
              </a:rPr>
              <a:t>word </a:t>
            </a:r>
            <a:r>
              <a:rPr lang="en-US" altLang="zh-CN" sz="2400" b="1">
                <a:solidFill>
                  <a:srgbClr val="000000"/>
                </a:solidFill>
                <a:latin typeface="Times New Roman" panose="02020603050405020304" pitchFamily="18" charset="0"/>
              </a:rPr>
              <a:t>in dictionary</a:t>
            </a:r>
          </a:p>
          <a:p>
            <a:pPr algn="just" fontAlgn="base">
              <a:spcBef>
                <a:spcPct val="0"/>
              </a:spcBef>
              <a:spcAft>
                <a:spcPct val="0"/>
              </a:spcAft>
            </a:pPr>
            <a:r>
              <a:rPr lang="en-US" altLang="zh-CN" sz="2400" b="1">
                <a:solidFill>
                  <a:srgbClr val="000000"/>
                </a:solidFill>
                <a:latin typeface="Times New Roman" panose="02020603050405020304" pitchFamily="18" charset="0"/>
              </a:rPr>
              <a:t>      if not found </a:t>
            </a:r>
          </a:p>
          <a:p>
            <a:pPr algn="just" fontAlgn="base">
              <a:spcBef>
                <a:spcPct val="0"/>
              </a:spcBef>
              <a:spcAft>
                <a:spcPct val="0"/>
              </a:spcAft>
            </a:pPr>
            <a:r>
              <a:rPr lang="en-US" altLang="zh-CN" sz="2400" b="1">
                <a:solidFill>
                  <a:srgbClr val="000000"/>
                </a:solidFill>
                <a:latin typeface="Times New Roman" panose="02020603050405020304" pitchFamily="18" charset="0"/>
              </a:rPr>
              <a:t>      then modify the </a:t>
            </a:r>
            <a:r>
              <a:rPr lang="en-US" altLang="zh-CN" sz="2400" b="1" u="sng">
                <a:solidFill>
                  <a:srgbClr val="000000"/>
                </a:solidFill>
                <a:latin typeface="Times New Roman" panose="02020603050405020304" pitchFamily="18" charset="0"/>
              </a:rPr>
              <a:t>word</a:t>
            </a:r>
          </a:p>
          <a:p>
            <a:pPr algn="just" fontAlgn="base">
              <a:spcBef>
                <a:spcPct val="0"/>
              </a:spcBef>
              <a:spcAft>
                <a:spcPct val="0"/>
              </a:spcAft>
            </a:pPr>
            <a:r>
              <a:rPr lang="en-US" altLang="zh-CN" sz="2400" b="1">
                <a:solidFill>
                  <a:srgbClr val="000000"/>
                </a:solidFill>
                <a:latin typeface="Times New Roman" panose="02020603050405020304" pitchFamily="18" charset="0"/>
              </a:rPr>
              <a:t>Until </a:t>
            </a:r>
            <a:r>
              <a:rPr lang="en-US" altLang="zh-CN" sz="2400" b="1" u="sng">
                <a:solidFill>
                  <a:srgbClr val="000000"/>
                </a:solidFill>
                <a:latin typeface="Times New Roman" panose="02020603050405020304" pitchFamily="18" charset="0"/>
              </a:rPr>
              <a:t>word</a:t>
            </a:r>
            <a:r>
              <a:rPr lang="en-US" altLang="zh-CN" sz="2400" b="1">
                <a:solidFill>
                  <a:srgbClr val="000000"/>
                </a:solidFill>
                <a:latin typeface="Times New Roman" panose="02020603050405020304" pitchFamily="18" charset="0"/>
              </a:rPr>
              <a:t> is found or no further modification possible</a:t>
            </a:r>
            <a:r>
              <a:rPr lang="en-US" altLang="zh-CN" sz="4200">
                <a:solidFill>
                  <a:srgbClr val="000000"/>
                </a:solidFill>
                <a:latin typeface="Times New Roman" panose="02020603050405020304" pitchFamily="18" charset="0"/>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22276"/>
                                        </p:tgtEl>
                                        <p:attrNameLst>
                                          <p:attrName>style.visibility</p:attrName>
                                        </p:attrNameLst>
                                      </p:cBhvr>
                                      <p:to>
                                        <p:strVal val="visible"/>
                                      </p:to>
                                    </p:set>
                                    <p:animEffect transition="in" filter="box(in)">
                                      <p:cBhvr>
                                        <p:cTn id="7" dur="500"/>
                                        <p:tgtEl>
                                          <p:spTgt spid="822276"/>
                                        </p:tgtEl>
                                      </p:cBhvr>
                                    </p:animEffect>
                                  </p:childTnLst>
                                  <p:subTnLst>
                                    <p:set>
                                      <p:cBhvr override="childStyle">
                                        <p:cTn dur="1" fill="hold" display="0" masterRel="nextClick" afterEffect="1"/>
                                        <p:tgtEl>
                                          <p:spTgt spid="822276"/>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822277"/>
                                        </p:tgtEl>
                                        <p:attrNameLst>
                                          <p:attrName>style.visibility</p:attrName>
                                        </p:attrNameLst>
                                      </p:cBhvr>
                                      <p:to>
                                        <p:strVal val="visible"/>
                                      </p:to>
                                    </p:set>
                                    <p:anim calcmode="lin" valueType="num">
                                      <p:cBhvr additive="base">
                                        <p:cTn id="12" dur="500" fill="hold"/>
                                        <p:tgtEl>
                                          <p:spTgt spid="822277"/>
                                        </p:tgtEl>
                                        <p:attrNameLst>
                                          <p:attrName>ppt_x</p:attrName>
                                        </p:attrNameLst>
                                      </p:cBhvr>
                                      <p:tavLst>
                                        <p:tav tm="0">
                                          <p:val>
                                            <p:strVal val="0-#ppt_w/2"/>
                                          </p:val>
                                        </p:tav>
                                        <p:tav tm="100000">
                                          <p:val>
                                            <p:strVal val="#ppt_x"/>
                                          </p:val>
                                        </p:tav>
                                      </p:tavLst>
                                    </p:anim>
                                    <p:anim calcmode="lin" valueType="num">
                                      <p:cBhvr additive="base">
                                        <p:cTn id="13" dur="500" fill="hold"/>
                                        <p:tgtEl>
                                          <p:spTgt spid="822277"/>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822278"/>
                                        </p:tgtEl>
                                        <p:attrNameLst>
                                          <p:attrName>style.visibility</p:attrName>
                                        </p:attrNameLst>
                                      </p:cBhvr>
                                      <p:to>
                                        <p:strVal val="visible"/>
                                      </p:to>
                                    </p:set>
                                    <p:animEffect transition="in" filter="box(in)">
                                      <p:cBhvr>
                                        <p:cTn id="18" dur="500"/>
                                        <p:tgtEl>
                                          <p:spTgt spid="822278"/>
                                        </p:tgtEl>
                                      </p:cBhvr>
                                    </p:animEffect>
                                  </p:childTnLst>
                                  <p:subTnLst>
                                    <p:set>
                                      <p:cBhvr override="childStyle">
                                        <p:cTn dur="1" fill="hold" display="0" masterRel="nextClick" afterEffect="1"/>
                                        <p:tgtEl>
                                          <p:spTgt spid="822278"/>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822279"/>
                                        </p:tgtEl>
                                        <p:attrNameLst>
                                          <p:attrName>style.visibility</p:attrName>
                                        </p:attrNameLst>
                                      </p:cBhvr>
                                      <p:to>
                                        <p:strVal val="visible"/>
                                      </p:to>
                                    </p:set>
                                    <p:animEffect transition="in" filter="slide(fromBottom)">
                                      <p:cBhvr>
                                        <p:cTn id="23" dur="500"/>
                                        <p:tgtEl>
                                          <p:spTgt spid="822279"/>
                                        </p:tgtEl>
                                      </p:cBhvr>
                                    </p:animEffect>
                                  </p:childTnLst>
                                  <p:subTnLst>
                                    <p:set>
                                      <p:cBhvr override="childStyle">
                                        <p:cTn dur="1" fill="hold" display="0" masterRel="nextClick" afterEffect="1"/>
                                        <p:tgtEl>
                                          <p:spTgt spid="82227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276" grpId="0" animBg="1" autoUpdateAnimBg="0"/>
      <p:bldP spid="822277" grpId="0" animBg="1" autoUpdateAnimBg="0"/>
      <p:bldP spid="822278" grpId="0" animBg="1" autoUpdateAnimBg="0"/>
      <p:bldP spid="822279" grpId="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灯片编号占位符 3">
            <a:extLst>
              <a:ext uri="{FF2B5EF4-FFF2-40B4-BE49-F238E27FC236}">
                <a16:creationId xmlns:a16="http://schemas.microsoft.com/office/drawing/2014/main" id="{DEF28077-4179-4E93-BD99-CD1E8856B222}"/>
              </a:ext>
            </a:extLst>
          </p:cNvPr>
          <p:cNvSpPr>
            <a:spLocks noGrp="1"/>
          </p:cNvSpPr>
          <p:nvPr>
            <p:ph type="sldNum" sz="quarter" idx="10"/>
          </p:nvPr>
        </p:nvSpPr>
        <p:spPr/>
        <p:txBody>
          <a:bodyPr/>
          <a:lstStyle/>
          <a:p>
            <a:pPr fontAlgn="base">
              <a:spcBef>
                <a:spcPct val="0"/>
              </a:spcBef>
              <a:spcAft>
                <a:spcPct val="0"/>
              </a:spcAft>
              <a:defRPr/>
            </a:pPr>
            <a:fld id="{C9F82B31-1467-45CB-B2BC-8834B4ECAFF4}" type="slidenum">
              <a:rPr lang="ja-JP" altLang="en-US">
                <a:latin typeface="Arial"/>
              </a:rPr>
              <a:pPr fontAlgn="base">
                <a:spcBef>
                  <a:spcPct val="0"/>
                </a:spcBef>
                <a:spcAft>
                  <a:spcPct val="0"/>
                </a:spcAft>
                <a:defRPr/>
              </a:pPr>
              <a:t>51</a:t>
            </a:fld>
            <a:endParaRPr lang="en-US" altLang="ja-JP">
              <a:latin typeface="Arial"/>
            </a:endParaRPr>
          </a:p>
        </p:txBody>
      </p:sp>
      <p:sp>
        <p:nvSpPr>
          <p:cNvPr id="664579" name="Rectangle 2">
            <a:extLst>
              <a:ext uri="{FF2B5EF4-FFF2-40B4-BE49-F238E27FC236}">
                <a16:creationId xmlns:a16="http://schemas.microsoft.com/office/drawing/2014/main" id="{DB2E6D47-66B4-41E7-96BA-888A08170ADC}"/>
              </a:ext>
            </a:extLst>
          </p:cNvPr>
          <p:cNvSpPr>
            <a:spLocks noGrp="1" noChangeArrowheads="1"/>
          </p:cNvSpPr>
          <p:nvPr>
            <p:ph type="title"/>
          </p:nvPr>
        </p:nvSpPr>
        <p:spPr/>
        <p:txBody>
          <a:bodyPr/>
          <a:lstStyle/>
          <a:p>
            <a:pPr eaLnBrk="1" hangingPunct="1"/>
            <a:r>
              <a:rPr lang="en-US" altLang="zh-CN">
                <a:latin typeface="Times New Roman" panose="02020603050405020304" pitchFamily="18" charset="0"/>
              </a:rPr>
              <a:t>1.  </a:t>
            </a:r>
            <a:r>
              <a:rPr lang="zh-CN" altLang="en-US">
                <a:latin typeface="Times New Roman" panose="02020603050405020304" pitchFamily="18" charset="0"/>
              </a:rPr>
              <a:t>词法分析</a:t>
            </a:r>
          </a:p>
        </p:txBody>
      </p:sp>
      <p:sp>
        <p:nvSpPr>
          <p:cNvPr id="664580" name="Rectangle 3">
            <a:extLst>
              <a:ext uri="{FF2B5EF4-FFF2-40B4-BE49-F238E27FC236}">
                <a16:creationId xmlns:a16="http://schemas.microsoft.com/office/drawing/2014/main" id="{BB7F70E3-DD51-46B5-B6BF-9EEBBB00209C}"/>
              </a:ext>
            </a:extLst>
          </p:cNvPr>
          <p:cNvSpPr>
            <a:spLocks noGrp="1" noChangeArrowheads="1"/>
          </p:cNvSpPr>
          <p:nvPr>
            <p:ph type="body" idx="1"/>
          </p:nvPr>
        </p:nvSpPr>
        <p:spPr>
          <a:xfrm>
            <a:off x="1774826" y="908051"/>
            <a:ext cx="8670925" cy="2335213"/>
          </a:xfrm>
          <a:solidFill>
            <a:srgbClr val="FFFFFF"/>
          </a:solidFill>
          <a:ln>
            <a:solidFill>
              <a:srgbClr val="808080"/>
            </a:solidFill>
            <a:miter lim="800000"/>
            <a:headEnd/>
            <a:tailEnd/>
          </a:ln>
        </p:spPr>
        <p:txBody>
          <a:bodyPr/>
          <a:lstStyle/>
          <a:p>
            <a:pPr marL="96838" indent="-96838" eaLnBrk="1" hangingPunct="1">
              <a:lnSpc>
                <a:spcPct val="100000"/>
              </a:lnSpc>
              <a:buNone/>
            </a:pPr>
            <a:r>
              <a:rPr lang="zh-CN" altLang="zh-CN" sz="2400" b="1" dirty="0">
                <a:latin typeface="Times New Roman" panose="02020603050405020304" pitchFamily="18" charset="0"/>
              </a:rPr>
              <a:t>例如</a:t>
            </a:r>
            <a:r>
              <a:rPr lang="zh-CN" altLang="en-US" sz="2000" dirty="0">
                <a:latin typeface="Times New Roman" panose="02020603050405020304" pitchFamily="18" charset="0"/>
              </a:rPr>
              <a:t>：</a:t>
            </a:r>
            <a:r>
              <a:rPr lang="zh-CN" altLang="zh-CN" sz="2000" b="1" dirty="0">
                <a:latin typeface="Times New Roman" panose="02020603050405020304" pitchFamily="18" charset="0"/>
              </a:rPr>
              <a:t>对于单词</a:t>
            </a:r>
            <a:r>
              <a:rPr lang="en-US" altLang="zh-CN" sz="2000" b="1" dirty="0">
                <a:latin typeface="Times New Roman" panose="02020603050405020304" pitchFamily="18" charset="0"/>
              </a:rPr>
              <a:t>catches</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ladies</a:t>
            </a:r>
            <a:r>
              <a:rPr lang="zh-CN" altLang="en-US" sz="2000" b="1" dirty="0">
                <a:latin typeface="Times New Roman" panose="02020603050405020304" pitchFamily="18" charset="0"/>
              </a:rPr>
              <a:t>可以做如下的分析。</a:t>
            </a:r>
          </a:p>
          <a:p>
            <a:pPr marL="96838" indent="-96838" eaLnBrk="1" hangingPunct="1">
              <a:lnSpc>
                <a:spcPct val="100000"/>
              </a:lnSpc>
              <a:buNone/>
            </a:pPr>
            <a:r>
              <a:rPr lang="zh-CN" altLang="en-US" sz="2000" b="1" dirty="0">
                <a:latin typeface="Times New Roman" panose="02020603050405020304" pitchFamily="18" charset="0"/>
              </a:rPr>
              <a:t>   </a:t>
            </a:r>
            <a:r>
              <a:rPr lang="en-US" altLang="zh-CN" sz="2000" b="1" dirty="0">
                <a:latin typeface="Times New Roman" panose="02020603050405020304" pitchFamily="18" charset="0"/>
              </a:rPr>
              <a:t>catches       ladies,       </a:t>
            </a:r>
            <a:r>
              <a:rPr lang="zh-CN" altLang="en-US" sz="2000" b="1" dirty="0">
                <a:latin typeface="Times New Roman" panose="02020603050405020304" pitchFamily="18" charset="0"/>
              </a:rPr>
              <a:t>词典中查不到</a:t>
            </a:r>
          </a:p>
          <a:p>
            <a:pPr marL="96838" indent="-96838" eaLnBrk="1" hangingPunct="1">
              <a:lnSpc>
                <a:spcPct val="100000"/>
              </a:lnSpc>
              <a:buNone/>
            </a:pPr>
            <a:r>
              <a:rPr lang="zh-CN" altLang="en-US" sz="2000" b="1" dirty="0">
                <a:latin typeface="Times New Roman" panose="02020603050405020304" pitchFamily="18" charset="0"/>
              </a:rPr>
              <a:t>   </a:t>
            </a:r>
            <a:r>
              <a:rPr lang="en-US" altLang="zh-CN" sz="2000" b="1" dirty="0" err="1">
                <a:latin typeface="Times New Roman" panose="02020603050405020304" pitchFamily="18" charset="0"/>
              </a:rPr>
              <a:t>catche</a:t>
            </a:r>
            <a:r>
              <a:rPr lang="en-US" altLang="zh-CN" sz="2000" b="1" dirty="0">
                <a:latin typeface="Times New Roman" panose="02020603050405020304" pitchFamily="18" charset="0"/>
              </a:rPr>
              <a:t>         </a:t>
            </a:r>
            <a:r>
              <a:rPr lang="en-US" altLang="zh-CN" sz="2000" b="1" dirty="0" err="1">
                <a:latin typeface="Times New Roman" panose="02020603050405020304" pitchFamily="18" charset="0"/>
              </a:rPr>
              <a:t>ladie</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修改</a:t>
            </a:r>
            <a:r>
              <a:rPr lang="en-US" altLang="zh-CN" sz="2000" b="1" dirty="0">
                <a:latin typeface="Times New Roman" panose="02020603050405020304" pitchFamily="18" charset="0"/>
              </a:rPr>
              <a:t>1</a:t>
            </a:r>
            <a:r>
              <a:rPr lang="zh-CN" altLang="en-US" sz="2000" b="1" dirty="0">
                <a:latin typeface="Times New Roman" panose="02020603050405020304" pitchFamily="18" charset="0"/>
              </a:rPr>
              <a:t>：去掉</a:t>
            </a:r>
            <a:r>
              <a:rPr lang="en-US" altLang="zh-CN" sz="2000" b="1" dirty="0">
                <a:latin typeface="Times New Roman" panose="02020603050405020304" pitchFamily="18" charset="0"/>
              </a:rPr>
              <a:t>s</a:t>
            </a:r>
          </a:p>
          <a:p>
            <a:pPr marL="96838" indent="-96838" eaLnBrk="1" hangingPunct="1">
              <a:lnSpc>
                <a:spcPct val="100000"/>
              </a:lnSpc>
              <a:buNone/>
            </a:pPr>
            <a:r>
              <a:rPr lang="en-US" altLang="zh-CN" sz="2000" b="1" dirty="0">
                <a:latin typeface="Times New Roman" panose="02020603050405020304" pitchFamily="18" charset="0"/>
              </a:rPr>
              <a:t>   catch           </a:t>
            </a:r>
            <a:r>
              <a:rPr lang="en-US" altLang="zh-CN" sz="2000" b="1" dirty="0" err="1">
                <a:latin typeface="Times New Roman" panose="02020603050405020304" pitchFamily="18" charset="0"/>
              </a:rPr>
              <a:t>ladi</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修改</a:t>
            </a:r>
            <a:r>
              <a:rPr lang="en-US" altLang="zh-CN" sz="2000" b="1" dirty="0">
                <a:latin typeface="Times New Roman" panose="02020603050405020304" pitchFamily="18" charset="0"/>
              </a:rPr>
              <a:t>2</a:t>
            </a:r>
            <a:r>
              <a:rPr lang="zh-CN" altLang="en-US" sz="2000" b="1" dirty="0">
                <a:latin typeface="Times New Roman" panose="02020603050405020304" pitchFamily="18" charset="0"/>
              </a:rPr>
              <a:t>：去掉</a:t>
            </a:r>
            <a:r>
              <a:rPr lang="en-US" altLang="zh-CN" sz="2000" b="1" dirty="0">
                <a:latin typeface="Times New Roman" panose="02020603050405020304" pitchFamily="18" charset="0"/>
              </a:rPr>
              <a:t>e</a:t>
            </a:r>
          </a:p>
          <a:p>
            <a:pPr marL="96838" indent="-96838" eaLnBrk="1" hangingPunct="1">
              <a:lnSpc>
                <a:spcPct val="100000"/>
              </a:lnSpc>
              <a:buNone/>
            </a:pPr>
            <a:r>
              <a:rPr lang="en-US" altLang="zh-CN" sz="2000" b="1" dirty="0">
                <a:latin typeface="Times New Roman" panose="02020603050405020304" pitchFamily="18" charset="0"/>
              </a:rPr>
              <a:t>                        lady        </a:t>
            </a:r>
            <a:r>
              <a:rPr lang="zh-CN" altLang="en-US" sz="2000" b="1" dirty="0">
                <a:latin typeface="Times New Roman" panose="02020603050405020304" pitchFamily="18" charset="0"/>
              </a:rPr>
              <a:t>修改</a:t>
            </a:r>
            <a:r>
              <a:rPr lang="en-US" altLang="zh-CN" sz="2000" b="1" dirty="0">
                <a:latin typeface="Times New Roman" panose="02020603050405020304" pitchFamily="18" charset="0"/>
              </a:rPr>
              <a:t>3</a:t>
            </a:r>
            <a:r>
              <a:rPr lang="zh-CN" altLang="en-US" sz="2000" b="1" dirty="0">
                <a:latin typeface="Times New Roman" panose="02020603050405020304" pitchFamily="18" charset="0"/>
              </a:rPr>
              <a:t>：把</a:t>
            </a:r>
            <a:r>
              <a:rPr lang="en-US" altLang="zh-CN" sz="2000" b="1" dirty="0" err="1">
                <a:latin typeface="Times New Roman" panose="02020603050405020304" pitchFamily="18" charset="0"/>
              </a:rPr>
              <a:t>i</a:t>
            </a:r>
            <a:r>
              <a:rPr lang="zh-CN" altLang="en-US" sz="2000" b="1" dirty="0">
                <a:latin typeface="Times New Roman" panose="02020603050405020304" pitchFamily="18" charset="0"/>
              </a:rPr>
              <a:t>变成</a:t>
            </a:r>
            <a:r>
              <a:rPr lang="en-US" altLang="zh-CN" sz="2000" b="1" dirty="0">
                <a:latin typeface="Times New Roman" panose="02020603050405020304" pitchFamily="18" charset="0"/>
              </a:rPr>
              <a:t>y</a:t>
            </a:r>
          </a:p>
          <a:p>
            <a:pPr marL="96838" indent="-96838" eaLnBrk="1" hangingPunct="1">
              <a:lnSpc>
                <a:spcPct val="100000"/>
              </a:lnSpc>
              <a:buNone/>
            </a:pPr>
            <a:r>
              <a:rPr lang="zh-CN" altLang="en-US" sz="2000" b="1" dirty="0">
                <a:latin typeface="Times New Roman" panose="02020603050405020304" pitchFamily="18" charset="0"/>
              </a:rPr>
              <a:t>这样，在修改</a:t>
            </a:r>
            <a:r>
              <a:rPr lang="en-US" altLang="zh-CN" sz="2000" b="1" dirty="0">
                <a:latin typeface="Times New Roman" panose="02020603050405020304" pitchFamily="18" charset="0"/>
              </a:rPr>
              <a:t>2</a:t>
            </a:r>
            <a:r>
              <a:rPr lang="zh-CN" altLang="en-US" sz="2000" b="1" dirty="0">
                <a:latin typeface="Times New Roman" panose="02020603050405020304" pitchFamily="18" charset="0"/>
              </a:rPr>
              <a:t>的时候，就可以找到</a:t>
            </a:r>
            <a:r>
              <a:rPr lang="en-US" altLang="zh-CN" sz="2000" b="1" dirty="0">
                <a:latin typeface="Times New Roman" panose="02020603050405020304" pitchFamily="18" charset="0"/>
              </a:rPr>
              <a:t>catch</a:t>
            </a:r>
            <a:r>
              <a:rPr lang="zh-CN" altLang="en-US" sz="2000" b="1" dirty="0">
                <a:latin typeface="Times New Roman" panose="02020603050405020304" pitchFamily="18" charset="0"/>
              </a:rPr>
              <a:t>，在修改</a:t>
            </a:r>
            <a:r>
              <a:rPr lang="en-US" altLang="zh-CN" sz="2000" b="1" dirty="0">
                <a:latin typeface="Times New Roman" panose="02020603050405020304" pitchFamily="18" charset="0"/>
              </a:rPr>
              <a:t>3</a:t>
            </a:r>
            <a:r>
              <a:rPr lang="zh-CN" altLang="en-US" sz="2000" b="1" dirty="0">
                <a:latin typeface="Times New Roman" panose="02020603050405020304" pitchFamily="18" charset="0"/>
              </a:rPr>
              <a:t>的时候就可以找到</a:t>
            </a:r>
            <a:r>
              <a:rPr lang="en-US" altLang="zh-CN" sz="2000" b="1" dirty="0">
                <a:latin typeface="Times New Roman" panose="02020603050405020304" pitchFamily="18" charset="0"/>
              </a:rPr>
              <a:t>lady</a:t>
            </a:r>
            <a:r>
              <a:rPr lang="zh-CN" altLang="en-US" sz="2000" dirty="0">
                <a:latin typeface="Times New Roman" panose="02020603050405020304" pitchFamily="18" charset="0"/>
              </a:rPr>
              <a:t>。</a:t>
            </a:r>
          </a:p>
        </p:txBody>
      </p:sp>
      <p:sp>
        <p:nvSpPr>
          <p:cNvPr id="823300" name="AutoShape 4">
            <a:extLst>
              <a:ext uri="{FF2B5EF4-FFF2-40B4-BE49-F238E27FC236}">
                <a16:creationId xmlns:a16="http://schemas.microsoft.com/office/drawing/2014/main" id="{BFDC3E79-6E11-48DC-9BB0-6DB5A6571CA7}"/>
              </a:ext>
            </a:extLst>
          </p:cNvPr>
          <p:cNvSpPr>
            <a:spLocks/>
          </p:cNvSpPr>
          <p:nvPr/>
        </p:nvSpPr>
        <p:spPr bwMode="auto">
          <a:xfrm>
            <a:off x="4359276" y="5195888"/>
            <a:ext cx="5135563" cy="1257300"/>
          </a:xfrm>
          <a:prstGeom prst="accentBorderCallout1">
            <a:avLst>
              <a:gd name="adj1" fmla="val 9093"/>
              <a:gd name="adj2" fmla="val -1481"/>
              <a:gd name="adj3" fmla="val -47602"/>
              <a:gd name="adj4" fmla="val -20926"/>
            </a:avLst>
          </a:prstGeom>
          <a:gradFill rotWithShape="1">
            <a:gsLst>
              <a:gs pos="0">
                <a:srgbClr val="FF00FF">
                  <a:alpha val="30000"/>
                </a:srgbClr>
              </a:gs>
              <a:gs pos="50000">
                <a:srgbClr val="FFFFFF"/>
              </a:gs>
              <a:gs pos="100000">
                <a:srgbClr val="FF00FF">
                  <a:alpha val="30000"/>
                </a:srgbClr>
              </a:gs>
            </a:gsLst>
            <a:lin ang="18900000" scaled="1"/>
          </a:gra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defRPr/>
            </a:pPr>
            <a:r>
              <a:rPr lang="zh-CN" altLang="en-US" sz="2600" b="1">
                <a:solidFill>
                  <a:srgbClr val="000000"/>
                </a:solidFill>
                <a:latin typeface="Times New Roman" panose="02020603050405020304" pitchFamily="18" charset="0"/>
                <a:ea typeface="宋体" panose="02010600030101010101" pitchFamily="2" charset="-122"/>
              </a:rPr>
              <a:t>例如：优秀人才学人才学</a:t>
            </a:r>
          </a:p>
          <a:p>
            <a:pPr fontAlgn="base">
              <a:spcBef>
                <a:spcPct val="0"/>
              </a:spcBef>
              <a:spcAft>
                <a:spcPct val="0"/>
              </a:spcAft>
              <a:defRPr/>
            </a:pPr>
            <a:r>
              <a:rPr lang="en-US" altLang="zh-CN" sz="2600" b="1">
                <a:solidFill>
                  <a:srgbClr val="000000"/>
                </a:solidFill>
                <a:latin typeface="Times New Roman" panose="02020603050405020304" pitchFamily="18" charset="0"/>
                <a:ea typeface="宋体" panose="02010600030101010101" pitchFamily="2" charset="-122"/>
              </a:rPr>
              <a:t>1. </a:t>
            </a:r>
            <a:r>
              <a:rPr lang="zh-CN" altLang="en-US" sz="2600" b="1">
                <a:solidFill>
                  <a:srgbClr val="000000"/>
                </a:solidFill>
                <a:latin typeface="Times New Roman" panose="02020603050405020304" pitchFamily="18" charset="0"/>
                <a:ea typeface="宋体" panose="02010600030101010101" pitchFamily="2" charset="-122"/>
              </a:rPr>
              <a:t>优秀人－才学人才学</a:t>
            </a:r>
          </a:p>
          <a:p>
            <a:pPr fontAlgn="base">
              <a:spcBef>
                <a:spcPct val="0"/>
              </a:spcBef>
              <a:spcAft>
                <a:spcPct val="0"/>
              </a:spcAft>
              <a:defRPr/>
            </a:pPr>
            <a:r>
              <a:rPr lang="en-US" altLang="zh-CN" sz="2600" b="1">
                <a:solidFill>
                  <a:srgbClr val="000000"/>
                </a:solidFill>
                <a:latin typeface="Times New Roman" panose="02020603050405020304" pitchFamily="18" charset="0"/>
                <a:ea typeface="宋体" panose="02010600030101010101" pitchFamily="2" charset="-122"/>
              </a:rPr>
              <a:t>2. </a:t>
            </a:r>
            <a:r>
              <a:rPr lang="zh-CN" altLang="en-US" sz="2600" b="1">
                <a:solidFill>
                  <a:srgbClr val="000000"/>
                </a:solidFill>
                <a:latin typeface="Times New Roman" panose="02020603050405020304" pitchFamily="18" charset="0"/>
                <a:ea typeface="宋体" panose="02010600030101010101" pitchFamily="2" charset="-122"/>
              </a:rPr>
              <a:t>优秀人才－学人才学</a:t>
            </a:r>
          </a:p>
        </p:txBody>
      </p:sp>
      <p:sp>
        <p:nvSpPr>
          <p:cNvPr id="823301" name="Rectangle 5">
            <a:extLst>
              <a:ext uri="{FF2B5EF4-FFF2-40B4-BE49-F238E27FC236}">
                <a16:creationId xmlns:a16="http://schemas.microsoft.com/office/drawing/2014/main" id="{4D9958B2-1B61-4690-AEB6-24E1023E51DE}"/>
              </a:ext>
            </a:extLst>
          </p:cNvPr>
          <p:cNvSpPr>
            <a:spLocks noChangeArrowheads="1"/>
          </p:cNvSpPr>
          <p:nvPr/>
        </p:nvSpPr>
        <p:spPr bwMode="auto">
          <a:xfrm>
            <a:off x="1766889" y="3582989"/>
            <a:ext cx="8669337" cy="1252537"/>
          </a:xfrm>
          <a:prstGeom prst="rect">
            <a:avLst/>
          </a:prstGeom>
          <a:gradFill rotWithShape="0">
            <a:gsLst>
              <a:gs pos="0">
                <a:srgbClr val="CCFFFF"/>
              </a:gs>
              <a:gs pos="100000">
                <a:srgbClr val="FFFFFF"/>
              </a:gs>
            </a:gsLst>
            <a:path path="rect">
              <a:fillToRect l="100000" b="100000"/>
            </a:path>
          </a:gradFill>
          <a:ln w="952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50000"/>
              </a:spcBef>
              <a:spcAft>
                <a:spcPct val="0"/>
              </a:spcAft>
              <a:buClr>
                <a:srgbClr val="CC0000"/>
              </a:buClr>
              <a:buBlip>
                <a:blip r:embed="rId2"/>
              </a:buBlip>
            </a:pPr>
            <a:r>
              <a:rPr lang="en-US" altLang="zh-CN" sz="2600">
                <a:solidFill>
                  <a:srgbClr val="000000"/>
                </a:solidFill>
                <a:latin typeface="Times New Roman" panose="02020603050405020304" pitchFamily="18" charset="0"/>
              </a:rPr>
              <a:t> </a:t>
            </a:r>
            <a:r>
              <a:rPr lang="zh-CN" altLang="en-US" sz="2600" b="1">
                <a:solidFill>
                  <a:srgbClr val="000000"/>
                </a:solidFill>
                <a:latin typeface="Times New Roman" panose="02020603050405020304" pitchFamily="18" charset="0"/>
              </a:rPr>
              <a:t>汉语词法分析</a:t>
            </a:r>
            <a:endParaRPr lang="zh-CN" altLang="en-US" sz="2600">
              <a:solidFill>
                <a:srgbClr val="000000"/>
              </a:solidFill>
              <a:latin typeface="Times New Roman" panose="02020603050405020304" pitchFamily="18" charset="0"/>
            </a:endParaRPr>
          </a:p>
          <a:p>
            <a:pPr fontAlgn="base">
              <a:lnSpc>
                <a:spcPct val="120000"/>
              </a:lnSpc>
              <a:spcBef>
                <a:spcPct val="50000"/>
              </a:spcBef>
              <a:spcAft>
                <a:spcPct val="0"/>
              </a:spcAft>
              <a:buClr>
                <a:srgbClr val="CC0000"/>
              </a:buClr>
            </a:pPr>
            <a:r>
              <a:rPr lang="zh-CN" altLang="en-US" sz="2600">
                <a:solidFill>
                  <a:srgbClr val="000000"/>
                </a:solidFill>
                <a:latin typeface="Times New Roman" panose="02020603050405020304" pitchFamily="18" charset="0"/>
              </a:rPr>
              <a:t>   特点：找出词素简单，切分出词困难。</a:t>
            </a:r>
          </a:p>
        </p:txBody>
      </p:sp>
      <p:sp>
        <p:nvSpPr>
          <p:cNvPr id="823302" name="Rectangle 6">
            <a:extLst>
              <a:ext uri="{FF2B5EF4-FFF2-40B4-BE49-F238E27FC236}">
                <a16:creationId xmlns:a16="http://schemas.microsoft.com/office/drawing/2014/main" id="{BBF3E5DA-C935-4C09-9303-CDE39E5D3E90}"/>
              </a:ext>
            </a:extLst>
          </p:cNvPr>
          <p:cNvSpPr>
            <a:spLocks noChangeArrowheads="1"/>
          </p:cNvSpPr>
          <p:nvPr/>
        </p:nvSpPr>
        <p:spPr bwMode="auto">
          <a:xfrm>
            <a:off x="7475538" y="1349375"/>
            <a:ext cx="2393950" cy="1117600"/>
          </a:xfrm>
          <a:prstGeom prst="rect">
            <a:avLst/>
          </a:prstGeom>
          <a:gradFill rotWithShape="1">
            <a:gsLst>
              <a:gs pos="0">
                <a:srgbClr val="CCFFCC">
                  <a:gamma/>
                  <a:shade val="46275"/>
                  <a:invGamma/>
                </a:srgbClr>
              </a:gs>
              <a:gs pos="50000">
                <a:srgbClr val="CCFFCC">
                  <a:alpha val="20000"/>
                </a:srgbClr>
              </a:gs>
              <a:gs pos="100000">
                <a:srgbClr val="CCFFCC">
                  <a:gamma/>
                  <a:shade val="46275"/>
                  <a:invGamma/>
                </a:srgbClr>
              </a:gs>
            </a:gsLst>
            <a:lin ang="2700000" scaled="1"/>
          </a:gradFill>
          <a:ln w="9525" algn="ctr">
            <a:solidFill>
              <a:srgbClr val="8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fontAlgn="base">
              <a:spcBef>
                <a:spcPct val="0"/>
              </a:spcBef>
              <a:spcAft>
                <a:spcPct val="0"/>
              </a:spcAft>
              <a:defRPr/>
            </a:pPr>
            <a:r>
              <a:rPr lang="en-US" altLang="zh-CN" sz="2600">
                <a:solidFill>
                  <a:srgbClr val="000000"/>
                </a:solidFill>
                <a:latin typeface="Times New Roman" panose="02020603050405020304" pitchFamily="18" charset="0"/>
                <a:ea typeface="宋体" panose="02010600030101010101" pitchFamily="2" charset="-122"/>
              </a:rPr>
              <a:t>ly</a:t>
            </a:r>
            <a:r>
              <a:rPr lang="zh-CN" altLang="en-US" sz="2600">
                <a:solidFill>
                  <a:srgbClr val="000000"/>
                </a:solidFill>
                <a:latin typeface="Times New Roman" panose="02020603050405020304" pitchFamily="18" charset="0"/>
                <a:ea typeface="宋体" panose="02010600030101010101" pitchFamily="2" charset="-122"/>
              </a:rPr>
              <a:t>副词后辍；</a:t>
            </a:r>
          </a:p>
          <a:p>
            <a:pPr fontAlgn="base">
              <a:spcBef>
                <a:spcPct val="0"/>
              </a:spcBef>
              <a:spcAft>
                <a:spcPct val="0"/>
              </a:spcAft>
              <a:defRPr/>
            </a:pPr>
            <a:r>
              <a:rPr lang="en-US" altLang="zh-CN" sz="2600">
                <a:solidFill>
                  <a:srgbClr val="000000"/>
                </a:solidFill>
                <a:latin typeface="Times New Roman" panose="02020603050405020304" pitchFamily="18" charset="0"/>
                <a:ea typeface="宋体" panose="02010600030101010101" pitchFamily="2" charset="-122"/>
              </a:rPr>
              <a:t>ed</a:t>
            </a:r>
            <a:r>
              <a:rPr lang="zh-CN" altLang="en-US" sz="2600">
                <a:solidFill>
                  <a:srgbClr val="000000"/>
                </a:solidFill>
                <a:latin typeface="Times New Roman" panose="02020603050405020304" pitchFamily="18" charset="0"/>
                <a:ea typeface="宋体" panose="02010600030101010101" pitchFamily="2" charset="-122"/>
              </a:rPr>
              <a:t>动词过去分词</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823302"/>
                                        </p:tgtEl>
                                        <p:attrNameLst>
                                          <p:attrName>style.visibility</p:attrName>
                                        </p:attrNameLst>
                                      </p:cBhvr>
                                      <p:to>
                                        <p:strVal val="visible"/>
                                      </p:to>
                                    </p:set>
                                    <p:anim calcmode="lin" valueType="num">
                                      <p:cBhvr additive="base">
                                        <p:cTn id="7" dur="500" fill="hold"/>
                                        <p:tgtEl>
                                          <p:spTgt spid="823302"/>
                                        </p:tgtEl>
                                        <p:attrNameLst>
                                          <p:attrName>ppt_x</p:attrName>
                                        </p:attrNameLst>
                                      </p:cBhvr>
                                      <p:tavLst>
                                        <p:tav tm="0">
                                          <p:val>
                                            <p:strVal val="1+#ppt_w/2"/>
                                          </p:val>
                                        </p:tav>
                                        <p:tav tm="100000">
                                          <p:val>
                                            <p:strVal val="#ppt_x"/>
                                          </p:val>
                                        </p:tav>
                                      </p:tavLst>
                                    </p:anim>
                                    <p:anim calcmode="lin" valueType="num">
                                      <p:cBhvr additive="base">
                                        <p:cTn id="8" dur="500" fill="hold"/>
                                        <p:tgtEl>
                                          <p:spTgt spid="823302"/>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823302"/>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23301"/>
                                        </p:tgtEl>
                                        <p:attrNameLst>
                                          <p:attrName>style.visibility</p:attrName>
                                        </p:attrNameLst>
                                      </p:cBhvr>
                                      <p:to>
                                        <p:strVal val="visible"/>
                                      </p:to>
                                    </p:set>
                                    <p:anim calcmode="lin" valueType="num">
                                      <p:cBhvr additive="base">
                                        <p:cTn id="13" dur="500" fill="hold"/>
                                        <p:tgtEl>
                                          <p:spTgt spid="823301"/>
                                        </p:tgtEl>
                                        <p:attrNameLst>
                                          <p:attrName>ppt_x</p:attrName>
                                        </p:attrNameLst>
                                      </p:cBhvr>
                                      <p:tavLst>
                                        <p:tav tm="0">
                                          <p:val>
                                            <p:strVal val="0-#ppt_w/2"/>
                                          </p:val>
                                        </p:tav>
                                        <p:tav tm="100000">
                                          <p:val>
                                            <p:strVal val="#ppt_x"/>
                                          </p:val>
                                        </p:tav>
                                      </p:tavLst>
                                    </p:anim>
                                    <p:anim calcmode="lin" valueType="num">
                                      <p:cBhvr additive="base">
                                        <p:cTn id="14" dur="500" fill="hold"/>
                                        <p:tgtEl>
                                          <p:spTgt spid="823301"/>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500"/>
                            </p:stCondLst>
                            <p:childTnLst>
                              <p:par>
                                <p:cTn id="16" presetID="4" presetClass="entr" presetSubtype="16" fill="hold" nodeType="afterEffect">
                                  <p:stCondLst>
                                    <p:cond delay="0"/>
                                  </p:stCondLst>
                                  <p:childTnLst>
                                    <p:set>
                                      <p:cBhvr>
                                        <p:cTn id="17" dur="1" fill="hold">
                                          <p:stCondLst>
                                            <p:cond delay="0"/>
                                          </p:stCondLst>
                                        </p:cTn>
                                        <p:tgtEl>
                                          <p:spTgt spid="823300"/>
                                        </p:tgtEl>
                                        <p:attrNameLst>
                                          <p:attrName>style.visibility</p:attrName>
                                        </p:attrNameLst>
                                      </p:cBhvr>
                                      <p:to>
                                        <p:strVal val="visible"/>
                                      </p:to>
                                    </p:set>
                                    <p:animEffect transition="in" filter="box(in)">
                                      <p:cBhvr>
                                        <p:cTn id="18" dur="500"/>
                                        <p:tgtEl>
                                          <p:spTgt spid="823300"/>
                                        </p:tgtEl>
                                      </p:cBhvr>
                                    </p:animEffect>
                                  </p:childTnLst>
                                  <p:subTnLst>
                                    <p:set>
                                      <p:cBhvr override="childStyle">
                                        <p:cTn dur="1" fill="hold" display="0" masterRel="nextClick" afterEffect="1"/>
                                        <p:tgtEl>
                                          <p:spTgt spid="82330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3301" grpId="0" animBg="1"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灯片编号占位符 3">
            <a:extLst>
              <a:ext uri="{FF2B5EF4-FFF2-40B4-BE49-F238E27FC236}">
                <a16:creationId xmlns:a16="http://schemas.microsoft.com/office/drawing/2014/main" id="{6B51C2B7-0B29-4EE6-93CF-60E50D42759A}"/>
              </a:ext>
            </a:extLst>
          </p:cNvPr>
          <p:cNvSpPr>
            <a:spLocks noGrp="1"/>
          </p:cNvSpPr>
          <p:nvPr>
            <p:ph type="sldNum" sz="quarter" idx="10"/>
          </p:nvPr>
        </p:nvSpPr>
        <p:spPr/>
        <p:txBody>
          <a:bodyPr/>
          <a:lstStyle/>
          <a:p>
            <a:pPr fontAlgn="base">
              <a:spcBef>
                <a:spcPct val="0"/>
              </a:spcBef>
              <a:spcAft>
                <a:spcPct val="0"/>
              </a:spcAft>
              <a:defRPr/>
            </a:pPr>
            <a:fld id="{A1B536C1-62B4-4D78-9882-9E8ACAB44450}" type="slidenum">
              <a:rPr lang="ja-JP" altLang="en-US">
                <a:latin typeface="Arial"/>
              </a:rPr>
              <a:pPr fontAlgn="base">
                <a:spcBef>
                  <a:spcPct val="0"/>
                </a:spcBef>
                <a:spcAft>
                  <a:spcPct val="0"/>
                </a:spcAft>
                <a:defRPr/>
              </a:pPr>
              <a:t>52</a:t>
            </a:fld>
            <a:endParaRPr lang="en-US" altLang="ja-JP">
              <a:latin typeface="Arial"/>
            </a:endParaRPr>
          </a:p>
        </p:txBody>
      </p:sp>
      <p:sp>
        <p:nvSpPr>
          <p:cNvPr id="665603" name="Rectangle 2">
            <a:extLst>
              <a:ext uri="{FF2B5EF4-FFF2-40B4-BE49-F238E27FC236}">
                <a16:creationId xmlns:a16="http://schemas.microsoft.com/office/drawing/2014/main" id="{B1533562-D65B-4CC2-AE3D-72EBAD6282F2}"/>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65604" name="Rectangle 3">
            <a:extLst>
              <a:ext uri="{FF2B5EF4-FFF2-40B4-BE49-F238E27FC236}">
                <a16:creationId xmlns:a16="http://schemas.microsoft.com/office/drawing/2014/main" id="{B5ED4104-A5C1-4DC3-8738-A66999BAF6A7}"/>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824324" name="Rectangle 4">
            <a:extLst>
              <a:ext uri="{FF2B5EF4-FFF2-40B4-BE49-F238E27FC236}">
                <a16:creationId xmlns:a16="http://schemas.microsoft.com/office/drawing/2014/main" id="{2C402B64-6698-4925-98BB-DB8092D830C5}"/>
              </a:ext>
            </a:extLst>
          </p:cNvPr>
          <p:cNvSpPr>
            <a:spLocks noChangeArrowheads="1"/>
          </p:cNvSpPr>
          <p:nvPr/>
        </p:nvSpPr>
        <p:spPr bwMode="auto">
          <a:xfrm>
            <a:off x="1797050" y="2744789"/>
            <a:ext cx="4884738" cy="528637"/>
          </a:xfrm>
          <a:prstGeom prst="rect">
            <a:avLst/>
          </a:prstGeom>
          <a:solidFill>
            <a:srgbClr val="33CCCC">
              <a:alpha val="30196"/>
            </a:srgbClr>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buClr>
                <a:srgbClr val="CC0000"/>
              </a:buClr>
              <a:buFont typeface="Wingdings" panose="05000000000000000000" pitchFamily="2" charset="2"/>
              <a:buChar char="n"/>
            </a:pPr>
            <a:r>
              <a:rPr lang="en-US" altLang="zh-CN" sz="2800" b="1">
                <a:solidFill>
                  <a:srgbClr val="000000"/>
                </a:solidFill>
                <a:latin typeface="Times New Roman" panose="02020603050405020304" pitchFamily="18" charset="0"/>
              </a:rPr>
              <a:t>  1</a:t>
            </a:r>
            <a:r>
              <a:rPr lang="zh-CN" altLang="en-US" sz="2800" b="1">
                <a:solidFill>
                  <a:srgbClr val="000000"/>
                </a:solidFill>
                <a:latin typeface="Times New Roman" panose="02020603050405020304" pitchFamily="18" charset="0"/>
              </a:rPr>
              <a:t>型文法</a:t>
            </a:r>
            <a:r>
              <a:rPr lang="en-US" altLang="zh-CN" sz="2800" b="1">
                <a:solidFill>
                  <a:srgbClr val="000000"/>
                </a:solidFill>
                <a:latin typeface="Times New Roman" panose="02020603050405020304" pitchFamily="18" charset="0"/>
              </a:rPr>
              <a:t>: </a:t>
            </a:r>
            <a:r>
              <a:rPr lang="zh-CN" altLang="en-US" sz="2800" b="1">
                <a:solidFill>
                  <a:srgbClr val="000000"/>
                </a:solidFill>
                <a:latin typeface="Times New Roman" panose="02020603050405020304" pitchFamily="18" charset="0"/>
              </a:rPr>
              <a:t>上下文有关文法</a:t>
            </a:r>
            <a:endParaRPr lang="zh-CN" altLang="en-US" sz="4200">
              <a:solidFill>
                <a:srgbClr val="000000"/>
              </a:solidFill>
              <a:latin typeface="Times New Roman" panose="02020603050405020304" pitchFamily="18" charset="0"/>
            </a:endParaRPr>
          </a:p>
        </p:txBody>
      </p:sp>
      <p:sp>
        <p:nvSpPr>
          <p:cNvPr id="824325" name="Rectangle 5">
            <a:extLst>
              <a:ext uri="{FF2B5EF4-FFF2-40B4-BE49-F238E27FC236}">
                <a16:creationId xmlns:a16="http://schemas.microsoft.com/office/drawing/2014/main" id="{69E538BD-7E02-48B7-B8CE-2C342F44AE9E}"/>
              </a:ext>
            </a:extLst>
          </p:cNvPr>
          <p:cNvSpPr>
            <a:spLocks noChangeArrowheads="1"/>
          </p:cNvSpPr>
          <p:nvPr/>
        </p:nvSpPr>
        <p:spPr bwMode="auto">
          <a:xfrm>
            <a:off x="1806575" y="1890714"/>
            <a:ext cx="4922838" cy="528637"/>
          </a:xfrm>
          <a:prstGeom prst="rect">
            <a:avLst/>
          </a:prstGeom>
          <a:solidFill>
            <a:srgbClr val="FFFF00">
              <a:alpha val="30196"/>
            </a:srgbClr>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buClr>
                <a:srgbClr val="CC0000"/>
              </a:buClr>
              <a:buFont typeface="Wingdings" panose="05000000000000000000" pitchFamily="2" charset="2"/>
              <a:buChar char="n"/>
            </a:pPr>
            <a:r>
              <a:rPr lang="en-US" altLang="zh-CN" sz="2800" b="1">
                <a:solidFill>
                  <a:srgbClr val="000000"/>
                </a:solidFill>
                <a:latin typeface="宋体" panose="02010600030101010101" pitchFamily="2" charset="-122"/>
              </a:rPr>
              <a:t> </a:t>
            </a:r>
            <a:r>
              <a:rPr lang="en-US" altLang="zh-CN" sz="2800" b="1">
                <a:solidFill>
                  <a:srgbClr val="000000"/>
                </a:solidFill>
                <a:latin typeface="Times New Roman" panose="02020603050405020304" pitchFamily="18" charset="0"/>
              </a:rPr>
              <a:t>2</a:t>
            </a:r>
            <a:r>
              <a:rPr lang="zh-CN" altLang="en-US" sz="2800" b="1">
                <a:solidFill>
                  <a:srgbClr val="000000"/>
                </a:solidFill>
                <a:latin typeface="Times New Roman" panose="02020603050405020304" pitchFamily="18" charset="0"/>
              </a:rPr>
              <a:t>型文法：上下文无关文法</a:t>
            </a:r>
            <a:r>
              <a:rPr lang="zh-CN" altLang="en-US" sz="2800">
                <a:solidFill>
                  <a:srgbClr val="000000"/>
                </a:solidFill>
                <a:latin typeface="宋体" panose="02010600030101010101" pitchFamily="2" charset="-122"/>
              </a:rPr>
              <a:t> </a:t>
            </a:r>
          </a:p>
        </p:txBody>
      </p:sp>
      <p:sp>
        <p:nvSpPr>
          <p:cNvPr id="824326" name="Rectangle 6">
            <a:extLst>
              <a:ext uri="{FF2B5EF4-FFF2-40B4-BE49-F238E27FC236}">
                <a16:creationId xmlns:a16="http://schemas.microsoft.com/office/drawing/2014/main" id="{669A0983-C3F1-4C2B-9237-04162A39E258}"/>
              </a:ext>
            </a:extLst>
          </p:cNvPr>
          <p:cNvSpPr>
            <a:spLocks noChangeArrowheads="1"/>
          </p:cNvSpPr>
          <p:nvPr/>
        </p:nvSpPr>
        <p:spPr bwMode="auto">
          <a:xfrm>
            <a:off x="1803400" y="1030289"/>
            <a:ext cx="3849688" cy="528637"/>
          </a:xfrm>
          <a:prstGeom prst="rect">
            <a:avLst/>
          </a:prstGeom>
          <a:solidFill>
            <a:srgbClr val="FF6600">
              <a:alpha val="50195"/>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buClr>
                <a:srgbClr val="CC0000"/>
              </a:buClr>
              <a:buFont typeface="Wingdings" panose="05000000000000000000" pitchFamily="2" charset="2"/>
              <a:buChar char="n"/>
            </a:pPr>
            <a:r>
              <a:rPr lang="en-US" altLang="zh-CN" sz="2800" b="1">
                <a:solidFill>
                  <a:srgbClr val="000000"/>
                </a:solidFill>
                <a:latin typeface="Times New Roman" panose="02020603050405020304" pitchFamily="18" charset="0"/>
              </a:rPr>
              <a:t>  3</a:t>
            </a:r>
            <a:r>
              <a:rPr lang="zh-CN" altLang="en-US" sz="2800" b="1">
                <a:solidFill>
                  <a:srgbClr val="000000"/>
                </a:solidFill>
                <a:latin typeface="Times New Roman" panose="02020603050405020304" pitchFamily="18" charset="0"/>
              </a:rPr>
              <a:t>型文法：正则文法</a:t>
            </a:r>
            <a:r>
              <a:rPr lang="zh-CN" altLang="en-US" sz="2800">
                <a:solidFill>
                  <a:srgbClr val="000000"/>
                </a:solidFill>
                <a:latin typeface="宋体" panose="02010600030101010101" pitchFamily="2" charset="-122"/>
              </a:rPr>
              <a:t> </a:t>
            </a:r>
          </a:p>
        </p:txBody>
      </p:sp>
      <p:sp>
        <p:nvSpPr>
          <p:cNvPr id="824327" name="AutoShape 7">
            <a:extLst>
              <a:ext uri="{FF2B5EF4-FFF2-40B4-BE49-F238E27FC236}">
                <a16:creationId xmlns:a16="http://schemas.microsoft.com/office/drawing/2014/main" id="{FF3DDB4B-3D34-40C9-82DC-879E65B39890}"/>
              </a:ext>
            </a:extLst>
          </p:cNvPr>
          <p:cNvSpPr>
            <a:spLocks/>
          </p:cNvSpPr>
          <p:nvPr/>
        </p:nvSpPr>
        <p:spPr bwMode="auto">
          <a:xfrm>
            <a:off x="2536826" y="4354514"/>
            <a:ext cx="7326313" cy="1316037"/>
          </a:xfrm>
          <a:prstGeom prst="accentBorderCallout1">
            <a:avLst>
              <a:gd name="adj1" fmla="val 8685"/>
              <a:gd name="adj2" fmla="val -1042"/>
              <a:gd name="adj3" fmla="val -208444"/>
              <a:gd name="adj4" fmla="val -6176"/>
            </a:avLst>
          </a:prstGeom>
          <a:solidFill>
            <a:srgbClr val="FF6600">
              <a:alpha val="50195"/>
            </a:srgbClr>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20000"/>
              </a:spcBef>
              <a:spcAft>
                <a:spcPct val="0"/>
              </a:spcAft>
              <a:buClr>
                <a:srgbClr val="CC0000"/>
              </a:buClr>
              <a:buFont typeface="Wingdings" panose="05000000000000000000" pitchFamily="2" charset="2"/>
              <a:buChar char="§"/>
            </a:pPr>
            <a:r>
              <a:rPr lang="en-US" altLang="zh-CN" sz="2800" b="1">
                <a:solidFill>
                  <a:srgbClr val="000000"/>
                </a:solidFill>
                <a:latin typeface="Times New Roman" panose="02020603050405020304" pitchFamily="18" charset="0"/>
              </a:rPr>
              <a:t> </a:t>
            </a:r>
            <a:r>
              <a:rPr lang="zh-CN" altLang="en-US" sz="2600" b="1">
                <a:solidFill>
                  <a:srgbClr val="000000"/>
                </a:solidFill>
                <a:latin typeface="Arial" panose="020B0604020202020204" pitchFamily="34" charset="0"/>
              </a:rPr>
              <a:t>左</a:t>
            </a:r>
            <a:r>
              <a:rPr lang="zh-CN" altLang="en-US" sz="2600" b="1">
                <a:solidFill>
                  <a:srgbClr val="000000"/>
                </a:solidFill>
                <a:latin typeface="Times New Roman" panose="02020603050405020304" pitchFamily="18" charset="0"/>
              </a:rPr>
              <a:t>线性文法：</a:t>
            </a:r>
            <a:r>
              <a:rPr lang="en-US" altLang="zh-CN" sz="2600" b="1" i="1">
                <a:solidFill>
                  <a:srgbClr val="000000"/>
                </a:solidFill>
                <a:latin typeface="Times New Roman" panose="02020603050405020304" pitchFamily="18" charset="0"/>
              </a:rPr>
              <a:t>A</a:t>
            </a:r>
            <a:r>
              <a:rPr lang="en-US" altLang="zh-CN" sz="2600" b="1">
                <a:solidFill>
                  <a:srgbClr val="000000"/>
                </a:solidFill>
                <a:latin typeface="Times New Roman" panose="02020603050405020304" pitchFamily="18" charset="0"/>
              </a:rPr>
              <a:t>→</a:t>
            </a:r>
            <a:r>
              <a:rPr lang="en-US" altLang="zh-CN" sz="2600" b="1" i="1">
                <a:solidFill>
                  <a:srgbClr val="000000"/>
                </a:solidFill>
                <a:latin typeface="Times New Roman" panose="02020603050405020304" pitchFamily="18" charset="0"/>
              </a:rPr>
              <a:t>Bt </a:t>
            </a:r>
            <a:r>
              <a:rPr lang="zh-CN" altLang="en-US" sz="2600" b="1">
                <a:solidFill>
                  <a:srgbClr val="000000"/>
                </a:solidFill>
                <a:latin typeface="Times New Roman" panose="02020603050405020304" pitchFamily="18" charset="0"/>
              </a:rPr>
              <a:t>或 </a:t>
            </a:r>
            <a:r>
              <a:rPr lang="en-US" altLang="zh-CN" sz="2600" b="1" i="1">
                <a:solidFill>
                  <a:srgbClr val="000000"/>
                </a:solidFill>
                <a:latin typeface="Times New Roman" panose="02020603050405020304" pitchFamily="18" charset="0"/>
              </a:rPr>
              <a:t>A</a:t>
            </a:r>
            <a:r>
              <a:rPr lang="en-US" altLang="zh-CN" sz="2600" b="1">
                <a:solidFill>
                  <a:srgbClr val="000000"/>
                </a:solidFill>
                <a:latin typeface="Times New Roman" panose="02020603050405020304" pitchFamily="18" charset="0"/>
              </a:rPr>
              <a:t>→</a:t>
            </a:r>
            <a:r>
              <a:rPr lang="en-US" altLang="zh-CN" sz="2600" b="1" i="1">
                <a:solidFill>
                  <a:srgbClr val="000000"/>
                </a:solidFill>
                <a:latin typeface="Times New Roman" panose="02020603050405020304" pitchFamily="18" charset="0"/>
              </a:rPr>
              <a:t>t</a:t>
            </a:r>
            <a:r>
              <a:rPr lang="en-US" altLang="zh-CN" sz="2600" b="1">
                <a:solidFill>
                  <a:srgbClr val="000000"/>
                </a:solidFill>
                <a:latin typeface="Times New Roman" panose="02020603050405020304" pitchFamily="18" charset="0"/>
              </a:rPr>
              <a:t>(</a:t>
            </a:r>
            <a:r>
              <a:rPr lang="en-US" altLang="zh-CN" sz="2600" b="1" i="1">
                <a:solidFill>
                  <a:srgbClr val="000000"/>
                </a:solidFill>
                <a:latin typeface="Times New Roman" panose="02020603050405020304" pitchFamily="18" charset="0"/>
              </a:rPr>
              <a:t>A</a:t>
            </a:r>
            <a:r>
              <a:rPr lang="en-US" altLang="zh-CN" sz="2600" b="1">
                <a:solidFill>
                  <a:srgbClr val="000000"/>
                </a:solidFill>
                <a:latin typeface="Times New Roman" panose="02020603050405020304" pitchFamily="18" charset="0"/>
              </a:rPr>
              <a:t>→</a:t>
            </a:r>
            <a:r>
              <a:rPr lang="en-US" altLang="zh-CN" sz="2600" b="1" i="1">
                <a:solidFill>
                  <a:srgbClr val="000000"/>
                </a:solidFill>
                <a:latin typeface="Times New Roman" panose="02020603050405020304" pitchFamily="18" charset="0"/>
              </a:rPr>
              <a:t>Bt</a:t>
            </a:r>
            <a:r>
              <a:rPr lang="en-US" altLang="zh-CN" sz="2600" b="1">
                <a:solidFill>
                  <a:srgbClr val="000000"/>
                </a:solidFill>
                <a:latin typeface="Times New Roman" panose="02020603050405020304" pitchFamily="18" charset="0"/>
              </a:rPr>
              <a:t>→</a:t>
            </a:r>
            <a:r>
              <a:rPr lang="en-US" altLang="zh-CN" sz="2600" b="1" i="1">
                <a:solidFill>
                  <a:srgbClr val="000000"/>
                </a:solidFill>
                <a:latin typeface="Times New Roman" panose="02020603050405020304" pitchFamily="18" charset="0"/>
              </a:rPr>
              <a:t>Ct</a:t>
            </a:r>
            <a:r>
              <a:rPr lang="en-US" altLang="zh-CN" sz="2600" b="1" baseline="30000">
                <a:solidFill>
                  <a:srgbClr val="000000"/>
                </a:solidFill>
                <a:latin typeface="Times New Roman" panose="02020603050405020304" pitchFamily="18" charset="0"/>
              </a:rPr>
              <a:t>*</a:t>
            </a:r>
            <a:r>
              <a:rPr lang="en-US" altLang="zh-CN" sz="2600" b="1" i="1">
                <a:solidFill>
                  <a:srgbClr val="000000"/>
                </a:solidFill>
                <a:latin typeface="Times New Roman" panose="02020603050405020304" pitchFamily="18" charset="0"/>
              </a:rPr>
              <a:t>t</a:t>
            </a:r>
            <a:r>
              <a:rPr lang="en-US" altLang="zh-CN" sz="2600" b="1">
                <a:solidFill>
                  <a:srgbClr val="000000"/>
                </a:solidFill>
                <a:latin typeface="Times New Roman" panose="02020603050405020304" pitchFamily="18" charset="0"/>
              </a:rPr>
              <a:t>)</a:t>
            </a:r>
          </a:p>
          <a:p>
            <a:pPr fontAlgn="base">
              <a:lnSpc>
                <a:spcPct val="120000"/>
              </a:lnSpc>
              <a:spcBef>
                <a:spcPct val="20000"/>
              </a:spcBef>
              <a:spcAft>
                <a:spcPct val="0"/>
              </a:spcAft>
              <a:buClr>
                <a:srgbClr val="CC0000"/>
              </a:buClr>
              <a:buFont typeface="Wingdings" panose="05000000000000000000" pitchFamily="2" charset="2"/>
              <a:buChar char="§"/>
            </a:pPr>
            <a:r>
              <a:rPr lang="zh-CN" altLang="en-US" sz="2600" b="1">
                <a:solidFill>
                  <a:srgbClr val="000000"/>
                </a:solidFill>
                <a:latin typeface="Times New Roman" panose="02020603050405020304" pitchFamily="18" charset="0"/>
              </a:rPr>
              <a:t>右线性文法 ： </a:t>
            </a:r>
            <a:r>
              <a:rPr lang="en-US" altLang="zh-CN" sz="2600" b="1" i="1">
                <a:solidFill>
                  <a:srgbClr val="000000"/>
                </a:solidFill>
                <a:latin typeface="Times New Roman" panose="02020603050405020304" pitchFamily="18" charset="0"/>
              </a:rPr>
              <a:t>A</a:t>
            </a:r>
            <a:r>
              <a:rPr lang="en-US" altLang="zh-CN" sz="2600" b="1">
                <a:solidFill>
                  <a:srgbClr val="000000"/>
                </a:solidFill>
                <a:latin typeface="Times New Roman" panose="02020603050405020304" pitchFamily="18" charset="0"/>
              </a:rPr>
              <a:t>→</a:t>
            </a:r>
            <a:r>
              <a:rPr lang="en-US" altLang="zh-CN" sz="2600" b="1" i="1">
                <a:solidFill>
                  <a:srgbClr val="000000"/>
                </a:solidFill>
                <a:latin typeface="Times New Roman" panose="02020603050405020304" pitchFamily="18" charset="0"/>
              </a:rPr>
              <a:t>tB</a:t>
            </a:r>
            <a:r>
              <a:rPr lang="zh-CN" altLang="en-US" sz="2600" b="1">
                <a:solidFill>
                  <a:srgbClr val="000000"/>
                </a:solidFill>
                <a:latin typeface="Times New Roman" panose="02020603050405020304" pitchFamily="18" charset="0"/>
              </a:rPr>
              <a:t>或</a:t>
            </a:r>
            <a:r>
              <a:rPr lang="en-US" altLang="zh-CN" sz="2600" b="1" i="1">
                <a:solidFill>
                  <a:srgbClr val="000000"/>
                </a:solidFill>
                <a:latin typeface="Times New Roman" panose="02020603050405020304" pitchFamily="18" charset="0"/>
              </a:rPr>
              <a:t>A</a:t>
            </a:r>
            <a:r>
              <a:rPr lang="en-US" altLang="zh-CN" sz="2600" b="1">
                <a:solidFill>
                  <a:srgbClr val="000000"/>
                </a:solidFill>
                <a:latin typeface="Times New Roman" panose="02020603050405020304" pitchFamily="18" charset="0"/>
              </a:rPr>
              <a:t>→</a:t>
            </a:r>
            <a:r>
              <a:rPr lang="en-US" altLang="zh-CN" sz="2600" b="1" i="1">
                <a:solidFill>
                  <a:srgbClr val="000000"/>
                </a:solidFill>
                <a:latin typeface="Times New Roman" panose="02020603050405020304" pitchFamily="18" charset="0"/>
              </a:rPr>
              <a:t>t</a:t>
            </a:r>
          </a:p>
        </p:txBody>
      </p:sp>
      <p:sp>
        <p:nvSpPr>
          <p:cNvPr id="824328" name="AutoShape 8">
            <a:extLst>
              <a:ext uri="{FF2B5EF4-FFF2-40B4-BE49-F238E27FC236}">
                <a16:creationId xmlns:a16="http://schemas.microsoft.com/office/drawing/2014/main" id="{1CD4ABAD-779C-4066-B158-AF2A3CC7320B}"/>
              </a:ext>
            </a:extLst>
          </p:cNvPr>
          <p:cNvSpPr>
            <a:spLocks/>
          </p:cNvSpPr>
          <p:nvPr/>
        </p:nvSpPr>
        <p:spPr bwMode="auto">
          <a:xfrm>
            <a:off x="2559051" y="5046663"/>
            <a:ext cx="7326313" cy="647700"/>
          </a:xfrm>
          <a:prstGeom prst="accentBorderCallout1">
            <a:avLst>
              <a:gd name="adj1" fmla="val 17648"/>
              <a:gd name="adj2" fmla="val -1042"/>
              <a:gd name="adj3" fmla="val -146569"/>
              <a:gd name="adj4" fmla="val -5593"/>
            </a:avLst>
          </a:prstGeom>
          <a:solidFill>
            <a:srgbClr val="993366">
              <a:alpha val="30196"/>
            </a:srgbClr>
          </a:solidFill>
          <a:ln w="9525">
            <a:solidFill>
              <a:srgbClr val="9933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20000"/>
              </a:spcBef>
              <a:spcAft>
                <a:spcPct val="0"/>
              </a:spcAft>
              <a:buClr>
                <a:srgbClr val="CC0000"/>
              </a:buClr>
              <a:buFont typeface="Wingdings" panose="05000000000000000000" pitchFamily="2" charset="2"/>
              <a:buChar char="§"/>
            </a:pPr>
            <a:r>
              <a:rPr lang="zh-CN" altLang="en-US" sz="2600" b="1">
                <a:solidFill>
                  <a:srgbClr val="000000"/>
                </a:solidFill>
                <a:latin typeface="Times New Roman" panose="02020603050405020304" pitchFamily="18" charset="0"/>
              </a:rPr>
              <a:t>产生式规则</a:t>
            </a:r>
            <a:r>
              <a:rPr lang="en-US" altLang="zh-CN" sz="2600" b="1">
                <a:solidFill>
                  <a:srgbClr val="000000"/>
                </a:solidFill>
                <a:latin typeface="Times New Roman" panose="02020603050405020304" pitchFamily="18" charset="0"/>
              </a:rPr>
              <a:t>:    x→y</a:t>
            </a:r>
          </a:p>
        </p:txBody>
      </p:sp>
      <p:sp>
        <p:nvSpPr>
          <p:cNvPr id="824329" name="AutoShape 9">
            <a:extLst>
              <a:ext uri="{FF2B5EF4-FFF2-40B4-BE49-F238E27FC236}">
                <a16:creationId xmlns:a16="http://schemas.microsoft.com/office/drawing/2014/main" id="{FCB80B7D-1016-4DDC-9D76-88E46AC03D1A}"/>
              </a:ext>
            </a:extLst>
          </p:cNvPr>
          <p:cNvSpPr>
            <a:spLocks/>
          </p:cNvSpPr>
          <p:nvPr/>
        </p:nvSpPr>
        <p:spPr bwMode="auto">
          <a:xfrm>
            <a:off x="2581276" y="4540250"/>
            <a:ext cx="7326313" cy="1316038"/>
          </a:xfrm>
          <a:prstGeom prst="accentBorderCallout1">
            <a:avLst>
              <a:gd name="adj1" fmla="val 8685"/>
              <a:gd name="adj2" fmla="val -1042"/>
              <a:gd name="adj3" fmla="val -94574"/>
              <a:gd name="adj4" fmla="val -6588"/>
            </a:avLst>
          </a:prstGeom>
          <a:solidFill>
            <a:srgbClr val="00FFFF">
              <a:alpha val="30196"/>
            </a:srgbClr>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20000"/>
              </a:spcBef>
              <a:spcAft>
                <a:spcPct val="0"/>
              </a:spcAft>
              <a:buClr>
                <a:srgbClr val="CC0000"/>
              </a:buClr>
              <a:buFont typeface="Wingdings" panose="05000000000000000000" pitchFamily="2" charset="2"/>
              <a:buChar char="§"/>
            </a:pPr>
            <a:r>
              <a:rPr lang="en-US" altLang="zh-CN" sz="2800" b="1">
                <a:solidFill>
                  <a:srgbClr val="000000"/>
                </a:solidFill>
                <a:latin typeface="Times New Roman" panose="02020603050405020304" pitchFamily="18" charset="0"/>
              </a:rPr>
              <a:t> </a:t>
            </a:r>
            <a:r>
              <a:rPr lang="zh-CN" altLang="en-US" sz="2800" b="1">
                <a:solidFill>
                  <a:srgbClr val="000000"/>
                </a:solidFill>
                <a:latin typeface="Times New Roman" panose="02020603050405020304" pitchFamily="18" charset="0"/>
              </a:rPr>
              <a:t>产生式规则</a:t>
            </a:r>
            <a:r>
              <a:rPr lang="en-US" altLang="zh-CN" sz="2800" b="1">
                <a:solidFill>
                  <a:srgbClr val="000000"/>
                </a:solidFill>
                <a:latin typeface="Times New Roman" panose="02020603050405020304" pitchFamily="18" charset="0"/>
              </a:rPr>
              <a:t>:    </a:t>
            </a:r>
            <a:r>
              <a:rPr lang="en-US" altLang="zh-CN" sz="2800" b="1" i="1">
                <a:solidFill>
                  <a:srgbClr val="000000"/>
                </a:solidFill>
                <a:latin typeface="Times New Roman" panose="02020603050405020304" pitchFamily="18" charset="0"/>
              </a:rPr>
              <a:t>x</a:t>
            </a:r>
            <a:r>
              <a:rPr lang="en-US" altLang="zh-CN" sz="2600" b="1">
                <a:solidFill>
                  <a:srgbClr val="000000"/>
                </a:solidFill>
                <a:latin typeface="Times New Roman" panose="02020603050405020304" pitchFamily="18" charset="0"/>
              </a:rPr>
              <a:t>→</a:t>
            </a:r>
            <a:r>
              <a:rPr lang="en-US" altLang="zh-CN" sz="2600" b="1" i="1">
                <a:solidFill>
                  <a:srgbClr val="000000"/>
                </a:solidFill>
                <a:latin typeface="Times New Roman" panose="02020603050405020304" pitchFamily="18" charset="0"/>
              </a:rPr>
              <a:t>y</a:t>
            </a:r>
          </a:p>
          <a:p>
            <a:pPr fontAlgn="base">
              <a:lnSpc>
                <a:spcPct val="120000"/>
              </a:lnSpc>
              <a:spcBef>
                <a:spcPct val="20000"/>
              </a:spcBef>
              <a:spcAft>
                <a:spcPct val="0"/>
              </a:spcAft>
              <a:buClr>
                <a:srgbClr val="CC0000"/>
              </a:buClr>
              <a:buFont typeface="Wingdings" panose="05000000000000000000" pitchFamily="2" charset="2"/>
              <a:buChar char="§"/>
            </a:pPr>
            <a:r>
              <a:rPr lang="zh-CN" altLang="en-US" sz="2600" b="1">
                <a:solidFill>
                  <a:srgbClr val="000000"/>
                </a:solidFill>
                <a:latin typeface="Times New Roman" panose="02020603050405020304" pitchFamily="18" charset="0"/>
              </a:rPr>
              <a:t>例：</a:t>
            </a:r>
            <a:r>
              <a:rPr lang="en-US" altLang="zh-CN" sz="2600" b="1" i="1">
                <a:solidFill>
                  <a:srgbClr val="000000"/>
                </a:solidFill>
                <a:latin typeface="Times New Roman" panose="02020603050405020304" pitchFamily="18" charset="0"/>
              </a:rPr>
              <a:t>AB</a:t>
            </a:r>
            <a:r>
              <a:rPr lang="en-US" altLang="zh-CN" sz="2600" b="1">
                <a:solidFill>
                  <a:srgbClr val="000000"/>
                </a:solidFill>
                <a:latin typeface="Times New Roman" panose="02020603050405020304" pitchFamily="18" charset="0"/>
              </a:rPr>
              <a:t>→</a:t>
            </a:r>
            <a:r>
              <a:rPr lang="en-US" altLang="zh-CN" sz="2600" b="1" i="1">
                <a:solidFill>
                  <a:srgbClr val="000000"/>
                </a:solidFill>
                <a:latin typeface="Times New Roman" panose="02020603050405020304" pitchFamily="18" charset="0"/>
              </a:rPr>
              <a:t>CDE</a:t>
            </a:r>
            <a:r>
              <a:rPr lang="en-US" altLang="zh-CN" sz="2600" b="1">
                <a:solidFill>
                  <a:srgbClr val="000000"/>
                </a:solidFill>
                <a:latin typeface="Times New Roman" panose="02020603050405020304" pitchFamily="18" charset="0"/>
              </a:rPr>
              <a:t> √  </a:t>
            </a:r>
            <a:r>
              <a:rPr lang="en-US" altLang="zh-CN" sz="2600" b="1" i="1">
                <a:solidFill>
                  <a:srgbClr val="000000"/>
                </a:solidFill>
                <a:latin typeface="Times New Roman" panose="02020603050405020304" pitchFamily="18" charset="0"/>
              </a:rPr>
              <a:t>ABC</a:t>
            </a:r>
            <a:r>
              <a:rPr lang="en-US" altLang="zh-CN" sz="2600" b="1">
                <a:solidFill>
                  <a:srgbClr val="000000"/>
                </a:solidFill>
                <a:latin typeface="Times New Roman" panose="02020603050405020304" pitchFamily="18" charset="0"/>
              </a:rPr>
              <a:t>→</a:t>
            </a:r>
            <a:r>
              <a:rPr lang="en-US" altLang="zh-CN" sz="2600" b="1" i="1">
                <a:solidFill>
                  <a:srgbClr val="000000"/>
                </a:solidFill>
                <a:latin typeface="Times New Roman" panose="02020603050405020304" pitchFamily="18" charset="0"/>
              </a:rPr>
              <a:t>DE</a:t>
            </a:r>
            <a:r>
              <a:rPr lang="en-US" altLang="zh-CN" sz="2600" b="1">
                <a:solidFill>
                  <a:srgbClr val="000000"/>
                </a:solidFill>
                <a:latin typeface="Times New Roman" panose="02020603050405020304" pitchFamily="18" charset="0"/>
              </a:rPr>
              <a:t> ×   </a:t>
            </a:r>
            <a:r>
              <a:rPr lang="en-US" altLang="zh-CN" sz="2600" b="1" i="1">
                <a:solidFill>
                  <a:srgbClr val="000000"/>
                </a:solidFill>
                <a:latin typeface="Times New Roman" panose="02020603050405020304" pitchFamily="18" charset="0"/>
              </a:rPr>
              <a:t> XaY</a:t>
            </a:r>
            <a:r>
              <a:rPr lang="en-US" altLang="zh-CN" sz="2600" b="1">
                <a:solidFill>
                  <a:srgbClr val="000000"/>
                </a:solidFill>
                <a:latin typeface="Times New Roman" panose="02020603050405020304" pitchFamily="18" charset="0"/>
              </a:rPr>
              <a:t>→</a:t>
            </a:r>
            <a:r>
              <a:rPr lang="en-US" altLang="zh-CN" sz="2600" b="1" i="1">
                <a:solidFill>
                  <a:srgbClr val="000000"/>
                </a:solidFill>
                <a:latin typeface="Times New Roman" panose="02020603050405020304" pitchFamily="18" charset="0"/>
              </a:rPr>
              <a:t>XbY</a:t>
            </a:r>
          </a:p>
        </p:txBody>
      </p:sp>
      <p:sp>
        <p:nvSpPr>
          <p:cNvPr id="824330" name="AutoShape 10">
            <a:extLst>
              <a:ext uri="{FF2B5EF4-FFF2-40B4-BE49-F238E27FC236}">
                <a16:creationId xmlns:a16="http://schemas.microsoft.com/office/drawing/2014/main" id="{728395AD-301F-418D-87C1-7B4E20350F82}"/>
              </a:ext>
            </a:extLst>
          </p:cNvPr>
          <p:cNvSpPr>
            <a:spLocks/>
          </p:cNvSpPr>
          <p:nvPr/>
        </p:nvSpPr>
        <p:spPr bwMode="auto">
          <a:xfrm>
            <a:off x="2643188" y="4611688"/>
            <a:ext cx="7326312" cy="633412"/>
          </a:xfrm>
          <a:prstGeom prst="accentBorderCallout1">
            <a:avLst>
              <a:gd name="adj1" fmla="val 18046"/>
              <a:gd name="adj2" fmla="val -1042"/>
              <a:gd name="adj3" fmla="val -340102"/>
              <a:gd name="adj4" fmla="val -7542"/>
            </a:avLst>
          </a:prstGeom>
          <a:solidFill>
            <a:srgbClr val="FFFF00">
              <a:alpha val="30196"/>
            </a:srgbClr>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20000"/>
              </a:spcBef>
              <a:spcAft>
                <a:spcPct val="0"/>
              </a:spcAft>
              <a:buClr>
                <a:srgbClr val="CC0000"/>
              </a:buClr>
              <a:buFont typeface="Wingdings" panose="05000000000000000000" pitchFamily="2" charset="2"/>
              <a:buChar char="§"/>
            </a:pPr>
            <a:r>
              <a:rPr lang="en-US" altLang="zh-CN" sz="2800" b="1">
                <a:solidFill>
                  <a:srgbClr val="000000"/>
                </a:solidFill>
                <a:latin typeface="Times New Roman" panose="02020603050405020304" pitchFamily="18" charset="0"/>
              </a:rPr>
              <a:t> </a:t>
            </a:r>
            <a:r>
              <a:rPr lang="zh-CN" altLang="en-US" sz="2600" b="1">
                <a:solidFill>
                  <a:srgbClr val="000000"/>
                </a:solidFill>
                <a:latin typeface="Times New Roman" panose="02020603050405020304" pitchFamily="18" charset="0"/>
              </a:rPr>
              <a:t>产生式规则：</a:t>
            </a:r>
            <a:r>
              <a:rPr lang="en-US" altLang="zh-CN" sz="2600" b="1" i="1">
                <a:solidFill>
                  <a:srgbClr val="000000"/>
                </a:solidFill>
                <a:latin typeface="Times New Roman" panose="02020603050405020304" pitchFamily="18" charset="0"/>
              </a:rPr>
              <a:t>A</a:t>
            </a:r>
            <a:r>
              <a:rPr lang="en-US" altLang="zh-CN" sz="2600" b="1">
                <a:solidFill>
                  <a:srgbClr val="000000"/>
                </a:solidFill>
                <a:latin typeface="Times New Roman" panose="02020603050405020304" pitchFamily="18" charset="0"/>
              </a:rPr>
              <a:t>→</a:t>
            </a:r>
            <a:r>
              <a:rPr lang="en-US" altLang="zh-CN" sz="2600" b="1" i="1">
                <a:solidFill>
                  <a:srgbClr val="000000"/>
                </a:solidFill>
                <a:latin typeface="Times New Roman" panose="02020603050405020304" pitchFamily="18" charset="0"/>
              </a:rPr>
              <a:t>x</a:t>
            </a:r>
            <a:endParaRPr lang="en-US" altLang="zh-CN" sz="2600" b="1">
              <a:solidFill>
                <a:srgbClr val="000000"/>
              </a:solidFill>
              <a:latin typeface="Times New Roman" panose="02020603050405020304" pitchFamily="18" charset="0"/>
            </a:endParaRPr>
          </a:p>
        </p:txBody>
      </p:sp>
      <p:sp>
        <p:nvSpPr>
          <p:cNvPr id="824331" name="Rectangle 11">
            <a:extLst>
              <a:ext uri="{FF2B5EF4-FFF2-40B4-BE49-F238E27FC236}">
                <a16:creationId xmlns:a16="http://schemas.microsoft.com/office/drawing/2014/main" id="{BD226319-CE7F-410A-ACF5-4D85C7D17E00}"/>
              </a:ext>
            </a:extLst>
          </p:cNvPr>
          <p:cNvSpPr>
            <a:spLocks noChangeArrowheads="1"/>
          </p:cNvSpPr>
          <p:nvPr/>
        </p:nvSpPr>
        <p:spPr bwMode="auto">
          <a:xfrm>
            <a:off x="1804988" y="3521075"/>
            <a:ext cx="5670550" cy="528638"/>
          </a:xfrm>
          <a:prstGeom prst="rect">
            <a:avLst/>
          </a:prstGeom>
          <a:solidFill>
            <a:srgbClr val="993366">
              <a:alpha val="30196"/>
            </a:srgbClr>
          </a:solidFill>
          <a:ln w="9525">
            <a:solidFill>
              <a:srgbClr val="9933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buClr>
                <a:srgbClr val="CC0000"/>
              </a:buClr>
              <a:buFont typeface="Wingdings" panose="05000000000000000000" pitchFamily="2" charset="2"/>
              <a:buChar char="n"/>
            </a:pPr>
            <a:r>
              <a:rPr lang="en-US" altLang="zh-CN" sz="2800" b="1">
                <a:solidFill>
                  <a:srgbClr val="000000"/>
                </a:solidFill>
                <a:latin typeface="Times New Roman" panose="02020603050405020304" pitchFamily="18" charset="0"/>
              </a:rPr>
              <a:t>  0</a:t>
            </a:r>
            <a:r>
              <a:rPr lang="zh-CN" altLang="en-US" sz="2800" b="1">
                <a:solidFill>
                  <a:srgbClr val="000000"/>
                </a:solidFill>
                <a:latin typeface="Times New Roman" panose="02020603050405020304" pitchFamily="18" charset="0"/>
              </a:rPr>
              <a:t>型文法：无约束短语结构文法</a:t>
            </a:r>
          </a:p>
        </p:txBody>
      </p:sp>
      <p:sp>
        <p:nvSpPr>
          <p:cNvPr id="665613" name="Rectangle 12">
            <a:extLst>
              <a:ext uri="{FF2B5EF4-FFF2-40B4-BE49-F238E27FC236}">
                <a16:creationId xmlns:a16="http://schemas.microsoft.com/office/drawing/2014/main" id="{221A1096-8708-4E8E-A228-29B7FE1B0D33}"/>
              </a:ext>
            </a:extLst>
          </p:cNvPr>
          <p:cNvSpPr>
            <a:spLocks noGrp="1" noChangeArrowheads="1"/>
          </p:cNvSpPr>
          <p:nvPr>
            <p:ph type="title"/>
          </p:nvPr>
        </p:nvSpPr>
        <p:spPr/>
        <p:txBody>
          <a:bodyPr/>
          <a:lstStyle/>
          <a:p>
            <a:pPr eaLnBrk="1" hangingPunct="1"/>
            <a:r>
              <a:rPr lang="en-US" altLang="zh-CN">
                <a:latin typeface="Times New Roman" panose="02020603050405020304" pitchFamily="18" charset="0"/>
              </a:rPr>
              <a:t>2.  </a:t>
            </a:r>
            <a:r>
              <a:rPr lang="zh-CN" altLang="en-US">
                <a:latin typeface="Times New Roman" panose="02020603050405020304" pitchFamily="18" charset="0"/>
              </a:rPr>
              <a:t>句法分析</a:t>
            </a:r>
            <a:r>
              <a:rPr lang="en-US" altLang="zh-CN">
                <a:latin typeface="Times New Roman" panose="02020603050405020304" pitchFamily="18" charset="0"/>
              </a:rPr>
              <a:t>: </a:t>
            </a:r>
            <a:r>
              <a:rPr lang="zh-CN" altLang="en-US">
                <a:latin typeface="Times New Roman" panose="02020603050405020304" pitchFamily="18" charset="0"/>
              </a:rPr>
              <a:t>乔姆斯基的形式文法</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24326"/>
                                        </p:tgtEl>
                                        <p:attrNameLst>
                                          <p:attrName>style.visibility</p:attrName>
                                        </p:attrNameLst>
                                      </p:cBhvr>
                                      <p:to>
                                        <p:strVal val="visible"/>
                                      </p:to>
                                    </p:set>
                                    <p:anim calcmode="lin" valueType="num">
                                      <p:cBhvr additive="base">
                                        <p:cTn id="7" dur="500" fill="hold"/>
                                        <p:tgtEl>
                                          <p:spTgt spid="824326"/>
                                        </p:tgtEl>
                                        <p:attrNameLst>
                                          <p:attrName>ppt_x</p:attrName>
                                        </p:attrNameLst>
                                      </p:cBhvr>
                                      <p:tavLst>
                                        <p:tav tm="0">
                                          <p:val>
                                            <p:strVal val="#ppt_x"/>
                                          </p:val>
                                        </p:tav>
                                        <p:tav tm="100000">
                                          <p:val>
                                            <p:strVal val="#ppt_x"/>
                                          </p:val>
                                        </p:tav>
                                      </p:tavLst>
                                    </p:anim>
                                    <p:anim calcmode="lin" valueType="num">
                                      <p:cBhvr additive="base">
                                        <p:cTn id="8" dur="500" fill="hold"/>
                                        <p:tgtEl>
                                          <p:spTgt spid="824326"/>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824325"/>
                                        </p:tgtEl>
                                        <p:attrNameLst>
                                          <p:attrName>style.visibility</p:attrName>
                                        </p:attrNameLst>
                                      </p:cBhvr>
                                      <p:to>
                                        <p:strVal val="visible"/>
                                      </p:to>
                                    </p:set>
                                    <p:anim calcmode="lin" valueType="num">
                                      <p:cBhvr additive="base">
                                        <p:cTn id="12" dur="500" fill="hold"/>
                                        <p:tgtEl>
                                          <p:spTgt spid="824325"/>
                                        </p:tgtEl>
                                        <p:attrNameLst>
                                          <p:attrName>ppt_x</p:attrName>
                                        </p:attrNameLst>
                                      </p:cBhvr>
                                      <p:tavLst>
                                        <p:tav tm="0">
                                          <p:val>
                                            <p:strVal val="#ppt_x"/>
                                          </p:val>
                                        </p:tav>
                                        <p:tav tm="100000">
                                          <p:val>
                                            <p:strVal val="#ppt_x"/>
                                          </p:val>
                                        </p:tav>
                                      </p:tavLst>
                                    </p:anim>
                                    <p:anim calcmode="lin" valueType="num">
                                      <p:cBhvr additive="base">
                                        <p:cTn id="13" dur="500" fill="hold"/>
                                        <p:tgtEl>
                                          <p:spTgt spid="824325"/>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824324"/>
                                        </p:tgtEl>
                                        <p:attrNameLst>
                                          <p:attrName>style.visibility</p:attrName>
                                        </p:attrNameLst>
                                      </p:cBhvr>
                                      <p:to>
                                        <p:strVal val="visible"/>
                                      </p:to>
                                    </p:set>
                                    <p:anim calcmode="lin" valueType="num">
                                      <p:cBhvr additive="base">
                                        <p:cTn id="17" dur="500" fill="hold"/>
                                        <p:tgtEl>
                                          <p:spTgt spid="824324"/>
                                        </p:tgtEl>
                                        <p:attrNameLst>
                                          <p:attrName>ppt_x</p:attrName>
                                        </p:attrNameLst>
                                      </p:cBhvr>
                                      <p:tavLst>
                                        <p:tav tm="0">
                                          <p:val>
                                            <p:strVal val="#ppt_x"/>
                                          </p:val>
                                        </p:tav>
                                        <p:tav tm="100000">
                                          <p:val>
                                            <p:strVal val="#ppt_x"/>
                                          </p:val>
                                        </p:tav>
                                      </p:tavLst>
                                    </p:anim>
                                    <p:anim calcmode="lin" valueType="num">
                                      <p:cBhvr additive="base">
                                        <p:cTn id="18" dur="500" fill="hold"/>
                                        <p:tgtEl>
                                          <p:spTgt spid="824324"/>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824331"/>
                                        </p:tgtEl>
                                        <p:attrNameLst>
                                          <p:attrName>style.visibility</p:attrName>
                                        </p:attrNameLst>
                                      </p:cBhvr>
                                      <p:to>
                                        <p:strVal val="visible"/>
                                      </p:to>
                                    </p:set>
                                    <p:anim calcmode="lin" valueType="num">
                                      <p:cBhvr additive="base">
                                        <p:cTn id="22" dur="500" fill="hold"/>
                                        <p:tgtEl>
                                          <p:spTgt spid="824331"/>
                                        </p:tgtEl>
                                        <p:attrNameLst>
                                          <p:attrName>ppt_x</p:attrName>
                                        </p:attrNameLst>
                                      </p:cBhvr>
                                      <p:tavLst>
                                        <p:tav tm="0">
                                          <p:val>
                                            <p:strVal val="#ppt_x"/>
                                          </p:val>
                                        </p:tav>
                                        <p:tav tm="100000">
                                          <p:val>
                                            <p:strVal val="#ppt_x"/>
                                          </p:val>
                                        </p:tav>
                                      </p:tavLst>
                                    </p:anim>
                                    <p:anim calcmode="lin" valueType="num">
                                      <p:cBhvr additive="base">
                                        <p:cTn id="23" dur="500" fill="hold"/>
                                        <p:tgtEl>
                                          <p:spTgt spid="824331"/>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824327"/>
                                        </p:tgtEl>
                                        <p:attrNameLst>
                                          <p:attrName>style.visibility</p:attrName>
                                        </p:attrNameLst>
                                      </p:cBhvr>
                                      <p:to>
                                        <p:strVal val="visible"/>
                                      </p:to>
                                    </p:set>
                                    <p:anim calcmode="lin" valueType="num">
                                      <p:cBhvr additive="base">
                                        <p:cTn id="28" dur="500" fill="hold"/>
                                        <p:tgtEl>
                                          <p:spTgt spid="824327"/>
                                        </p:tgtEl>
                                        <p:attrNameLst>
                                          <p:attrName>ppt_x</p:attrName>
                                        </p:attrNameLst>
                                      </p:cBhvr>
                                      <p:tavLst>
                                        <p:tav tm="0">
                                          <p:val>
                                            <p:strVal val="#ppt_x"/>
                                          </p:val>
                                        </p:tav>
                                        <p:tav tm="100000">
                                          <p:val>
                                            <p:strVal val="#ppt_x"/>
                                          </p:val>
                                        </p:tav>
                                      </p:tavLst>
                                    </p:anim>
                                    <p:anim calcmode="lin" valueType="num">
                                      <p:cBhvr additive="base">
                                        <p:cTn id="29" dur="500" fill="hold"/>
                                        <p:tgtEl>
                                          <p:spTgt spid="824327"/>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824327"/>
                                        </p:tgtEl>
                                        <p:attrNameLst>
                                          <p:attrName>style.visibility</p:attrName>
                                        </p:attrNameLst>
                                      </p:cBhvr>
                                      <p:to>
                                        <p:strVal val="hidden"/>
                                      </p:to>
                                    </p:set>
                                  </p:sub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824330"/>
                                        </p:tgtEl>
                                        <p:attrNameLst>
                                          <p:attrName>style.visibility</p:attrName>
                                        </p:attrNameLst>
                                      </p:cBhvr>
                                      <p:to>
                                        <p:strVal val="visible"/>
                                      </p:to>
                                    </p:set>
                                    <p:anim calcmode="lin" valueType="num">
                                      <p:cBhvr additive="base">
                                        <p:cTn id="34" dur="500" fill="hold"/>
                                        <p:tgtEl>
                                          <p:spTgt spid="824330"/>
                                        </p:tgtEl>
                                        <p:attrNameLst>
                                          <p:attrName>ppt_x</p:attrName>
                                        </p:attrNameLst>
                                      </p:cBhvr>
                                      <p:tavLst>
                                        <p:tav tm="0">
                                          <p:val>
                                            <p:strVal val="#ppt_x"/>
                                          </p:val>
                                        </p:tav>
                                        <p:tav tm="100000">
                                          <p:val>
                                            <p:strVal val="#ppt_x"/>
                                          </p:val>
                                        </p:tav>
                                      </p:tavLst>
                                    </p:anim>
                                    <p:anim calcmode="lin" valueType="num">
                                      <p:cBhvr additive="base">
                                        <p:cTn id="35" dur="500" fill="hold"/>
                                        <p:tgtEl>
                                          <p:spTgt spid="824330"/>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824330"/>
                                        </p:tgtEl>
                                        <p:attrNameLst>
                                          <p:attrName>style.visibility</p:attrName>
                                        </p:attrNameLst>
                                      </p:cBhvr>
                                      <p:to>
                                        <p:strVal val="hidden"/>
                                      </p:to>
                                    </p:set>
                                  </p:sub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824329"/>
                                        </p:tgtEl>
                                        <p:attrNameLst>
                                          <p:attrName>style.visibility</p:attrName>
                                        </p:attrNameLst>
                                      </p:cBhvr>
                                      <p:to>
                                        <p:strVal val="visible"/>
                                      </p:to>
                                    </p:set>
                                    <p:anim calcmode="lin" valueType="num">
                                      <p:cBhvr additive="base">
                                        <p:cTn id="40" dur="500" fill="hold"/>
                                        <p:tgtEl>
                                          <p:spTgt spid="824329"/>
                                        </p:tgtEl>
                                        <p:attrNameLst>
                                          <p:attrName>ppt_x</p:attrName>
                                        </p:attrNameLst>
                                      </p:cBhvr>
                                      <p:tavLst>
                                        <p:tav tm="0">
                                          <p:val>
                                            <p:strVal val="#ppt_x"/>
                                          </p:val>
                                        </p:tav>
                                        <p:tav tm="100000">
                                          <p:val>
                                            <p:strVal val="#ppt_x"/>
                                          </p:val>
                                        </p:tav>
                                      </p:tavLst>
                                    </p:anim>
                                    <p:anim calcmode="lin" valueType="num">
                                      <p:cBhvr additive="base">
                                        <p:cTn id="41" dur="500" fill="hold"/>
                                        <p:tgtEl>
                                          <p:spTgt spid="824329"/>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824329"/>
                                        </p:tgtEl>
                                        <p:attrNameLst>
                                          <p:attrName>style.visibility</p:attrName>
                                        </p:attrNameLst>
                                      </p:cBhvr>
                                      <p:to>
                                        <p:strVal val="hidden"/>
                                      </p:to>
                                    </p:set>
                                  </p:sub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824328"/>
                                        </p:tgtEl>
                                        <p:attrNameLst>
                                          <p:attrName>style.visibility</p:attrName>
                                        </p:attrNameLst>
                                      </p:cBhvr>
                                      <p:to>
                                        <p:strVal val="visible"/>
                                      </p:to>
                                    </p:set>
                                    <p:anim calcmode="lin" valueType="num">
                                      <p:cBhvr additive="base">
                                        <p:cTn id="46" dur="500" fill="hold"/>
                                        <p:tgtEl>
                                          <p:spTgt spid="824328"/>
                                        </p:tgtEl>
                                        <p:attrNameLst>
                                          <p:attrName>ppt_x</p:attrName>
                                        </p:attrNameLst>
                                      </p:cBhvr>
                                      <p:tavLst>
                                        <p:tav tm="0">
                                          <p:val>
                                            <p:strVal val="#ppt_x"/>
                                          </p:val>
                                        </p:tav>
                                        <p:tav tm="100000">
                                          <p:val>
                                            <p:strVal val="#ppt_x"/>
                                          </p:val>
                                        </p:tav>
                                      </p:tavLst>
                                    </p:anim>
                                    <p:anim calcmode="lin" valueType="num">
                                      <p:cBhvr additive="base">
                                        <p:cTn id="47" dur="500" fill="hold"/>
                                        <p:tgtEl>
                                          <p:spTgt spid="824328"/>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82432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4324" grpId="0" animBg="1"/>
      <p:bldP spid="824325" grpId="0" animBg="1"/>
      <p:bldP spid="824326" grpId="0" animBg="1"/>
      <p:bldP spid="824327" grpId="0" animBg="1"/>
      <p:bldP spid="824328" grpId="0" animBg="1"/>
      <p:bldP spid="824329" grpId="0" animBg="1"/>
      <p:bldP spid="824330" grpId="0" animBg="1"/>
      <p:bldP spid="824331"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a:extLst>
              <a:ext uri="{FF2B5EF4-FFF2-40B4-BE49-F238E27FC236}">
                <a16:creationId xmlns:a16="http://schemas.microsoft.com/office/drawing/2014/main" id="{02BBFA53-8237-4B1E-A379-B956621973A9}"/>
              </a:ext>
            </a:extLst>
          </p:cNvPr>
          <p:cNvSpPr>
            <a:spLocks noGrp="1"/>
          </p:cNvSpPr>
          <p:nvPr>
            <p:ph type="sldNum" sz="quarter" idx="10"/>
          </p:nvPr>
        </p:nvSpPr>
        <p:spPr/>
        <p:txBody>
          <a:bodyPr/>
          <a:lstStyle/>
          <a:p>
            <a:pPr fontAlgn="base">
              <a:spcBef>
                <a:spcPct val="0"/>
              </a:spcBef>
              <a:spcAft>
                <a:spcPct val="0"/>
              </a:spcAft>
              <a:defRPr/>
            </a:pPr>
            <a:fld id="{B5621C86-9BAB-4D41-B80D-0F61975A2910}" type="slidenum">
              <a:rPr lang="ja-JP" altLang="en-US">
                <a:latin typeface="Arial"/>
              </a:rPr>
              <a:pPr fontAlgn="base">
                <a:spcBef>
                  <a:spcPct val="0"/>
                </a:spcBef>
                <a:spcAft>
                  <a:spcPct val="0"/>
                </a:spcAft>
                <a:defRPr/>
              </a:pPr>
              <a:t>53</a:t>
            </a:fld>
            <a:endParaRPr lang="en-US" altLang="ja-JP">
              <a:latin typeface="Arial"/>
            </a:endParaRPr>
          </a:p>
        </p:txBody>
      </p:sp>
      <p:sp>
        <p:nvSpPr>
          <p:cNvPr id="666627" name="Rectangle 2">
            <a:extLst>
              <a:ext uri="{FF2B5EF4-FFF2-40B4-BE49-F238E27FC236}">
                <a16:creationId xmlns:a16="http://schemas.microsoft.com/office/drawing/2014/main" id="{B21106AF-F7FE-4EE4-A784-3905205488B4}"/>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3.  </a:t>
            </a:r>
            <a:r>
              <a:rPr lang="zh-CN" altLang="en-US" sz="3600">
                <a:solidFill>
                  <a:srgbClr val="FFFFFF"/>
                </a:solidFill>
                <a:latin typeface="Times New Roman" panose="02020603050405020304" pitchFamily="18" charset="0"/>
                <a:ea typeface="黑体" panose="02010609060101010101" pitchFamily="49" charset="-122"/>
              </a:rPr>
              <a:t>语义分析</a:t>
            </a:r>
          </a:p>
        </p:txBody>
      </p:sp>
      <p:sp>
        <p:nvSpPr>
          <p:cNvPr id="666628" name="Rectangle 3">
            <a:extLst>
              <a:ext uri="{FF2B5EF4-FFF2-40B4-BE49-F238E27FC236}">
                <a16:creationId xmlns:a16="http://schemas.microsoft.com/office/drawing/2014/main" id="{549FEBD3-0A8A-4AD3-B941-EAA41F23C2D1}"/>
              </a:ext>
            </a:extLst>
          </p:cNvPr>
          <p:cNvSpPr>
            <a:spLocks noChangeArrowheads="1"/>
          </p:cNvSpPr>
          <p:nvPr/>
        </p:nvSpPr>
        <p:spPr bwMode="auto">
          <a:xfrm>
            <a:off x="2065338" y="1014413"/>
            <a:ext cx="8159750" cy="1317348"/>
          </a:xfrm>
          <a:prstGeom prst="rect">
            <a:avLst/>
          </a:prstGeom>
          <a:gradFill rotWithShape="0">
            <a:gsLst>
              <a:gs pos="0">
                <a:srgbClr val="CCFFFF"/>
              </a:gs>
              <a:gs pos="100000">
                <a:srgbClr val="FFFFFF"/>
              </a:gs>
            </a:gsLst>
            <a:path path="rect">
              <a:fillToRect l="100000" b="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823913" indent="-342900">
              <a:defRPr>
                <a:solidFill>
                  <a:schemeClr val="tx1"/>
                </a:solidFill>
                <a:latin typeface="Verdana" panose="020B0604030504040204" pitchFamily="34" charset="0"/>
                <a:ea typeface="宋体" panose="02010600030101010101" pitchFamily="2" charset="-122"/>
              </a:defRPr>
            </a:lvl2pPr>
            <a:lvl3pPr marL="1357313" indent="-342900">
              <a:defRPr>
                <a:solidFill>
                  <a:schemeClr val="tx1"/>
                </a:solidFill>
                <a:latin typeface="Verdana" panose="020B0604030504040204" pitchFamily="34" charset="0"/>
                <a:ea typeface="宋体" panose="02010600030101010101" pitchFamily="2" charset="-122"/>
              </a:defRPr>
            </a:lvl3pPr>
            <a:lvl4pPr marL="1890713" indent="-342900">
              <a:defRPr>
                <a:solidFill>
                  <a:schemeClr val="tx1"/>
                </a:solidFill>
                <a:latin typeface="Verdana" panose="020B0604030504040204" pitchFamily="34" charset="0"/>
                <a:ea typeface="宋体" panose="02010600030101010101" pitchFamily="2" charset="-122"/>
              </a:defRPr>
            </a:lvl4pPr>
            <a:lvl5pPr marL="2424113" indent="-342900">
              <a:defRPr>
                <a:solidFill>
                  <a:schemeClr val="tx1"/>
                </a:solidFill>
                <a:latin typeface="Verdana" panose="020B0604030504040204" pitchFamily="34" charset="0"/>
                <a:ea typeface="宋体" panose="02010600030101010101" pitchFamily="2" charset="-122"/>
              </a:defRPr>
            </a:lvl5pPr>
            <a:lvl6pPr marL="2881313"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338513"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795713"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4252913"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20000"/>
              </a:spcBef>
              <a:spcAft>
                <a:spcPct val="0"/>
              </a:spcAft>
              <a:buClr>
                <a:srgbClr val="CC0000"/>
              </a:buClr>
              <a:buFont typeface="Wingdings" panose="05000000000000000000" pitchFamily="2" charset="2"/>
              <a:buChar char="§"/>
            </a:pPr>
            <a:r>
              <a:rPr lang="en-US" altLang="zh-CN" sz="2800" b="1">
                <a:solidFill>
                  <a:srgbClr val="000000"/>
                </a:solidFill>
                <a:latin typeface="Times New Roman" panose="02020603050405020304" pitchFamily="18" charset="0"/>
              </a:rPr>
              <a:t> </a:t>
            </a:r>
            <a:r>
              <a:rPr lang="zh-CN" altLang="en-US" sz="2800" b="1">
                <a:solidFill>
                  <a:srgbClr val="000000"/>
                </a:solidFill>
                <a:latin typeface="Times New Roman" panose="02020603050405020304" pitchFamily="18" charset="0"/>
              </a:rPr>
              <a:t>语义分析是将句法成分与应用领域中的目标表示相关联。</a:t>
            </a:r>
            <a:r>
              <a:rPr lang="zh-CN" altLang="en-US" sz="4200">
                <a:solidFill>
                  <a:srgbClr val="000000"/>
                </a:solidFill>
                <a:latin typeface="Times New Roman" panose="02020603050405020304" pitchFamily="18" charset="0"/>
              </a:rPr>
              <a:t> </a:t>
            </a:r>
          </a:p>
        </p:txBody>
      </p:sp>
      <p:sp>
        <p:nvSpPr>
          <p:cNvPr id="825348" name="Rectangle 4">
            <a:extLst>
              <a:ext uri="{FF2B5EF4-FFF2-40B4-BE49-F238E27FC236}">
                <a16:creationId xmlns:a16="http://schemas.microsoft.com/office/drawing/2014/main" id="{50E99D75-71BE-43BB-8EB9-438160790856}"/>
              </a:ext>
            </a:extLst>
          </p:cNvPr>
          <p:cNvSpPr>
            <a:spLocks noChangeArrowheads="1"/>
          </p:cNvSpPr>
          <p:nvPr/>
        </p:nvSpPr>
        <p:spPr bwMode="auto">
          <a:xfrm>
            <a:off x="2060575" y="2894013"/>
            <a:ext cx="8051800" cy="1765300"/>
          </a:xfrm>
          <a:prstGeom prst="rect">
            <a:avLst/>
          </a:prstGeom>
          <a:gradFill rotWithShape="0">
            <a:gsLst>
              <a:gs pos="0">
                <a:srgbClr val="CCFFCC"/>
              </a:gs>
              <a:gs pos="100000">
                <a:schemeClr val="bg1"/>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1168400" indent="-495300">
              <a:defRPr>
                <a:solidFill>
                  <a:schemeClr val="tx1"/>
                </a:solidFill>
                <a:latin typeface="Verdana" panose="020B0604030504040204" pitchFamily="34" charset="0"/>
                <a:ea typeface="宋体" panose="02010600030101010101" pitchFamily="2" charset="-122"/>
              </a:defRPr>
            </a:lvl2pPr>
            <a:lvl3pPr marL="1797050" indent="-438150">
              <a:defRPr>
                <a:solidFill>
                  <a:schemeClr val="tx1"/>
                </a:solidFill>
                <a:latin typeface="Verdana" panose="020B0604030504040204" pitchFamily="34" charset="0"/>
                <a:ea typeface="宋体" panose="02010600030101010101" pitchFamily="2" charset="-122"/>
              </a:defRPr>
            </a:lvl3pPr>
            <a:lvl4pPr marL="2374900" indent="-387350">
              <a:defRPr>
                <a:solidFill>
                  <a:schemeClr val="tx1"/>
                </a:solidFill>
                <a:latin typeface="Verdana" panose="020B0604030504040204" pitchFamily="34" charset="0"/>
                <a:ea typeface="宋体" panose="02010600030101010101" pitchFamily="2" charset="-122"/>
              </a:defRPr>
            </a:lvl4pPr>
            <a:lvl5pPr marL="2963863" indent="-398463">
              <a:defRPr>
                <a:solidFill>
                  <a:schemeClr val="tx1"/>
                </a:solidFill>
                <a:latin typeface="Verdana" panose="020B0604030504040204" pitchFamily="34" charset="0"/>
                <a:ea typeface="宋体" panose="02010600030101010101" pitchFamily="2" charset="-122"/>
              </a:defRPr>
            </a:lvl5pPr>
            <a:lvl6pPr marL="342106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87826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433546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479266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20000"/>
              </a:spcBef>
              <a:spcAft>
                <a:spcPct val="0"/>
              </a:spcAft>
              <a:buClr>
                <a:srgbClr val="CC0000"/>
              </a:buClr>
            </a:pPr>
            <a:r>
              <a:rPr lang="zh-CN" altLang="en-US" sz="2600" i="1">
                <a:solidFill>
                  <a:srgbClr val="000000"/>
                </a:solidFill>
                <a:latin typeface="Times New Roman" panose="02020603050405020304" pitchFamily="18" charset="0"/>
              </a:rPr>
              <a:t>简单做法：依次使用独立的句法分析程序和语义解释程序。</a:t>
            </a:r>
          </a:p>
          <a:p>
            <a:pPr fontAlgn="base">
              <a:lnSpc>
                <a:spcPct val="120000"/>
              </a:lnSpc>
              <a:spcBef>
                <a:spcPct val="20000"/>
              </a:spcBef>
              <a:spcAft>
                <a:spcPct val="0"/>
              </a:spcAft>
              <a:buClr>
                <a:srgbClr val="CC0000"/>
              </a:buClr>
            </a:pPr>
            <a:r>
              <a:rPr lang="zh-CN" altLang="en-US" sz="2600" i="1">
                <a:solidFill>
                  <a:srgbClr val="000000"/>
                </a:solidFill>
                <a:latin typeface="Times New Roman" panose="02020603050405020304" pitchFamily="18" charset="0"/>
              </a:rPr>
              <a:t>缺点：使句法分析、语义分析分离</a:t>
            </a:r>
          </a:p>
        </p:txBody>
      </p:sp>
      <p:sp>
        <p:nvSpPr>
          <p:cNvPr id="825349" name="Rectangle 5">
            <a:extLst>
              <a:ext uri="{FF2B5EF4-FFF2-40B4-BE49-F238E27FC236}">
                <a16:creationId xmlns:a16="http://schemas.microsoft.com/office/drawing/2014/main" id="{03D0BCC9-485C-461A-9BF5-76F0CE6CEA2B}"/>
              </a:ext>
            </a:extLst>
          </p:cNvPr>
          <p:cNvSpPr>
            <a:spLocks noChangeArrowheads="1"/>
          </p:cNvSpPr>
          <p:nvPr/>
        </p:nvSpPr>
        <p:spPr bwMode="auto">
          <a:xfrm>
            <a:off x="2068514" y="5038725"/>
            <a:ext cx="8097837" cy="1257300"/>
          </a:xfrm>
          <a:prstGeom prst="rect">
            <a:avLst/>
          </a:prstGeom>
          <a:gradFill rotWithShape="0">
            <a:gsLst>
              <a:gs pos="0">
                <a:srgbClr val="CCFFCC"/>
              </a:gs>
              <a:gs pos="100000">
                <a:schemeClr val="bg1"/>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1168400" indent="-495300">
              <a:defRPr>
                <a:solidFill>
                  <a:schemeClr val="tx1"/>
                </a:solidFill>
                <a:latin typeface="Verdana" panose="020B0604030504040204" pitchFamily="34" charset="0"/>
                <a:ea typeface="宋体" panose="02010600030101010101" pitchFamily="2" charset="-122"/>
              </a:defRPr>
            </a:lvl2pPr>
            <a:lvl3pPr marL="1797050" indent="-438150">
              <a:defRPr>
                <a:solidFill>
                  <a:schemeClr val="tx1"/>
                </a:solidFill>
                <a:latin typeface="Verdana" panose="020B0604030504040204" pitchFamily="34" charset="0"/>
                <a:ea typeface="宋体" panose="02010600030101010101" pitchFamily="2" charset="-122"/>
              </a:defRPr>
            </a:lvl3pPr>
            <a:lvl4pPr marL="2374900" indent="-387350">
              <a:defRPr>
                <a:solidFill>
                  <a:schemeClr val="tx1"/>
                </a:solidFill>
                <a:latin typeface="Verdana" panose="020B0604030504040204" pitchFamily="34" charset="0"/>
                <a:ea typeface="宋体" panose="02010600030101010101" pitchFamily="2" charset="-122"/>
              </a:defRPr>
            </a:lvl4pPr>
            <a:lvl5pPr marL="2963863" indent="-398463">
              <a:defRPr>
                <a:solidFill>
                  <a:schemeClr val="tx1"/>
                </a:solidFill>
                <a:latin typeface="Verdana" panose="020B0604030504040204" pitchFamily="34" charset="0"/>
                <a:ea typeface="宋体" panose="02010600030101010101" pitchFamily="2" charset="-122"/>
              </a:defRPr>
            </a:lvl5pPr>
            <a:lvl6pPr marL="342106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87826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433546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479266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20000"/>
              </a:spcBef>
              <a:spcAft>
                <a:spcPct val="0"/>
              </a:spcAft>
              <a:buClr>
                <a:srgbClr val="CC0000"/>
              </a:buClr>
            </a:pPr>
            <a:r>
              <a:rPr lang="zh-CN" altLang="en-US" sz="2600" i="1">
                <a:solidFill>
                  <a:srgbClr val="000000"/>
                </a:solidFill>
                <a:latin typeface="Times New Roman" panose="02020603050405020304" pitchFamily="18" charset="0"/>
              </a:rPr>
              <a:t>语义文法</a:t>
            </a:r>
          </a:p>
          <a:p>
            <a:pPr fontAlgn="base">
              <a:lnSpc>
                <a:spcPct val="120000"/>
              </a:lnSpc>
              <a:spcBef>
                <a:spcPct val="20000"/>
              </a:spcBef>
              <a:spcAft>
                <a:spcPct val="0"/>
              </a:spcAft>
              <a:buClr>
                <a:srgbClr val="CC0000"/>
              </a:buClr>
            </a:pPr>
            <a:r>
              <a:rPr lang="zh-CN" altLang="en-US" sz="2600" i="1">
                <a:solidFill>
                  <a:srgbClr val="000000"/>
                </a:solidFill>
                <a:latin typeface="Times New Roman" panose="02020603050405020304" pitchFamily="18" charset="0"/>
              </a:rPr>
              <a:t>格文法</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25348"/>
                                        </p:tgtEl>
                                        <p:attrNameLst>
                                          <p:attrName>style.visibility</p:attrName>
                                        </p:attrNameLst>
                                      </p:cBhvr>
                                      <p:to>
                                        <p:strVal val="visible"/>
                                      </p:to>
                                    </p:set>
                                    <p:anim calcmode="lin" valueType="num">
                                      <p:cBhvr additive="base">
                                        <p:cTn id="7" dur="500" fill="hold"/>
                                        <p:tgtEl>
                                          <p:spTgt spid="825348"/>
                                        </p:tgtEl>
                                        <p:attrNameLst>
                                          <p:attrName>ppt_x</p:attrName>
                                        </p:attrNameLst>
                                      </p:cBhvr>
                                      <p:tavLst>
                                        <p:tav tm="0">
                                          <p:val>
                                            <p:strVal val="#ppt_x"/>
                                          </p:val>
                                        </p:tav>
                                        <p:tav tm="100000">
                                          <p:val>
                                            <p:strVal val="#ppt_x"/>
                                          </p:val>
                                        </p:tav>
                                      </p:tavLst>
                                    </p:anim>
                                    <p:anim calcmode="lin" valueType="num">
                                      <p:cBhvr additive="base">
                                        <p:cTn id="8" dur="500" fill="hold"/>
                                        <p:tgtEl>
                                          <p:spTgt spid="82534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25349"/>
                                        </p:tgtEl>
                                        <p:attrNameLst>
                                          <p:attrName>style.visibility</p:attrName>
                                        </p:attrNameLst>
                                      </p:cBhvr>
                                      <p:to>
                                        <p:strVal val="visible"/>
                                      </p:to>
                                    </p:set>
                                    <p:anim calcmode="lin" valueType="num">
                                      <p:cBhvr additive="base">
                                        <p:cTn id="13" dur="500" fill="hold"/>
                                        <p:tgtEl>
                                          <p:spTgt spid="825349"/>
                                        </p:tgtEl>
                                        <p:attrNameLst>
                                          <p:attrName>ppt_x</p:attrName>
                                        </p:attrNameLst>
                                      </p:cBhvr>
                                      <p:tavLst>
                                        <p:tav tm="0">
                                          <p:val>
                                            <p:strVal val="#ppt_x"/>
                                          </p:val>
                                        </p:tav>
                                        <p:tav tm="100000">
                                          <p:val>
                                            <p:strVal val="#ppt_x"/>
                                          </p:val>
                                        </p:tav>
                                      </p:tavLst>
                                    </p:anim>
                                    <p:anim calcmode="lin" valueType="num">
                                      <p:cBhvr additive="base">
                                        <p:cTn id="14" dur="500" fill="hold"/>
                                        <p:tgtEl>
                                          <p:spTgt spid="8253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5348" grpId="0" animBg="1" autoUpdateAnimBg="0"/>
      <p:bldP spid="825349" grpId="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3">
            <a:extLst>
              <a:ext uri="{FF2B5EF4-FFF2-40B4-BE49-F238E27FC236}">
                <a16:creationId xmlns:a16="http://schemas.microsoft.com/office/drawing/2014/main" id="{241F00E8-B75E-498A-BFAA-7F8C2966CCAB}"/>
              </a:ext>
            </a:extLst>
          </p:cNvPr>
          <p:cNvSpPr>
            <a:spLocks noGrp="1"/>
          </p:cNvSpPr>
          <p:nvPr>
            <p:ph type="sldNum" sz="quarter" idx="10"/>
          </p:nvPr>
        </p:nvSpPr>
        <p:spPr/>
        <p:txBody>
          <a:bodyPr/>
          <a:lstStyle/>
          <a:p>
            <a:pPr fontAlgn="base">
              <a:spcBef>
                <a:spcPct val="0"/>
              </a:spcBef>
              <a:spcAft>
                <a:spcPct val="0"/>
              </a:spcAft>
              <a:defRPr/>
            </a:pPr>
            <a:fld id="{A3FFA260-EB6E-4BAB-A576-FCBA52FCD707}" type="slidenum">
              <a:rPr lang="ja-JP" altLang="en-US">
                <a:latin typeface="Arial"/>
              </a:rPr>
              <a:pPr fontAlgn="base">
                <a:spcBef>
                  <a:spcPct val="0"/>
                </a:spcBef>
                <a:spcAft>
                  <a:spcPct val="0"/>
                </a:spcAft>
                <a:defRPr/>
              </a:pPr>
              <a:t>54</a:t>
            </a:fld>
            <a:endParaRPr lang="en-US" altLang="ja-JP">
              <a:latin typeface="Arial"/>
            </a:endParaRPr>
          </a:p>
        </p:txBody>
      </p:sp>
      <p:sp>
        <p:nvSpPr>
          <p:cNvPr id="667651" name="Rectangle 2">
            <a:extLst>
              <a:ext uri="{FF2B5EF4-FFF2-40B4-BE49-F238E27FC236}">
                <a16:creationId xmlns:a16="http://schemas.microsoft.com/office/drawing/2014/main" id="{5FFFFB45-3B74-4709-A497-B6902A71CCA2}"/>
              </a:ext>
            </a:extLst>
          </p:cNvPr>
          <p:cNvSpPr>
            <a:spLocks noChangeArrowheads="1"/>
          </p:cNvSpPr>
          <p:nvPr/>
        </p:nvSpPr>
        <p:spPr bwMode="auto">
          <a:xfrm>
            <a:off x="1847850" y="1014413"/>
            <a:ext cx="8377238" cy="1317348"/>
          </a:xfrm>
          <a:prstGeom prst="rect">
            <a:avLst/>
          </a:prstGeom>
          <a:gradFill rotWithShape="0">
            <a:gsLst>
              <a:gs pos="0">
                <a:srgbClr val="CCFFFF"/>
              </a:gs>
              <a:gs pos="100000">
                <a:srgbClr val="FFFFFF"/>
              </a:gs>
            </a:gsLst>
            <a:path path="rect">
              <a:fillToRect l="100000" b="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823913" indent="-342900">
              <a:defRPr>
                <a:solidFill>
                  <a:schemeClr val="tx1"/>
                </a:solidFill>
                <a:latin typeface="Verdana" panose="020B0604030504040204" pitchFamily="34" charset="0"/>
                <a:ea typeface="宋体" panose="02010600030101010101" pitchFamily="2" charset="-122"/>
              </a:defRPr>
            </a:lvl2pPr>
            <a:lvl3pPr marL="1357313" indent="-342900">
              <a:defRPr>
                <a:solidFill>
                  <a:schemeClr val="tx1"/>
                </a:solidFill>
                <a:latin typeface="Verdana" panose="020B0604030504040204" pitchFamily="34" charset="0"/>
                <a:ea typeface="宋体" panose="02010600030101010101" pitchFamily="2" charset="-122"/>
              </a:defRPr>
            </a:lvl3pPr>
            <a:lvl4pPr marL="1890713" indent="-342900">
              <a:defRPr>
                <a:solidFill>
                  <a:schemeClr val="tx1"/>
                </a:solidFill>
                <a:latin typeface="Verdana" panose="020B0604030504040204" pitchFamily="34" charset="0"/>
                <a:ea typeface="宋体" panose="02010600030101010101" pitchFamily="2" charset="-122"/>
              </a:defRPr>
            </a:lvl4pPr>
            <a:lvl5pPr marL="2424113" indent="-342900">
              <a:defRPr>
                <a:solidFill>
                  <a:schemeClr val="tx1"/>
                </a:solidFill>
                <a:latin typeface="Verdana" panose="020B0604030504040204" pitchFamily="34" charset="0"/>
                <a:ea typeface="宋体" panose="02010600030101010101" pitchFamily="2" charset="-122"/>
              </a:defRPr>
            </a:lvl5pPr>
            <a:lvl6pPr marL="2881313"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338513"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795713"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4252913"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20000"/>
              </a:spcBef>
              <a:spcAft>
                <a:spcPct val="0"/>
              </a:spcAft>
              <a:buClr>
                <a:srgbClr val="CC0000"/>
              </a:buClr>
              <a:buFont typeface="Wingdings" panose="05000000000000000000" pitchFamily="2" charset="2"/>
              <a:buChar char="§"/>
            </a:pPr>
            <a:r>
              <a:rPr lang="en-US" altLang="zh-CN" sz="2800" b="1">
                <a:solidFill>
                  <a:srgbClr val="000000"/>
                </a:solidFill>
                <a:latin typeface="Times New Roman" panose="02020603050405020304" pitchFamily="18" charset="0"/>
              </a:rPr>
              <a:t> </a:t>
            </a:r>
            <a:r>
              <a:rPr lang="zh-CN" altLang="en-US" sz="2800" b="1">
                <a:solidFill>
                  <a:srgbClr val="000000"/>
                </a:solidFill>
                <a:latin typeface="Times New Roman" panose="02020603050405020304" pitchFamily="18" charset="0"/>
              </a:rPr>
              <a:t>语义文法是将文法知识和语义知识组合起来，以统一的方式定义为文法规则集。</a:t>
            </a:r>
            <a:r>
              <a:rPr lang="zh-CN" altLang="en-US" sz="4200">
                <a:solidFill>
                  <a:srgbClr val="000000"/>
                </a:solidFill>
                <a:latin typeface="Times New Roman" panose="02020603050405020304" pitchFamily="18" charset="0"/>
              </a:rPr>
              <a:t> </a:t>
            </a:r>
          </a:p>
        </p:txBody>
      </p:sp>
      <p:sp>
        <p:nvSpPr>
          <p:cNvPr id="826371" name="Rectangle 3">
            <a:extLst>
              <a:ext uri="{FF2B5EF4-FFF2-40B4-BE49-F238E27FC236}">
                <a16:creationId xmlns:a16="http://schemas.microsoft.com/office/drawing/2014/main" id="{08F1E0CE-380D-4811-BC34-A8238F478019}"/>
              </a:ext>
            </a:extLst>
          </p:cNvPr>
          <p:cNvSpPr>
            <a:spLocks noChangeArrowheads="1"/>
          </p:cNvSpPr>
          <p:nvPr/>
        </p:nvSpPr>
        <p:spPr bwMode="auto">
          <a:xfrm>
            <a:off x="2725739" y="2632076"/>
            <a:ext cx="6427787" cy="3973513"/>
          </a:xfrm>
          <a:prstGeom prst="rect">
            <a:avLst/>
          </a:prstGeom>
          <a:gradFill rotWithShape="0">
            <a:gsLst>
              <a:gs pos="0">
                <a:srgbClr val="CCFFCC"/>
              </a:gs>
              <a:gs pos="100000">
                <a:schemeClr val="bg1"/>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1168400" indent="-495300">
              <a:defRPr>
                <a:solidFill>
                  <a:schemeClr val="tx1"/>
                </a:solidFill>
                <a:latin typeface="Verdana" panose="020B0604030504040204" pitchFamily="34" charset="0"/>
                <a:ea typeface="宋体" panose="02010600030101010101" pitchFamily="2" charset="-122"/>
              </a:defRPr>
            </a:lvl2pPr>
            <a:lvl3pPr marL="1797050" indent="-438150">
              <a:defRPr>
                <a:solidFill>
                  <a:schemeClr val="tx1"/>
                </a:solidFill>
                <a:latin typeface="Verdana" panose="020B0604030504040204" pitchFamily="34" charset="0"/>
                <a:ea typeface="宋体" panose="02010600030101010101" pitchFamily="2" charset="-122"/>
              </a:defRPr>
            </a:lvl3pPr>
            <a:lvl4pPr marL="2374900" indent="-387350">
              <a:defRPr>
                <a:solidFill>
                  <a:schemeClr val="tx1"/>
                </a:solidFill>
                <a:latin typeface="Verdana" panose="020B0604030504040204" pitchFamily="34" charset="0"/>
                <a:ea typeface="宋体" panose="02010600030101010101" pitchFamily="2" charset="-122"/>
              </a:defRPr>
            </a:lvl4pPr>
            <a:lvl5pPr marL="2963863" indent="-398463">
              <a:defRPr>
                <a:solidFill>
                  <a:schemeClr val="tx1"/>
                </a:solidFill>
                <a:latin typeface="Verdana" panose="020B0604030504040204" pitchFamily="34" charset="0"/>
                <a:ea typeface="宋体" panose="02010600030101010101" pitchFamily="2" charset="-122"/>
              </a:defRPr>
            </a:lvl5pPr>
            <a:lvl6pPr marL="342106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87826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433546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479266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20000"/>
              </a:spcBef>
              <a:spcAft>
                <a:spcPct val="0"/>
              </a:spcAft>
              <a:buClr>
                <a:srgbClr val="CC0000"/>
              </a:buClr>
            </a:pPr>
            <a:r>
              <a:rPr lang="zh-CN" altLang="en-US" sz="2600" i="1">
                <a:solidFill>
                  <a:srgbClr val="000000"/>
                </a:solidFill>
                <a:latin typeface="Times New Roman" panose="02020603050405020304" pitchFamily="18" charset="0"/>
              </a:rPr>
              <a:t>舰船信息：</a:t>
            </a:r>
          </a:p>
          <a:p>
            <a:pPr fontAlgn="base">
              <a:lnSpc>
                <a:spcPct val="120000"/>
              </a:lnSpc>
              <a:spcBef>
                <a:spcPct val="20000"/>
              </a:spcBef>
              <a:spcAft>
                <a:spcPct val="0"/>
              </a:spcAft>
              <a:buClr>
                <a:srgbClr val="CC0000"/>
              </a:buClr>
            </a:pPr>
            <a:r>
              <a:rPr lang="en-US" altLang="zh-CN" sz="2600" i="1">
                <a:solidFill>
                  <a:srgbClr val="000000"/>
                </a:solidFill>
                <a:latin typeface="Times New Roman" panose="02020603050405020304" pitchFamily="18" charset="0"/>
              </a:rPr>
              <a:t>S→PRESENT the ATTRIBUTE OF SHIP</a:t>
            </a:r>
          </a:p>
          <a:p>
            <a:pPr fontAlgn="base">
              <a:lnSpc>
                <a:spcPct val="120000"/>
              </a:lnSpc>
              <a:spcBef>
                <a:spcPct val="20000"/>
              </a:spcBef>
              <a:spcAft>
                <a:spcPct val="0"/>
              </a:spcAft>
              <a:buClr>
                <a:srgbClr val="CC0000"/>
              </a:buClr>
            </a:pPr>
            <a:r>
              <a:rPr lang="en-US" altLang="zh-CN" sz="2600" i="1">
                <a:solidFill>
                  <a:srgbClr val="000000"/>
                </a:solidFill>
                <a:latin typeface="Times New Roman" panose="02020603050405020304" pitchFamily="18" charset="0"/>
              </a:rPr>
              <a:t>PRESENT→What is|Can you tell me</a:t>
            </a:r>
          </a:p>
          <a:p>
            <a:pPr fontAlgn="base">
              <a:lnSpc>
                <a:spcPct val="120000"/>
              </a:lnSpc>
              <a:spcBef>
                <a:spcPct val="20000"/>
              </a:spcBef>
              <a:spcAft>
                <a:spcPct val="0"/>
              </a:spcAft>
              <a:buClr>
                <a:srgbClr val="CC0000"/>
              </a:buClr>
            </a:pPr>
            <a:r>
              <a:rPr lang="en-US" altLang="zh-CN" sz="2600" i="1">
                <a:solidFill>
                  <a:srgbClr val="000000"/>
                </a:solidFill>
                <a:latin typeface="Times New Roman" panose="02020603050405020304" pitchFamily="18" charset="0"/>
              </a:rPr>
              <a:t>ATTRIBUTE→length|class</a:t>
            </a:r>
          </a:p>
          <a:p>
            <a:pPr fontAlgn="base">
              <a:lnSpc>
                <a:spcPct val="120000"/>
              </a:lnSpc>
              <a:spcBef>
                <a:spcPct val="20000"/>
              </a:spcBef>
              <a:spcAft>
                <a:spcPct val="0"/>
              </a:spcAft>
              <a:buClr>
                <a:srgbClr val="CC0000"/>
              </a:buClr>
            </a:pPr>
            <a:r>
              <a:rPr lang="en-US" altLang="zh-CN" sz="2600" i="1">
                <a:solidFill>
                  <a:srgbClr val="000000"/>
                </a:solidFill>
                <a:latin typeface="Times New Roman" panose="02020603050405020304" pitchFamily="18" charset="0"/>
              </a:rPr>
              <a:t>SHIP→the SHIPNAME|CLASSNAME</a:t>
            </a:r>
            <a:endParaRPr lang="en-US" altLang="zh-CN" sz="4200" i="1">
              <a:solidFill>
                <a:srgbClr val="000000"/>
              </a:solidFill>
              <a:latin typeface="Times New Roman" panose="02020603050405020304" pitchFamily="18" charset="0"/>
            </a:endParaRPr>
          </a:p>
          <a:p>
            <a:pPr fontAlgn="base">
              <a:lnSpc>
                <a:spcPct val="120000"/>
              </a:lnSpc>
              <a:spcBef>
                <a:spcPct val="20000"/>
              </a:spcBef>
              <a:spcAft>
                <a:spcPct val="0"/>
              </a:spcAft>
              <a:buClr>
                <a:srgbClr val="CC0000"/>
              </a:buClr>
            </a:pPr>
            <a:r>
              <a:rPr lang="en-US" altLang="zh-CN" sz="2600" i="1">
                <a:solidFill>
                  <a:srgbClr val="000000"/>
                </a:solidFill>
                <a:latin typeface="Times New Roman" panose="02020603050405020304" pitchFamily="18" charset="0"/>
              </a:rPr>
              <a:t>SHIPNAME→HUANGHE|CHANGJIANG</a:t>
            </a:r>
          </a:p>
          <a:p>
            <a:pPr fontAlgn="base">
              <a:lnSpc>
                <a:spcPct val="120000"/>
              </a:lnSpc>
              <a:spcBef>
                <a:spcPct val="20000"/>
              </a:spcBef>
              <a:spcAft>
                <a:spcPct val="0"/>
              </a:spcAft>
              <a:buClr>
                <a:srgbClr val="CC0000"/>
              </a:buClr>
            </a:pPr>
            <a:r>
              <a:rPr lang="en-US" altLang="zh-CN" sz="2600" i="1">
                <a:solidFill>
                  <a:srgbClr val="000000"/>
                </a:solidFill>
                <a:latin typeface="Times New Roman" panose="02020603050405020304" pitchFamily="18" charset="0"/>
              </a:rPr>
              <a:t>CLASSNAME→carrier|submarine</a:t>
            </a:r>
          </a:p>
        </p:txBody>
      </p:sp>
      <p:sp>
        <p:nvSpPr>
          <p:cNvPr id="667653" name="Rectangle 4">
            <a:extLst>
              <a:ext uri="{FF2B5EF4-FFF2-40B4-BE49-F238E27FC236}">
                <a16:creationId xmlns:a16="http://schemas.microsoft.com/office/drawing/2014/main" id="{D618C27E-1773-44EB-A229-6BAC98E0C06F}"/>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3.  </a:t>
            </a:r>
            <a:r>
              <a:rPr lang="zh-CN" altLang="en-US" sz="3600">
                <a:solidFill>
                  <a:srgbClr val="FFFFFF"/>
                </a:solidFill>
                <a:latin typeface="Times New Roman" panose="02020603050405020304" pitchFamily="18" charset="0"/>
                <a:ea typeface="黑体" panose="02010609060101010101" pitchFamily="49" charset="-122"/>
              </a:rPr>
              <a:t>语义分析</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26371"/>
                                        </p:tgtEl>
                                        <p:attrNameLst>
                                          <p:attrName>style.visibility</p:attrName>
                                        </p:attrNameLst>
                                      </p:cBhvr>
                                      <p:to>
                                        <p:strVal val="visible"/>
                                      </p:to>
                                    </p:set>
                                    <p:anim calcmode="lin" valueType="num">
                                      <p:cBhvr additive="base">
                                        <p:cTn id="7" dur="1000" fill="hold"/>
                                        <p:tgtEl>
                                          <p:spTgt spid="826371"/>
                                        </p:tgtEl>
                                        <p:attrNameLst>
                                          <p:attrName>ppt_x</p:attrName>
                                        </p:attrNameLst>
                                      </p:cBhvr>
                                      <p:tavLst>
                                        <p:tav tm="0">
                                          <p:val>
                                            <p:strVal val="#ppt_x"/>
                                          </p:val>
                                        </p:tav>
                                        <p:tav tm="100000">
                                          <p:val>
                                            <p:strVal val="#ppt_x"/>
                                          </p:val>
                                        </p:tav>
                                      </p:tavLst>
                                    </p:anim>
                                    <p:anim calcmode="lin" valueType="num">
                                      <p:cBhvr additive="base">
                                        <p:cTn id="8" dur="1000" fill="hold"/>
                                        <p:tgtEl>
                                          <p:spTgt spid="8263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6371"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a:extLst>
              <a:ext uri="{FF2B5EF4-FFF2-40B4-BE49-F238E27FC236}">
                <a16:creationId xmlns:a16="http://schemas.microsoft.com/office/drawing/2014/main" id="{961D5984-3F11-4F21-ACA4-F2CF50DDA782}"/>
              </a:ext>
            </a:extLst>
          </p:cNvPr>
          <p:cNvSpPr>
            <a:spLocks noGrp="1"/>
          </p:cNvSpPr>
          <p:nvPr>
            <p:ph type="sldNum" sz="quarter" idx="10"/>
          </p:nvPr>
        </p:nvSpPr>
        <p:spPr/>
        <p:txBody>
          <a:bodyPr/>
          <a:lstStyle/>
          <a:p>
            <a:pPr fontAlgn="base">
              <a:spcBef>
                <a:spcPct val="0"/>
              </a:spcBef>
              <a:spcAft>
                <a:spcPct val="0"/>
              </a:spcAft>
              <a:defRPr/>
            </a:pPr>
            <a:fld id="{A1F7B5F1-136A-49E7-820C-ECC2FC93485B}" type="slidenum">
              <a:rPr lang="ja-JP" altLang="en-US">
                <a:latin typeface="Arial"/>
              </a:rPr>
              <a:pPr fontAlgn="base">
                <a:spcBef>
                  <a:spcPct val="0"/>
                </a:spcBef>
                <a:spcAft>
                  <a:spcPct val="0"/>
                </a:spcAft>
                <a:defRPr/>
              </a:pPr>
              <a:t>55</a:t>
            </a:fld>
            <a:endParaRPr lang="en-US" altLang="ja-JP">
              <a:latin typeface="Arial"/>
            </a:endParaRPr>
          </a:p>
        </p:txBody>
      </p:sp>
      <p:sp>
        <p:nvSpPr>
          <p:cNvPr id="668675" name="Rectangle 2">
            <a:extLst>
              <a:ext uri="{FF2B5EF4-FFF2-40B4-BE49-F238E27FC236}">
                <a16:creationId xmlns:a16="http://schemas.microsoft.com/office/drawing/2014/main" id="{481FBE4E-9964-457B-BC78-12DC534229A7}"/>
              </a:ext>
            </a:extLst>
          </p:cNvPr>
          <p:cNvSpPr>
            <a:spLocks noChangeArrowheads="1"/>
          </p:cNvSpPr>
          <p:nvPr/>
        </p:nvSpPr>
        <p:spPr bwMode="auto">
          <a:xfrm>
            <a:off x="1774825" y="1316039"/>
            <a:ext cx="8642350" cy="1582737"/>
          </a:xfrm>
          <a:prstGeom prst="rect">
            <a:avLst/>
          </a:prstGeom>
          <a:gradFill rotWithShape="0">
            <a:gsLst>
              <a:gs pos="0">
                <a:srgbClr val="CCFFFF"/>
              </a:gs>
              <a:gs pos="100000">
                <a:schemeClr val="bg1"/>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Verdana" panose="020B0604030504040204" pitchFamily="34" charset="0"/>
                <a:ea typeface="宋体" panose="02010600030101010101" pitchFamily="2" charset="-122"/>
              </a:defRPr>
            </a:lvl1pPr>
            <a:lvl2pPr marL="1001713" indent="-436563">
              <a:defRPr>
                <a:solidFill>
                  <a:schemeClr val="tx1"/>
                </a:solidFill>
                <a:latin typeface="Verdana" panose="020B0604030504040204" pitchFamily="34" charset="0"/>
                <a:ea typeface="宋体" panose="02010600030101010101" pitchFamily="2" charset="-122"/>
              </a:defRPr>
            </a:lvl2pPr>
            <a:lvl3pPr marL="1587500" indent="-395288">
              <a:defRPr>
                <a:solidFill>
                  <a:schemeClr val="tx1"/>
                </a:solidFill>
                <a:latin typeface="Verdana" panose="020B0604030504040204" pitchFamily="34" charset="0"/>
                <a:ea typeface="宋体" panose="02010600030101010101" pitchFamily="2" charset="-122"/>
              </a:defRPr>
            </a:lvl3pPr>
            <a:lvl4pPr marL="2165350" indent="-387350">
              <a:defRPr>
                <a:solidFill>
                  <a:schemeClr val="tx1"/>
                </a:solidFill>
                <a:latin typeface="Verdana" panose="020B0604030504040204" pitchFamily="34" charset="0"/>
                <a:ea typeface="宋体" panose="02010600030101010101" pitchFamily="2" charset="-122"/>
              </a:defRPr>
            </a:lvl4pPr>
            <a:lvl5pPr marL="2754313" indent="-398463">
              <a:defRPr>
                <a:solidFill>
                  <a:schemeClr val="tx1"/>
                </a:solidFill>
                <a:latin typeface="Verdana" panose="020B0604030504040204" pitchFamily="34" charset="0"/>
                <a:ea typeface="宋体" panose="02010600030101010101" pitchFamily="2" charset="-122"/>
              </a:defRPr>
            </a:lvl5pPr>
            <a:lvl6pPr marL="321151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66871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412591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458311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20000"/>
              </a:spcBef>
              <a:spcAft>
                <a:spcPct val="0"/>
              </a:spcAft>
              <a:buClr>
                <a:srgbClr val="0000FF"/>
              </a:buClr>
              <a:buFont typeface="Wingdings" panose="05000000000000000000" pitchFamily="2" charset="2"/>
              <a:buChar char="§"/>
            </a:pPr>
            <a:r>
              <a:rPr lang="en-US" altLang="zh-CN" sz="2800" b="1">
                <a:solidFill>
                  <a:srgbClr val="000000"/>
                </a:solidFill>
                <a:latin typeface="宋体" panose="02010600030101010101" pitchFamily="2" charset="-122"/>
              </a:rPr>
              <a:t> </a:t>
            </a:r>
            <a:r>
              <a:rPr lang="zh-CN" altLang="en-US" sz="2600" b="1">
                <a:solidFill>
                  <a:srgbClr val="000000"/>
                </a:solidFill>
                <a:latin typeface="宋体" panose="02010600030101010101" pitchFamily="2" charset="-122"/>
              </a:rPr>
              <a:t>目的：</a:t>
            </a:r>
            <a:r>
              <a:rPr lang="zh-CN" altLang="en-US" sz="2600" b="1">
                <a:solidFill>
                  <a:srgbClr val="000000"/>
                </a:solidFill>
                <a:latin typeface="Times New Roman" panose="02020603050405020304" pitchFamily="18" charset="0"/>
              </a:rPr>
              <a:t>为了找出动词和跟动词处在结构关系中的名词的语义关系，同时也涉及动词或动词短语与其他的各种名词短语之间的关系。</a:t>
            </a:r>
            <a:r>
              <a:rPr lang="zh-CN" altLang="en-US" sz="2600">
                <a:solidFill>
                  <a:srgbClr val="000000"/>
                </a:solidFill>
                <a:latin typeface="Times New Roman" panose="02020603050405020304" pitchFamily="18" charset="0"/>
              </a:rPr>
              <a:t> </a:t>
            </a:r>
            <a:endParaRPr lang="zh-CN" altLang="en-US" sz="2800">
              <a:solidFill>
                <a:srgbClr val="000000"/>
              </a:solidFill>
              <a:latin typeface="Arial" panose="020B0604020202020204" pitchFamily="34" charset="0"/>
            </a:endParaRPr>
          </a:p>
        </p:txBody>
      </p:sp>
      <p:sp>
        <p:nvSpPr>
          <p:cNvPr id="827395" name="Text Box 3">
            <a:extLst>
              <a:ext uri="{FF2B5EF4-FFF2-40B4-BE49-F238E27FC236}">
                <a16:creationId xmlns:a16="http://schemas.microsoft.com/office/drawing/2014/main" id="{2CEC37B0-7F2F-4749-B260-29752E3A4186}"/>
              </a:ext>
            </a:extLst>
          </p:cNvPr>
          <p:cNvSpPr txBox="1">
            <a:spLocks noChangeArrowheads="1"/>
          </p:cNvSpPr>
          <p:nvPr/>
        </p:nvSpPr>
        <p:spPr bwMode="auto">
          <a:xfrm>
            <a:off x="1828800" y="4325939"/>
            <a:ext cx="8534400" cy="1639887"/>
          </a:xfrm>
          <a:prstGeom prst="rect">
            <a:avLst/>
          </a:prstGeom>
          <a:gradFill rotWithShape="1">
            <a:gsLst>
              <a:gs pos="0">
                <a:srgbClr val="FFFF99">
                  <a:alpha val="70000"/>
                </a:srgbClr>
              </a:gs>
              <a:gs pos="100000">
                <a:srgbClr val="767647">
                  <a:alpha val="24001"/>
                </a:srgbClr>
              </a:gs>
            </a:gsLst>
            <a:lin ang="5400000" scaled="1"/>
          </a:gradFill>
          <a:ln>
            <a:noFill/>
          </a:ln>
          <a:effectLst/>
          <a:extLst>
            <a:ext uri="{91240B29-F687-4F45-9708-019B960494DF}">
              <a14:hiddenLine xmlns:a14="http://schemas.microsoft.com/office/drawing/2010/main" w="38100" algn="ctr">
                <a:solidFill>
                  <a:srgbClr val="8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30000"/>
              </a:lnSpc>
              <a:spcBef>
                <a:spcPct val="50000"/>
              </a:spcBef>
              <a:spcAft>
                <a:spcPct val="0"/>
              </a:spcAft>
              <a:buClr>
                <a:srgbClr val="CC0000"/>
              </a:buClr>
              <a:buFont typeface="Wingdings" panose="05000000000000000000" pitchFamily="2" charset="2"/>
              <a:buChar char="§"/>
            </a:pPr>
            <a:r>
              <a:rPr lang="en-US" altLang="zh-CN" sz="2600" b="1">
                <a:solidFill>
                  <a:srgbClr val="000000"/>
                </a:solidFill>
                <a:latin typeface="Times New Roman" panose="02020603050405020304" pitchFamily="18" charset="0"/>
              </a:rPr>
              <a:t>  </a:t>
            </a:r>
            <a:r>
              <a:rPr lang="zh-CN" altLang="en-US" sz="2600" b="1">
                <a:solidFill>
                  <a:srgbClr val="000000"/>
                </a:solidFill>
                <a:latin typeface="Times New Roman" panose="02020603050405020304" pitchFamily="18" charset="0"/>
              </a:rPr>
              <a:t>特点：允许以动词为中心构造分析结果，尽管文法规则只描述句法，但分析结果产生的结构却对应于语义关系，而非严格的句法关系。</a:t>
            </a:r>
            <a:endParaRPr lang="zh-CN" altLang="en-US" sz="2600">
              <a:solidFill>
                <a:srgbClr val="000000"/>
              </a:solidFill>
              <a:latin typeface="Times New Roman" panose="02020603050405020304" pitchFamily="18" charset="0"/>
            </a:endParaRPr>
          </a:p>
        </p:txBody>
      </p:sp>
      <p:sp>
        <p:nvSpPr>
          <p:cNvPr id="827396" name="AutoShape 4">
            <a:extLst>
              <a:ext uri="{FF2B5EF4-FFF2-40B4-BE49-F238E27FC236}">
                <a16:creationId xmlns:a16="http://schemas.microsoft.com/office/drawing/2014/main" id="{DEAD99F4-B24E-4445-83CA-8BAC28ECA7E8}"/>
              </a:ext>
            </a:extLst>
          </p:cNvPr>
          <p:cNvSpPr>
            <a:spLocks/>
          </p:cNvSpPr>
          <p:nvPr/>
        </p:nvSpPr>
        <p:spPr bwMode="auto">
          <a:xfrm>
            <a:off x="3717926" y="2994025"/>
            <a:ext cx="5108575" cy="1246188"/>
          </a:xfrm>
          <a:prstGeom prst="accentBorderCallout2">
            <a:avLst>
              <a:gd name="adj1" fmla="val 9171"/>
              <a:gd name="adj2" fmla="val -1491"/>
              <a:gd name="adj3" fmla="val 9171"/>
              <a:gd name="adj4" fmla="val -4102"/>
              <a:gd name="adj5" fmla="val 120764"/>
              <a:gd name="adj6" fmla="val -6866"/>
            </a:avLst>
          </a:prstGeom>
          <a:gradFill rotWithShape="1">
            <a:gsLst>
              <a:gs pos="0">
                <a:srgbClr val="33CCCC">
                  <a:alpha val="79999"/>
                </a:srgbClr>
              </a:gs>
              <a:gs pos="100000">
                <a:schemeClr val="hlink">
                  <a:alpha val="0"/>
                </a:schemeClr>
              </a:gs>
            </a:gsLst>
            <a:lin ang="2700000" scaled="1"/>
          </a:gradFill>
          <a:ln w="9525" algn="ctr">
            <a:solidFill>
              <a:srgbClr val="8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zh-CN" altLang="en-US" sz="2600" b="1">
                <a:solidFill>
                  <a:srgbClr val="000000"/>
                </a:solidFill>
                <a:latin typeface="Times New Roman" panose="02020603050405020304" pitchFamily="18" charset="0"/>
              </a:rPr>
              <a:t>例：</a:t>
            </a:r>
            <a:r>
              <a:rPr lang="en-US" altLang="zh-CN" sz="2600">
                <a:solidFill>
                  <a:srgbClr val="000000"/>
                </a:solidFill>
                <a:latin typeface="Times New Roman" panose="02020603050405020304" pitchFamily="18" charset="0"/>
              </a:rPr>
              <a:t>Mary hit Bill</a:t>
            </a:r>
          </a:p>
          <a:p>
            <a:pPr fontAlgn="base">
              <a:spcBef>
                <a:spcPct val="0"/>
              </a:spcBef>
              <a:spcAft>
                <a:spcPct val="0"/>
              </a:spcAft>
            </a:pPr>
            <a:r>
              <a:rPr lang="en-US" altLang="zh-CN" sz="2600">
                <a:solidFill>
                  <a:srgbClr val="000000"/>
                </a:solidFill>
                <a:latin typeface="Times New Roman" panose="02020603050405020304" pitchFamily="18" charset="0"/>
              </a:rPr>
              <a:t>        Bill was hit by Mary </a:t>
            </a:r>
          </a:p>
          <a:p>
            <a:pPr fontAlgn="base">
              <a:spcBef>
                <a:spcPct val="0"/>
              </a:spcBef>
              <a:spcAft>
                <a:spcPct val="0"/>
              </a:spcAft>
            </a:pPr>
            <a:r>
              <a:rPr lang="en-US" altLang="zh-CN" sz="2600">
                <a:solidFill>
                  <a:srgbClr val="000000"/>
                </a:solidFill>
                <a:latin typeface="Times New Roman" panose="02020603050405020304" pitchFamily="18" charset="0"/>
              </a:rPr>
              <a:t>    (</a:t>
            </a:r>
            <a:r>
              <a:rPr lang="en-US" altLang="zh-CN" sz="2600" i="1">
                <a:solidFill>
                  <a:srgbClr val="000000"/>
                </a:solidFill>
                <a:latin typeface="Times New Roman" panose="02020603050405020304" pitchFamily="18" charset="0"/>
              </a:rPr>
              <a:t>Hit</a:t>
            </a:r>
            <a:r>
              <a:rPr lang="en-US" altLang="zh-CN" sz="2600">
                <a:solidFill>
                  <a:srgbClr val="000000"/>
                </a:solidFill>
                <a:latin typeface="Times New Roman" panose="02020603050405020304" pitchFamily="18" charset="0"/>
              </a:rPr>
              <a:t>(</a:t>
            </a:r>
            <a:r>
              <a:rPr lang="en-US" altLang="zh-CN" sz="2600" i="1">
                <a:solidFill>
                  <a:srgbClr val="000000"/>
                </a:solidFill>
                <a:latin typeface="Times New Roman" panose="02020603050405020304" pitchFamily="18" charset="0"/>
              </a:rPr>
              <a:t>Agent Mary</a:t>
            </a:r>
            <a:r>
              <a:rPr lang="en-US" altLang="zh-CN" sz="2600">
                <a:solidFill>
                  <a:srgbClr val="000000"/>
                </a:solidFill>
                <a:latin typeface="Times New Roman" panose="02020603050405020304" pitchFamily="18" charset="0"/>
              </a:rPr>
              <a:t>) (</a:t>
            </a:r>
            <a:r>
              <a:rPr lang="en-US" altLang="zh-CN" sz="2600" i="1">
                <a:solidFill>
                  <a:srgbClr val="000000"/>
                </a:solidFill>
                <a:latin typeface="Times New Roman" panose="02020603050405020304" pitchFamily="18" charset="0"/>
              </a:rPr>
              <a:t>Dative Bill</a:t>
            </a:r>
            <a:r>
              <a:rPr lang="en-US" altLang="zh-CN" sz="2600">
                <a:solidFill>
                  <a:srgbClr val="000000"/>
                </a:solidFill>
                <a:latin typeface="Times New Roman" panose="02020603050405020304" pitchFamily="18" charset="0"/>
              </a:rPr>
              <a:t>))</a:t>
            </a:r>
          </a:p>
        </p:txBody>
      </p:sp>
      <p:sp>
        <p:nvSpPr>
          <p:cNvPr id="668678" name="Rectangle 5">
            <a:extLst>
              <a:ext uri="{FF2B5EF4-FFF2-40B4-BE49-F238E27FC236}">
                <a16:creationId xmlns:a16="http://schemas.microsoft.com/office/drawing/2014/main" id="{C77B4F92-E1C6-402A-A3D2-ED8F52631EB9}"/>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3.  </a:t>
            </a:r>
            <a:r>
              <a:rPr lang="zh-CN" altLang="en-US" sz="3600">
                <a:solidFill>
                  <a:srgbClr val="FFFFFF"/>
                </a:solidFill>
                <a:latin typeface="Times New Roman" panose="02020603050405020304" pitchFamily="18" charset="0"/>
                <a:ea typeface="黑体" panose="02010609060101010101" pitchFamily="49" charset="-122"/>
              </a:rPr>
              <a:t>语义分析</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27395"/>
                                        </p:tgtEl>
                                        <p:attrNameLst>
                                          <p:attrName>style.visibility</p:attrName>
                                        </p:attrNameLst>
                                      </p:cBhvr>
                                      <p:to>
                                        <p:strVal val="visible"/>
                                      </p:to>
                                    </p:set>
                                    <p:anim calcmode="lin" valueType="num">
                                      <p:cBhvr additive="base">
                                        <p:cTn id="7" dur="1000" fill="hold"/>
                                        <p:tgtEl>
                                          <p:spTgt spid="827395"/>
                                        </p:tgtEl>
                                        <p:attrNameLst>
                                          <p:attrName>ppt_x</p:attrName>
                                        </p:attrNameLst>
                                      </p:cBhvr>
                                      <p:tavLst>
                                        <p:tav tm="0">
                                          <p:val>
                                            <p:strVal val="#ppt_x"/>
                                          </p:val>
                                        </p:tav>
                                        <p:tav tm="100000">
                                          <p:val>
                                            <p:strVal val="#ppt_x"/>
                                          </p:val>
                                        </p:tav>
                                      </p:tavLst>
                                    </p:anim>
                                    <p:anim calcmode="lin" valueType="num">
                                      <p:cBhvr additive="base">
                                        <p:cTn id="8" dur="1000" fill="hold"/>
                                        <p:tgtEl>
                                          <p:spTgt spid="82739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827396"/>
                                        </p:tgtEl>
                                        <p:attrNameLst>
                                          <p:attrName>style.visibility</p:attrName>
                                        </p:attrNameLst>
                                      </p:cBhvr>
                                      <p:to>
                                        <p:strVal val="visible"/>
                                      </p:to>
                                    </p:set>
                                    <p:animEffect transition="in" filter="diamond(in)">
                                      <p:cBhvr>
                                        <p:cTn id="13" dur="1000"/>
                                        <p:tgtEl>
                                          <p:spTgt spid="827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7395" grpId="0" animBg="1"/>
      <p:bldP spid="82739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1">
            <a:extLst>
              <a:ext uri="{FF2B5EF4-FFF2-40B4-BE49-F238E27FC236}">
                <a16:creationId xmlns:a16="http://schemas.microsoft.com/office/drawing/2014/main" id="{26F841A7-E7BC-48B5-9F8A-57EB5BEAD37C}"/>
              </a:ext>
            </a:extLst>
          </p:cNvPr>
          <p:cNvSpPr>
            <a:spLocks noGrp="1"/>
          </p:cNvSpPr>
          <p:nvPr>
            <p:ph type="sldNum" sz="quarter" idx="10"/>
          </p:nvPr>
        </p:nvSpPr>
        <p:spPr/>
        <p:txBody>
          <a:bodyPr/>
          <a:lstStyle/>
          <a:p>
            <a:pPr fontAlgn="base">
              <a:spcBef>
                <a:spcPct val="0"/>
              </a:spcBef>
              <a:spcAft>
                <a:spcPct val="0"/>
              </a:spcAft>
              <a:defRPr/>
            </a:pPr>
            <a:fld id="{B54AB67B-0F9E-49DC-9650-378227C9A027}" type="slidenum">
              <a:rPr lang="ja-JP" altLang="en-US">
                <a:latin typeface="Arial"/>
              </a:rPr>
              <a:pPr fontAlgn="base">
                <a:spcBef>
                  <a:spcPct val="0"/>
                </a:spcBef>
                <a:spcAft>
                  <a:spcPct val="0"/>
                </a:spcAft>
                <a:defRPr/>
              </a:pPr>
              <a:t>56</a:t>
            </a:fld>
            <a:endParaRPr lang="en-US" altLang="ja-JP">
              <a:latin typeface="Arial"/>
            </a:endParaRPr>
          </a:p>
        </p:txBody>
      </p:sp>
      <p:sp>
        <p:nvSpPr>
          <p:cNvPr id="828418" name="Text Box 2">
            <a:extLst>
              <a:ext uri="{FF2B5EF4-FFF2-40B4-BE49-F238E27FC236}">
                <a16:creationId xmlns:a16="http://schemas.microsoft.com/office/drawing/2014/main" id="{A13D1013-C890-4A62-9E1B-19FD30D73CB0}"/>
              </a:ext>
            </a:extLst>
          </p:cNvPr>
          <p:cNvSpPr txBox="1">
            <a:spLocks noChangeArrowheads="1"/>
          </p:cNvSpPr>
          <p:nvPr/>
        </p:nvSpPr>
        <p:spPr bwMode="auto">
          <a:xfrm>
            <a:off x="3379789" y="1406526"/>
            <a:ext cx="320675" cy="556179"/>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en-US" altLang="zh-CN" sz="3000" i="1">
                <a:solidFill>
                  <a:srgbClr val="000000"/>
                </a:solidFill>
                <a:latin typeface="Times New Roman" panose="02020603050405020304" pitchFamily="18" charset="0"/>
                <a:ea typeface="宋体" panose="02010600030101010101" pitchFamily="2" charset="-122"/>
              </a:rPr>
              <a:t>S</a:t>
            </a:r>
          </a:p>
        </p:txBody>
      </p:sp>
      <p:sp>
        <p:nvSpPr>
          <p:cNvPr id="828419" name="Text Box 3">
            <a:extLst>
              <a:ext uri="{FF2B5EF4-FFF2-40B4-BE49-F238E27FC236}">
                <a16:creationId xmlns:a16="http://schemas.microsoft.com/office/drawing/2014/main" id="{592C34DE-4FB0-4446-9E9F-7575FDFA302A}"/>
              </a:ext>
            </a:extLst>
          </p:cNvPr>
          <p:cNvSpPr txBox="1">
            <a:spLocks noChangeArrowheads="1"/>
          </p:cNvSpPr>
          <p:nvPr/>
        </p:nvSpPr>
        <p:spPr bwMode="auto">
          <a:xfrm>
            <a:off x="7205664" y="1401764"/>
            <a:ext cx="365125" cy="556179"/>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en-US" altLang="zh-CN" sz="3000" i="1">
                <a:solidFill>
                  <a:srgbClr val="000000"/>
                </a:solidFill>
                <a:latin typeface="Times New Roman" panose="02020603050405020304" pitchFamily="18" charset="0"/>
                <a:ea typeface="宋体" panose="02010600030101010101" pitchFamily="2" charset="-122"/>
              </a:rPr>
              <a:t>S</a:t>
            </a:r>
          </a:p>
        </p:txBody>
      </p:sp>
      <p:sp>
        <p:nvSpPr>
          <p:cNvPr id="828420" name="Text Box 4">
            <a:extLst>
              <a:ext uri="{FF2B5EF4-FFF2-40B4-BE49-F238E27FC236}">
                <a16:creationId xmlns:a16="http://schemas.microsoft.com/office/drawing/2014/main" id="{6CBCCCCD-7E21-4081-A36D-2F90CA18B673}"/>
              </a:ext>
            </a:extLst>
          </p:cNvPr>
          <p:cNvSpPr txBox="1">
            <a:spLocks noChangeArrowheads="1"/>
          </p:cNvSpPr>
          <p:nvPr/>
        </p:nvSpPr>
        <p:spPr bwMode="auto">
          <a:xfrm>
            <a:off x="2516188" y="2573339"/>
            <a:ext cx="741362" cy="556179"/>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en-US" altLang="zh-CN" sz="3000" i="1">
                <a:solidFill>
                  <a:srgbClr val="000000"/>
                </a:solidFill>
                <a:latin typeface="Times New Roman" panose="02020603050405020304" pitchFamily="18" charset="0"/>
                <a:ea typeface="宋体" panose="02010600030101010101" pitchFamily="2" charset="-122"/>
              </a:rPr>
              <a:t>NP</a:t>
            </a:r>
          </a:p>
        </p:txBody>
      </p:sp>
      <p:sp>
        <p:nvSpPr>
          <p:cNvPr id="828421" name="Text Box 5">
            <a:extLst>
              <a:ext uri="{FF2B5EF4-FFF2-40B4-BE49-F238E27FC236}">
                <a16:creationId xmlns:a16="http://schemas.microsoft.com/office/drawing/2014/main" id="{5EE1710B-A097-4825-9E63-72DD4AB99AC7}"/>
              </a:ext>
            </a:extLst>
          </p:cNvPr>
          <p:cNvSpPr txBox="1">
            <a:spLocks noChangeArrowheads="1"/>
          </p:cNvSpPr>
          <p:nvPr/>
        </p:nvSpPr>
        <p:spPr bwMode="auto">
          <a:xfrm>
            <a:off x="6122988" y="2520951"/>
            <a:ext cx="741362" cy="556179"/>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en-US" altLang="zh-CN" sz="3000" i="1">
                <a:solidFill>
                  <a:srgbClr val="000000"/>
                </a:solidFill>
                <a:latin typeface="Times New Roman" panose="02020603050405020304" pitchFamily="18" charset="0"/>
                <a:ea typeface="宋体" panose="02010600030101010101" pitchFamily="2" charset="-122"/>
              </a:rPr>
              <a:t>NP</a:t>
            </a:r>
          </a:p>
        </p:txBody>
      </p:sp>
      <p:sp>
        <p:nvSpPr>
          <p:cNvPr id="828422" name="Text Box 6">
            <a:extLst>
              <a:ext uri="{FF2B5EF4-FFF2-40B4-BE49-F238E27FC236}">
                <a16:creationId xmlns:a16="http://schemas.microsoft.com/office/drawing/2014/main" id="{712401B7-BE85-45AD-B3C5-DD47623E4D59}"/>
              </a:ext>
            </a:extLst>
          </p:cNvPr>
          <p:cNvSpPr txBox="1">
            <a:spLocks noChangeArrowheads="1"/>
          </p:cNvSpPr>
          <p:nvPr/>
        </p:nvSpPr>
        <p:spPr bwMode="auto">
          <a:xfrm>
            <a:off x="3986213" y="2552701"/>
            <a:ext cx="741362" cy="556179"/>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en-US" altLang="zh-CN" sz="3000" i="1">
                <a:solidFill>
                  <a:srgbClr val="000000"/>
                </a:solidFill>
                <a:latin typeface="Times New Roman" panose="02020603050405020304" pitchFamily="18" charset="0"/>
                <a:ea typeface="宋体" panose="02010600030101010101" pitchFamily="2" charset="-122"/>
              </a:rPr>
              <a:t>VP</a:t>
            </a:r>
          </a:p>
        </p:txBody>
      </p:sp>
      <p:sp>
        <p:nvSpPr>
          <p:cNvPr id="828423" name="Text Box 7">
            <a:extLst>
              <a:ext uri="{FF2B5EF4-FFF2-40B4-BE49-F238E27FC236}">
                <a16:creationId xmlns:a16="http://schemas.microsoft.com/office/drawing/2014/main" id="{F3F42BE2-2250-4E50-84F9-29003BE4C1A8}"/>
              </a:ext>
            </a:extLst>
          </p:cNvPr>
          <p:cNvSpPr txBox="1">
            <a:spLocks noChangeArrowheads="1"/>
          </p:cNvSpPr>
          <p:nvPr/>
        </p:nvSpPr>
        <p:spPr bwMode="auto">
          <a:xfrm>
            <a:off x="8026401" y="2478089"/>
            <a:ext cx="741363" cy="556179"/>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en-US" altLang="zh-CN" sz="3000" i="1">
                <a:solidFill>
                  <a:srgbClr val="000000"/>
                </a:solidFill>
                <a:latin typeface="Times New Roman" panose="02020603050405020304" pitchFamily="18" charset="0"/>
                <a:ea typeface="宋体" panose="02010600030101010101" pitchFamily="2" charset="-122"/>
              </a:rPr>
              <a:t>VP</a:t>
            </a:r>
          </a:p>
        </p:txBody>
      </p:sp>
      <p:sp>
        <p:nvSpPr>
          <p:cNvPr id="828424" name="Text Box 8">
            <a:extLst>
              <a:ext uri="{FF2B5EF4-FFF2-40B4-BE49-F238E27FC236}">
                <a16:creationId xmlns:a16="http://schemas.microsoft.com/office/drawing/2014/main" id="{CEAFE3A4-EE23-42E8-8B65-6838FBCBF962}"/>
              </a:ext>
            </a:extLst>
          </p:cNvPr>
          <p:cNvSpPr txBox="1">
            <a:spLocks noChangeArrowheads="1"/>
          </p:cNvSpPr>
          <p:nvPr/>
        </p:nvSpPr>
        <p:spPr bwMode="auto">
          <a:xfrm>
            <a:off x="3605213" y="3619501"/>
            <a:ext cx="379412" cy="556179"/>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en-US" altLang="zh-CN" sz="3000" i="1">
                <a:solidFill>
                  <a:srgbClr val="000000"/>
                </a:solidFill>
                <a:latin typeface="Times New Roman" panose="02020603050405020304" pitchFamily="18" charset="0"/>
                <a:ea typeface="宋体" panose="02010600030101010101" pitchFamily="2" charset="-122"/>
              </a:rPr>
              <a:t>V</a:t>
            </a:r>
          </a:p>
        </p:txBody>
      </p:sp>
      <p:sp>
        <p:nvSpPr>
          <p:cNvPr id="828425" name="Text Box 9">
            <a:extLst>
              <a:ext uri="{FF2B5EF4-FFF2-40B4-BE49-F238E27FC236}">
                <a16:creationId xmlns:a16="http://schemas.microsoft.com/office/drawing/2014/main" id="{BC449528-2C99-42D1-9174-255D465258B0}"/>
              </a:ext>
            </a:extLst>
          </p:cNvPr>
          <p:cNvSpPr txBox="1">
            <a:spLocks noChangeArrowheads="1"/>
          </p:cNvSpPr>
          <p:nvPr/>
        </p:nvSpPr>
        <p:spPr bwMode="auto">
          <a:xfrm>
            <a:off x="4540251" y="3611564"/>
            <a:ext cx="741363" cy="556179"/>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en-US" altLang="zh-CN" sz="3000" i="1">
                <a:solidFill>
                  <a:srgbClr val="000000"/>
                </a:solidFill>
                <a:latin typeface="Times New Roman" panose="02020603050405020304" pitchFamily="18" charset="0"/>
                <a:ea typeface="宋体" panose="02010600030101010101" pitchFamily="2" charset="-122"/>
              </a:rPr>
              <a:t>NP</a:t>
            </a:r>
          </a:p>
        </p:txBody>
      </p:sp>
      <p:sp>
        <p:nvSpPr>
          <p:cNvPr id="828426" name="Text Box 10">
            <a:extLst>
              <a:ext uri="{FF2B5EF4-FFF2-40B4-BE49-F238E27FC236}">
                <a16:creationId xmlns:a16="http://schemas.microsoft.com/office/drawing/2014/main" id="{206A31F9-B366-4254-B442-A2A1BE0B428B}"/>
              </a:ext>
            </a:extLst>
          </p:cNvPr>
          <p:cNvSpPr txBox="1">
            <a:spLocks noChangeArrowheads="1"/>
          </p:cNvSpPr>
          <p:nvPr/>
        </p:nvSpPr>
        <p:spPr bwMode="auto">
          <a:xfrm>
            <a:off x="7429501" y="3525839"/>
            <a:ext cx="379413" cy="556179"/>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en-US" altLang="zh-CN" sz="3000" i="1">
                <a:solidFill>
                  <a:srgbClr val="000000"/>
                </a:solidFill>
                <a:latin typeface="Times New Roman" panose="02020603050405020304" pitchFamily="18" charset="0"/>
                <a:ea typeface="宋体" panose="02010600030101010101" pitchFamily="2" charset="-122"/>
              </a:rPr>
              <a:t>V</a:t>
            </a:r>
          </a:p>
        </p:txBody>
      </p:sp>
      <p:sp>
        <p:nvSpPr>
          <p:cNvPr id="828427" name="Text Box 11">
            <a:extLst>
              <a:ext uri="{FF2B5EF4-FFF2-40B4-BE49-F238E27FC236}">
                <a16:creationId xmlns:a16="http://schemas.microsoft.com/office/drawing/2014/main" id="{C55FCB58-448D-4ECB-87C9-A276385B3741}"/>
              </a:ext>
            </a:extLst>
          </p:cNvPr>
          <p:cNvSpPr txBox="1">
            <a:spLocks noChangeArrowheads="1"/>
          </p:cNvSpPr>
          <p:nvPr/>
        </p:nvSpPr>
        <p:spPr bwMode="auto">
          <a:xfrm>
            <a:off x="8858251" y="3516314"/>
            <a:ext cx="741363" cy="556179"/>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en-US" altLang="zh-CN" sz="3000" i="1">
                <a:solidFill>
                  <a:srgbClr val="000000"/>
                </a:solidFill>
                <a:latin typeface="Times New Roman" panose="02020603050405020304" pitchFamily="18" charset="0"/>
                <a:ea typeface="宋体" panose="02010600030101010101" pitchFamily="2" charset="-122"/>
              </a:rPr>
              <a:t>PP</a:t>
            </a:r>
          </a:p>
        </p:txBody>
      </p:sp>
      <p:sp>
        <p:nvSpPr>
          <p:cNvPr id="828428" name="Text Box 12">
            <a:extLst>
              <a:ext uri="{FF2B5EF4-FFF2-40B4-BE49-F238E27FC236}">
                <a16:creationId xmlns:a16="http://schemas.microsoft.com/office/drawing/2014/main" id="{06AED101-D797-4881-96EF-F7656D2082FE}"/>
              </a:ext>
            </a:extLst>
          </p:cNvPr>
          <p:cNvSpPr txBox="1">
            <a:spLocks noChangeArrowheads="1"/>
          </p:cNvSpPr>
          <p:nvPr/>
        </p:nvSpPr>
        <p:spPr bwMode="auto">
          <a:xfrm>
            <a:off x="4535488" y="4492626"/>
            <a:ext cx="842962" cy="556179"/>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en-US" altLang="zh-CN" sz="3000" i="1">
                <a:solidFill>
                  <a:srgbClr val="000000"/>
                </a:solidFill>
                <a:latin typeface="Times New Roman" panose="02020603050405020304" pitchFamily="18" charset="0"/>
                <a:ea typeface="宋体" panose="02010600030101010101" pitchFamily="2" charset="-122"/>
              </a:rPr>
              <a:t>Bill</a:t>
            </a:r>
          </a:p>
        </p:txBody>
      </p:sp>
      <p:sp>
        <p:nvSpPr>
          <p:cNvPr id="828429" name="Text Box 13">
            <a:extLst>
              <a:ext uri="{FF2B5EF4-FFF2-40B4-BE49-F238E27FC236}">
                <a16:creationId xmlns:a16="http://schemas.microsoft.com/office/drawing/2014/main" id="{2651C7D8-AB9C-4EAE-968A-5892CDCF1E31}"/>
              </a:ext>
            </a:extLst>
          </p:cNvPr>
          <p:cNvSpPr txBox="1">
            <a:spLocks noChangeArrowheads="1"/>
          </p:cNvSpPr>
          <p:nvPr/>
        </p:nvSpPr>
        <p:spPr bwMode="auto">
          <a:xfrm>
            <a:off x="2384425" y="3560764"/>
            <a:ext cx="1016000" cy="556179"/>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en-US" altLang="zh-CN" sz="3000" i="1">
                <a:solidFill>
                  <a:srgbClr val="000000"/>
                </a:solidFill>
                <a:latin typeface="Times New Roman" panose="02020603050405020304" pitchFamily="18" charset="0"/>
                <a:ea typeface="宋体" panose="02010600030101010101" pitchFamily="2" charset="-122"/>
              </a:rPr>
              <a:t>Mary</a:t>
            </a:r>
          </a:p>
        </p:txBody>
      </p:sp>
      <p:sp>
        <p:nvSpPr>
          <p:cNvPr id="828430" name="Text Box 14">
            <a:extLst>
              <a:ext uri="{FF2B5EF4-FFF2-40B4-BE49-F238E27FC236}">
                <a16:creationId xmlns:a16="http://schemas.microsoft.com/office/drawing/2014/main" id="{4AB34DDC-57BB-41C8-BE97-4662CA4DB2E9}"/>
              </a:ext>
            </a:extLst>
          </p:cNvPr>
          <p:cNvSpPr txBox="1">
            <a:spLocks noChangeArrowheads="1"/>
          </p:cNvSpPr>
          <p:nvPr/>
        </p:nvSpPr>
        <p:spPr bwMode="auto">
          <a:xfrm>
            <a:off x="3603626" y="4489451"/>
            <a:ext cx="741363" cy="556179"/>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en-US" altLang="zh-CN" sz="3000" i="1">
                <a:solidFill>
                  <a:srgbClr val="000000"/>
                </a:solidFill>
                <a:latin typeface="Times New Roman" panose="02020603050405020304" pitchFamily="18" charset="0"/>
                <a:ea typeface="宋体" panose="02010600030101010101" pitchFamily="2" charset="-122"/>
              </a:rPr>
              <a:t>hit</a:t>
            </a:r>
          </a:p>
        </p:txBody>
      </p:sp>
      <p:sp>
        <p:nvSpPr>
          <p:cNvPr id="828431" name="Text Box 15">
            <a:extLst>
              <a:ext uri="{FF2B5EF4-FFF2-40B4-BE49-F238E27FC236}">
                <a16:creationId xmlns:a16="http://schemas.microsoft.com/office/drawing/2014/main" id="{338AB5E9-C974-443B-9274-C21C183A7530}"/>
              </a:ext>
            </a:extLst>
          </p:cNvPr>
          <p:cNvSpPr txBox="1">
            <a:spLocks noChangeArrowheads="1"/>
          </p:cNvSpPr>
          <p:nvPr/>
        </p:nvSpPr>
        <p:spPr bwMode="auto">
          <a:xfrm>
            <a:off x="7145338" y="4403726"/>
            <a:ext cx="1306512" cy="556179"/>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en-US" altLang="zh-CN" sz="3000" i="1">
                <a:solidFill>
                  <a:srgbClr val="000000"/>
                </a:solidFill>
                <a:latin typeface="Times New Roman" panose="02020603050405020304" pitchFamily="18" charset="0"/>
                <a:ea typeface="宋体" panose="02010600030101010101" pitchFamily="2" charset="-122"/>
              </a:rPr>
              <a:t>was hit</a:t>
            </a:r>
          </a:p>
        </p:txBody>
      </p:sp>
      <p:sp>
        <p:nvSpPr>
          <p:cNvPr id="828432" name="Text Box 16">
            <a:extLst>
              <a:ext uri="{FF2B5EF4-FFF2-40B4-BE49-F238E27FC236}">
                <a16:creationId xmlns:a16="http://schemas.microsoft.com/office/drawing/2014/main" id="{EB96D554-C9A1-474E-A88F-52BE4D39930A}"/>
              </a:ext>
            </a:extLst>
          </p:cNvPr>
          <p:cNvSpPr txBox="1">
            <a:spLocks noChangeArrowheads="1"/>
          </p:cNvSpPr>
          <p:nvPr/>
        </p:nvSpPr>
        <p:spPr bwMode="auto">
          <a:xfrm>
            <a:off x="8655050" y="4503739"/>
            <a:ext cx="609600" cy="556179"/>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en-US" altLang="zh-CN" sz="3000" i="1">
                <a:solidFill>
                  <a:srgbClr val="000000"/>
                </a:solidFill>
                <a:latin typeface="Times New Roman" panose="02020603050405020304" pitchFamily="18" charset="0"/>
                <a:ea typeface="宋体" panose="02010600030101010101" pitchFamily="2" charset="-122"/>
              </a:rPr>
              <a:t>by</a:t>
            </a:r>
          </a:p>
        </p:txBody>
      </p:sp>
      <p:sp>
        <p:nvSpPr>
          <p:cNvPr id="828433" name="Text Box 17">
            <a:extLst>
              <a:ext uri="{FF2B5EF4-FFF2-40B4-BE49-F238E27FC236}">
                <a16:creationId xmlns:a16="http://schemas.microsoft.com/office/drawing/2014/main" id="{CF92A6D4-F20C-4F54-97FE-24513B6B53F0}"/>
              </a:ext>
            </a:extLst>
          </p:cNvPr>
          <p:cNvSpPr txBox="1">
            <a:spLocks noChangeArrowheads="1"/>
          </p:cNvSpPr>
          <p:nvPr/>
        </p:nvSpPr>
        <p:spPr bwMode="auto">
          <a:xfrm>
            <a:off x="6110288" y="3702051"/>
            <a:ext cx="842962" cy="556179"/>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en-US" altLang="zh-CN" sz="3000" i="1">
                <a:solidFill>
                  <a:srgbClr val="000000"/>
                </a:solidFill>
                <a:latin typeface="Times New Roman" panose="02020603050405020304" pitchFamily="18" charset="0"/>
                <a:ea typeface="宋体" panose="02010600030101010101" pitchFamily="2" charset="-122"/>
              </a:rPr>
              <a:t>Bill</a:t>
            </a:r>
          </a:p>
        </p:txBody>
      </p:sp>
      <p:sp>
        <p:nvSpPr>
          <p:cNvPr id="828434" name="Text Box 18">
            <a:extLst>
              <a:ext uri="{FF2B5EF4-FFF2-40B4-BE49-F238E27FC236}">
                <a16:creationId xmlns:a16="http://schemas.microsoft.com/office/drawing/2014/main" id="{CF9797C4-6732-4D27-A0B2-6CC67435B77F}"/>
              </a:ext>
            </a:extLst>
          </p:cNvPr>
          <p:cNvSpPr txBox="1">
            <a:spLocks noChangeArrowheads="1"/>
          </p:cNvSpPr>
          <p:nvPr/>
        </p:nvSpPr>
        <p:spPr bwMode="auto">
          <a:xfrm>
            <a:off x="9271000" y="4484689"/>
            <a:ext cx="1016000" cy="556179"/>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en-US" altLang="zh-CN" sz="3000" i="1">
                <a:solidFill>
                  <a:srgbClr val="000000"/>
                </a:solidFill>
                <a:latin typeface="Times New Roman" panose="02020603050405020304" pitchFamily="18" charset="0"/>
                <a:ea typeface="宋体" panose="02010600030101010101" pitchFamily="2" charset="-122"/>
              </a:rPr>
              <a:t>Mary</a:t>
            </a:r>
          </a:p>
        </p:txBody>
      </p:sp>
      <p:sp>
        <p:nvSpPr>
          <p:cNvPr id="669716" name="Line 19">
            <a:extLst>
              <a:ext uri="{FF2B5EF4-FFF2-40B4-BE49-F238E27FC236}">
                <a16:creationId xmlns:a16="http://schemas.microsoft.com/office/drawing/2014/main" id="{CB0FDC6A-B568-4B2F-82C3-ECB10445B2D5}"/>
              </a:ext>
            </a:extLst>
          </p:cNvPr>
          <p:cNvSpPr>
            <a:spLocks noChangeShapeType="1"/>
          </p:cNvSpPr>
          <p:nvPr/>
        </p:nvSpPr>
        <p:spPr bwMode="auto">
          <a:xfrm flipH="1">
            <a:off x="2917826" y="1843089"/>
            <a:ext cx="638175" cy="827087"/>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69717" name="Line 20">
            <a:extLst>
              <a:ext uri="{FF2B5EF4-FFF2-40B4-BE49-F238E27FC236}">
                <a16:creationId xmlns:a16="http://schemas.microsoft.com/office/drawing/2014/main" id="{9769C7BC-AE2E-4437-93E1-BA6591A9D64A}"/>
              </a:ext>
            </a:extLst>
          </p:cNvPr>
          <p:cNvSpPr>
            <a:spLocks noChangeShapeType="1"/>
          </p:cNvSpPr>
          <p:nvPr/>
        </p:nvSpPr>
        <p:spPr bwMode="auto">
          <a:xfrm>
            <a:off x="3570289" y="1857376"/>
            <a:ext cx="668337" cy="784225"/>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69718" name="Line 21">
            <a:extLst>
              <a:ext uri="{FF2B5EF4-FFF2-40B4-BE49-F238E27FC236}">
                <a16:creationId xmlns:a16="http://schemas.microsoft.com/office/drawing/2014/main" id="{8732F297-885E-48D2-8266-5F853CDD6CC3}"/>
              </a:ext>
            </a:extLst>
          </p:cNvPr>
          <p:cNvSpPr>
            <a:spLocks noChangeShapeType="1"/>
          </p:cNvSpPr>
          <p:nvPr/>
        </p:nvSpPr>
        <p:spPr bwMode="auto">
          <a:xfrm>
            <a:off x="2830513" y="3033714"/>
            <a:ext cx="0" cy="638175"/>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69719" name="Line 22">
            <a:extLst>
              <a:ext uri="{FF2B5EF4-FFF2-40B4-BE49-F238E27FC236}">
                <a16:creationId xmlns:a16="http://schemas.microsoft.com/office/drawing/2014/main" id="{532A9C39-9B8B-4EFB-99CD-B7B8CCA9B89C}"/>
              </a:ext>
            </a:extLst>
          </p:cNvPr>
          <p:cNvSpPr>
            <a:spLocks noChangeShapeType="1"/>
          </p:cNvSpPr>
          <p:nvPr/>
        </p:nvSpPr>
        <p:spPr bwMode="auto">
          <a:xfrm flipH="1">
            <a:off x="3860801" y="3033713"/>
            <a:ext cx="449263" cy="7112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69720" name="Line 23">
            <a:extLst>
              <a:ext uri="{FF2B5EF4-FFF2-40B4-BE49-F238E27FC236}">
                <a16:creationId xmlns:a16="http://schemas.microsoft.com/office/drawing/2014/main" id="{EAD09931-584B-41A2-942E-28FBCD464211}"/>
              </a:ext>
            </a:extLst>
          </p:cNvPr>
          <p:cNvSpPr>
            <a:spLocks noChangeShapeType="1"/>
          </p:cNvSpPr>
          <p:nvPr/>
        </p:nvSpPr>
        <p:spPr bwMode="auto">
          <a:xfrm>
            <a:off x="4325938" y="3033713"/>
            <a:ext cx="550862" cy="7112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69721" name="Line 24">
            <a:extLst>
              <a:ext uri="{FF2B5EF4-FFF2-40B4-BE49-F238E27FC236}">
                <a16:creationId xmlns:a16="http://schemas.microsoft.com/office/drawing/2014/main" id="{4B36ABD8-6430-401A-BC42-2DE7D1973271}"/>
              </a:ext>
            </a:extLst>
          </p:cNvPr>
          <p:cNvSpPr>
            <a:spLocks noChangeShapeType="1"/>
          </p:cNvSpPr>
          <p:nvPr/>
        </p:nvSpPr>
        <p:spPr bwMode="auto">
          <a:xfrm>
            <a:off x="3846513" y="4122739"/>
            <a:ext cx="0" cy="477837"/>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69722" name="Line 25">
            <a:extLst>
              <a:ext uri="{FF2B5EF4-FFF2-40B4-BE49-F238E27FC236}">
                <a16:creationId xmlns:a16="http://schemas.microsoft.com/office/drawing/2014/main" id="{1A98FF3E-7334-487E-9276-E4E875FDE920}"/>
              </a:ext>
            </a:extLst>
          </p:cNvPr>
          <p:cNvSpPr>
            <a:spLocks noChangeShapeType="1"/>
          </p:cNvSpPr>
          <p:nvPr/>
        </p:nvSpPr>
        <p:spPr bwMode="auto">
          <a:xfrm>
            <a:off x="4876800" y="4092576"/>
            <a:ext cx="0" cy="479425"/>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69723" name="Line 26">
            <a:extLst>
              <a:ext uri="{FF2B5EF4-FFF2-40B4-BE49-F238E27FC236}">
                <a16:creationId xmlns:a16="http://schemas.microsoft.com/office/drawing/2014/main" id="{F816BFB3-EE19-46C2-B0BC-8364215B2A38}"/>
              </a:ext>
            </a:extLst>
          </p:cNvPr>
          <p:cNvSpPr>
            <a:spLocks noChangeShapeType="1"/>
          </p:cNvSpPr>
          <p:nvPr/>
        </p:nvSpPr>
        <p:spPr bwMode="auto">
          <a:xfrm flipH="1">
            <a:off x="6502401" y="1871663"/>
            <a:ext cx="841375" cy="7112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69724" name="Line 27">
            <a:extLst>
              <a:ext uri="{FF2B5EF4-FFF2-40B4-BE49-F238E27FC236}">
                <a16:creationId xmlns:a16="http://schemas.microsoft.com/office/drawing/2014/main" id="{F5BC4055-96A2-4D95-A0A6-897A551CBD69}"/>
              </a:ext>
            </a:extLst>
          </p:cNvPr>
          <p:cNvSpPr>
            <a:spLocks noChangeShapeType="1"/>
          </p:cNvSpPr>
          <p:nvPr/>
        </p:nvSpPr>
        <p:spPr bwMode="auto">
          <a:xfrm>
            <a:off x="7431089" y="1871663"/>
            <a:ext cx="871537" cy="696912"/>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69725" name="Line 28">
            <a:extLst>
              <a:ext uri="{FF2B5EF4-FFF2-40B4-BE49-F238E27FC236}">
                <a16:creationId xmlns:a16="http://schemas.microsoft.com/office/drawing/2014/main" id="{246833F5-4581-4D5B-BB05-767C29A40BFB}"/>
              </a:ext>
            </a:extLst>
          </p:cNvPr>
          <p:cNvSpPr>
            <a:spLocks noChangeShapeType="1"/>
          </p:cNvSpPr>
          <p:nvPr/>
        </p:nvSpPr>
        <p:spPr bwMode="auto">
          <a:xfrm>
            <a:off x="6443663" y="2960688"/>
            <a:ext cx="0" cy="798512"/>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69726" name="Line 29">
            <a:extLst>
              <a:ext uri="{FF2B5EF4-FFF2-40B4-BE49-F238E27FC236}">
                <a16:creationId xmlns:a16="http://schemas.microsoft.com/office/drawing/2014/main" id="{FB41D75D-AFBA-4F91-8CD5-3B8B332BFF8A}"/>
              </a:ext>
            </a:extLst>
          </p:cNvPr>
          <p:cNvSpPr>
            <a:spLocks noChangeShapeType="1"/>
          </p:cNvSpPr>
          <p:nvPr/>
        </p:nvSpPr>
        <p:spPr bwMode="auto">
          <a:xfrm flipH="1">
            <a:off x="7662863" y="2932113"/>
            <a:ext cx="654050" cy="696912"/>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69727" name="Line 30">
            <a:extLst>
              <a:ext uri="{FF2B5EF4-FFF2-40B4-BE49-F238E27FC236}">
                <a16:creationId xmlns:a16="http://schemas.microsoft.com/office/drawing/2014/main" id="{ED681DD8-38AB-41F8-BF3F-1A8406F9B7D0}"/>
              </a:ext>
            </a:extLst>
          </p:cNvPr>
          <p:cNvSpPr>
            <a:spLocks noChangeShapeType="1"/>
          </p:cNvSpPr>
          <p:nvPr/>
        </p:nvSpPr>
        <p:spPr bwMode="auto">
          <a:xfrm>
            <a:off x="8359775" y="2917826"/>
            <a:ext cx="769938" cy="696913"/>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69728" name="Line 31">
            <a:extLst>
              <a:ext uri="{FF2B5EF4-FFF2-40B4-BE49-F238E27FC236}">
                <a16:creationId xmlns:a16="http://schemas.microsoft.com/office/drawing/2014/main" id="{0F47F4FF-5BFF-4400-94B0-AF6DE692839C}"/>
              </a:ext>
            </a:extLst>
          </p:cNvPr>
          <p:cNvSpPr>
            <a:spLocks noChangeShapeType="1"/>
          </p:cNvSpPr>
          <p:nvPr/>
        </p:nvSpPr>
        <p:spPr bwMode="auto">
          <a:xfrm>
            <a:off x="7662863" y="4021138"/>
            <a:ext cx="0" cy="550862"/>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69729" name="Line 32">
            <a:extLst>
              <a:ext uri="{FF2B5EF4-FFF2-40B4-BE49-F238E27FC236}">
                <a16:creationId xmlns:a16="http://schemas.microsoft.com/office/drawing/2014/main" id="{E67C2F04-AEC4-408A-8D40-40B8A446AD94}"/>
              </a:ext>
            </a:extLst>
          </p:cNvPr>
          <p:cNvSpPr>
            <a:spLocks noChangeShapeType="1"/>
          </p:cNvSpPr>
          <p:nvPr/>
        </p:nvSpPr>
        <p:spPr bwMode="auto">
          <a:xfrm flipH="1">
            <a:off x="8926514" y="3933826"/>
            <a:ext cx="217487" cy="752475"/>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669730" name="Line 33">
            <a:extLst>
              <a:ext uri="{FF2B5EF4-FFF2-40B4-BE49-F238E27FC236}">
                <a16:creationId xmlns:a16="http://schemas.microsoft.com/office/drawing/2014/main" id="{234FC50D-59DC-4402-8F29-797162BD98EB}"/>
              </a:ext>
            </a:extLst>
          </p:cNvPr>
          <p:cNvSpPr>
            <a:spLocks noChangeShapeType="1"/>
          </p:cNvSpPr>
          <p:nvPr/>
        </p:nvSpPr>
        <p:spPr bwMode="auto">
          <a:xfrm>
            <a:off x="9245600" y="3962400"/>
            <a:ext cx="522288" cy="668338"/>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828450" name="Text Box 34">
            <a:extLst>
              <a:ext uri="{FF2B5EF4-FFF2-40B4-BE49-F238E27FC236}">
                <a16:creationId xmlns:a16="http://schemas.microsoft.com/office/drawing/2014/main" id="{B7ADBA19-3E04-4D45-8212-0BB431B93E07}"/>
              </a:ext>
            </a:extLst>
          </p:cNvPr>
          <p:cNvSpPr txBox="1">
            <a:spLocks noChangeArrowheads="1"/>
          </p:cNvSpPr>
          <p:nvPr/>
        </p:nvSpPr>
        <p:spPr bwMode="auto">
          <a:xfrm>
            <a:off x="3278987" y="5340351"/>
            <a:ext cx="5516552" cy="586957"/>
          </a:xfrm>
          <a:prstGeom prst="rect">
            <a:avLst/>
          </a:prstGeom>
          <a:noFill/>
          <a:ln>
            <a:noFill/>
          </a:ln>
          <a:effectLst/>
          <a:extLst>
            <a:ext uri="{909E8E84-426E-40DD-AFC4-6F175D3DCCD1}">
              <a14:hiddenFill xmlns:a14="http://schemas.microsoft.com/office/drawing/2010/main">
                <a:gradFill rotWithShape="0">
                  <a:gsLst>
                    <a:gs pos="0">
                      <a:schemeClr val="accent2"/>
                    </a:gs>
                    <a:gs pos="50000">
                      <a:schemeClr val="bg1"/>
                    </a:gs>
                    <a:gs pos="100000">
                      <a:schemeClr val="accent2"/>
                    </a:gs>
                  </a:gsLst>
                  <a:lin ang="2700000" scaled="1"/>
                </a:gra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just" fontAlgn="base">
              <a:spcBef>
                <a:spcPct val="0"/>
              </a:spcBef>
              <a:spcAft>
                <a:spcPct val="0"/>
              </a:spcAft>
              <a:defRPr/>
            </a:pPr>
            <a:r>
              <a:rPr lang="zh-CN" altLang="en-US" sz="3200">
                <a:solidFill>
                  <a:srgbClr val="000000"/>
                </a:solidFill>
                <a:latin typeface="Times New Roman" panose="02020603050405020304" pitchFamily="18" charset="0"/>
                <a:ea typeface="宋体" panose="02010600030101010101" pitchFamily="2" charset="-122"/>
              </a:rPr>
              <a:t>主动句和被动句的句法分析树</a:t>
            </a:r>
          </a:p>
        </p:txBody>
      </p:sp>
      <p:sp>
        <p:nvSpPr>
          <p:cNvPr id="669732" name="Rectangle 35">
            <a:extLst>
              <a:ext uri="{FF2B5EF4-FFF2-40B4-BE49-F238E27FC236}">
                <a16:creationId xmlns:a16="http://schemas.microsoft.com/office/drawing/2014/main" id="{D05931DE-85D8-4F87-AF12-9E03EA5CA411}"/>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a:solidFill>
                  <a:srgbClr val="FFFFFF"/>
                </a:solidFill>
                <a:latin typeface="Times New Roman" panose="02020603050405020304" pitchFamily="18" charset="0"/>
                <a:ea typeface="黑体" panose="02010609060101010101" pitchFamily="49" charset="-122"/>
              </a:rPr>
              <a:t>3.  </a:t>
            </a:r>
            <a:r>
              <a:rPr lang="zh-CN" altLang="en-US" sz="3600">
                <a:solidFill>
                  <a:srgbClr val="FFFFFF"/>
                </a:solidFill>
                <a:latin typeface="Times New Roman" panose="02020603050405020304" pitchFamily="18" charset="0"/>
                <a:ea typeface="黑体" panose="02010609060101010101" pitchFamily="49" charset="-122"/>
              </a:rPr>
              <a:t>语义分析</a:t>
            </a:r>
          </a:p>
        </p:txBody>
      </p:sp>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5DE67E7-F19C-4A01-86F4-21CDFCEAB71F}"/>
              </a:ext>
            </a:extLst>
          </p:cNvPr>
          <p:cNvSpPr>
            <a:spLocks noGrp="1"/>
          </p:cNvSpPr>
          <p:nvPr>
            <p:ph type="sldNum" sz="quarter" idx="10"/>
          </p:nvPr>
        </p:nvSpPr>
        <p:spPr/>
        <p:txBody>
          <a:bodyPr/>
          <a:lstStyle/>
          <a:p>
            <a:pPr fontAlgn="base">
              <a:spcBef>
                <a:spcPct val="0"/>
              </a:spcBef>
              <a:spcAft>
                <a:spcPct val="0"/>
              </a:spcAft>
              <a:defRPr/>
            </a:pPr>
            <a:fld id="{11799AB1-F0DF-4097-B570-8A8BB4369A1A}" type="slidenum">
              <a:rPr lang="ja-JP" altLang="en-US">
                <a:latin typeface="Arial"/>
              </a:rPr>
              <a:pPr fontAlgn="base">
                <a:spcBef>
                  <a:spcPct val="0"/>
                </a:spcBef>
                <a:spcAft>
                  <a:spcPct val="0"/>
                </a:spcAft>
                <a:defRPr/>
              </a:pPr>
              <a:t>57</a:t>
            </a:fld>
            <a:endParaRPr lang="en-US" altLang="ja-JP">
              <a:latin typeface="Arial"/>
            </a:endParaRPr>
          </a:p>
        </p:txBody>
      </p:sp>
      <p:sp>
        <p:nvSpPr>
          <p:cNvPr id="670723" name="Rectangle 2">
            <a:extLst>
              <a:ext uri="{FF2B5EF4-FFF2-40B4-BE49-F238E27FC236}">
                <a16:creationId xmlns:a16="http://schemas.microsoft.com/office/drawing/2014/main" id="{C93CADF1-1472-4F29-BA90-DAD93B9016B6}"/>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rPr>
              <a:t>第</a:t>
            </a:r>
            <a:r>
              <a:rPr lang="en-US" altLang="zh-CN" dirty="0">
                <a:latin typeface="Times New Roman" panose="02020603050405020304" pitchFamily="18" charset="0"/>
              </a:rPr>
              <a:t>12</a:t>
            </a:r>
            <a:r>
              <a:rPr lang="zh-CN" altLang="en-US" dirty="0">
                <a:latin typeface="Times New Roman" panose="02020603050405020304" pitchFamily="18" charset="0"/>
              </a:rPr>
              <a:t>章  自然语言理解及其应用</a:t>
            </a:r>
          </a:p>
        </p:txBody>
      </p:sp>
      <p:sp>
        <p:nvSpPr>
          <p:cNvPr id="670724" name="Rectangle 3">
            <a:extLst>
              <a:ext uri="{FF2B5EF4-FFF2-40B4-BE49-F238E27FC236}">
                <a16:creationId xmlns:a16="http://schemas.microsoft.com/office/drawing/2014/main" id="{AEC94EC4-3CAC-40ED-976A-334CDE37944A}"/>
              </a:ext>
            </a:extLst>
          </p:cNvPr>
          <p:cNvSpPr>
            <a:spLocks noGrp="1" noChangeArrowheads="1"/>
          </p:cNvSpPr>
          <p:nvPr>
            <p:ph type="body" idx="1"/>
          </p:nvPr>
        </p:nvSpPr>
        <p:spPr>
          <a:xfrm>
            <a:off x="2062163" y="922339"/>
            <a:ext cx="8483600" cy="5400675"/>
          </a:xfrm>
        </p:spPr>
        <p:txBody>
          <a:bodyPr/>
          <a:lstStyle/>
          <a:p>
            <a:pPr eaLnBrk="1" hangingPunct="1">
              <a:lnSpc>
                <a:spcPct val="160000"/>
              </a:lnSpc>
            </a:pPr>
            <a:r>
              <a:rPr lang="en-US" altLang="zh-CN" sz="2400" b="1" dirty="0">
                <a:latin typeface="Times New Roman" panose="02020603050405020304" pitchFamily="18" charset="0"/>
              </a:rPr>
              <a:t>12.1 </a:t>
            </a:r>
            <a:r>
              <a:rPr lang="zh-CN" altLang="en-US" sz="2400" b="1" dirty="0">
                <a:latin typeface="Times New Roman" panose="02020603050405020304" pitchFamily="18" charset="0"/>
              </a:rPr>
              <a:t>自然语言理解的概念与发展历史</a:t>
            </a:r>
            <a:r>
              <a:rPr lang="zh-CN" altLang="en-US" sz="2400" dirty="0">
                <a:latin typeface="Times New Roman" panose="02020603050405020304" pitchFamily="18" charset="0"/>
              </a:rPr>
              <a:t> </a:t>
            </a:r>
            <a:endParaRPr lang="zh-CN" altLang="en-US" sz="2400" b="1" dirty="0">
              <a:latin typeface="Times New Roman" panose="02020603050405020304" pitchFamily="18" charset="0"/>
            </a:endParaRPr>
          </a:p>
          <a:p>
            <a:pPr eaLnBrk="1" hangingPunct="1">
              <a:lnSpc>
                <a:spcPct val="160000"/>
              </a:lnSpc>
            </a:pPr>
            <a:r>
              <a:rPr lang="en-US" altLang="zh-CN" sz="2400" b="1" dirty="0">
                <a:latin typeface="Times New Roman" panose="02020603050405020304" pitchFamily="18" charset="0"/>
              </a:rPr>
              <a:t>12.2  </a:t>
            </a:r>
            <a:r>
              <a:rPr lang="zh-CN" altLang="en-US" sz="2400" b="1" dirty="0"/>
              <a:t>语言处理过程的层次</a:t>
            </a:r>
            <a:endParaRPr lang="zh-CN" altLang="en-US" sz="2400" b="1" dirty="0">
              <a:latin typeface="Times New Roman" panose="02020603050405020304" pitchFamily="18" charset="0"/>
            </a:endParaRPr>
          </a:p>
          <a:p>
            <a:pPr algn="just" eaLnBrk="1" hangingPunct="1">
              <a:lnSpc>
                <a:spcPct val="160000"/>
              </a:lnSpc>
              <a:buClr>
                <a:srgbClr val="0000CC"/>
              </a:buClr>
              <a:buSzPct val="200000"/>
              <a:buFont typeface="Wingdings" panose="05000000000000000000" pitchFamily="2" charset="2"/>
              <a:buChar char="ü"/>
            </a:pPr>
            <a:r>
              <a:rPr lang="en-US" altLang="zh-CN" sz="2400" b="1" dirty="0">
                <a:solidFill>
                  <a:srgbClr val="0000CC"/>
                </a:solidFill>
                <a:latin typeface="Times New Roman" panose="02020603050405020304" pitchFamily="18" charset="0"/>
              </a:rPr>
              <a:t>12.7 </a:t>
            </a:r>
            <a:r>
              <a:rPr lang="zh-CN" altLang="en-US" sz="2400" b="1" dirty="0">
                <a:solidFill>
                  <a:srgbClr val="0000CC"/>
                </a:solidFill>
                <a:latin typeface="Times New Roman" panose="02020603050405020304" pitchFamily="18" charset="0"/>
              </a:rPr>
              <a:t>机器翻译</a:t>
            </a:r>
          </a:p>
          <a:p>
            <a:pPr algn="just" eaLnBrk="1" hangingPunct="1">
              <a:lnSpc>
                <a:spcPct val="160000"/>
              </a:lnSpc>
            </a:pPr>
            <a:r>
              <a:rPr lang="en-US" altLang="zh-CN" sz="2400" b="1" dirty="0">
                <a:latin typeface="Times New Roman" panose="02020603050405020304" pitchFamily="18" charset="0"/>
              </a:rPr>
              <a:t>12.8 </a:t>
            </a:r>
            <a:r>
              <a:rPr lang="zh-CN" altLang="en-US" sz="2400" b="1" dirty="0">
                <a:latin typeface="Times New Roman" panose="02020603050405020304" pitchFamily="18" charset="0"/>
              </a:rPr>
              <a:t>语音识别</a:t>
            </a:r>
          </a:p>
          <a:p>
            <a:pPr eaLnBrk="1" hangingPunct="1">
              <a:lnSpc>
                <a:spcPct val="160000"/>
              </a:lnSpc>
            </a:pPr>
            <a:endParaRPr lang="en-US" altLang="zh-CN" sz="2400" dirty="0"/>
          </a:p>
        </p:txBody>
      </p:sp>
    </p:spTree>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413711A-C3B5-46AD-B718-A4E41952EAD6}"/>
              </a:ext>
            </a:extLst>
          </p:cNvPr>
          <p:cNvSpPr>
            <a:spLocks noGrp="1"/>
          </p:cNvSpPr>
          <p:nvPr>
            <p:ph type="sldNum" sz="quarter" idx="10"/>
          </p:nvPr>
        </p:nvSpPr>
        <p:spPr/>
        <p:txBody>
          <a:bodyPr/>
          <a:lstStyle/>
          <a:p>
            <a:pPr fontAlgn="base">
              <a:spcBef>
                <a:spcPct val="0"/>
              </a:spcBef>
              <a:spcAft>
                <a:spcPct val="0"/>
              </a:spcAft>
              <a:defRPr/>
            </a:pPr>
            <a:fld id="{5F4589A3-A272-42CA-A1D9-3AF88C19A3BE}" type="slidenum">
              <a:rPr lang="ja-JP" altLang="en-US">
                <a:latin typeface="Arial"/>
              </a:rPr>
              <a:pPr fontAlgn="base">
                <a:spcBef>
                  <a:spcPct val="0"/>
                </a:spcBef>
                <a:spcAft>
                  <a:spcPct val="0"/>
                </a:spcAft>
                <a:defRPr/>
              </a:pPr>
              <a:t>58</a:t>
            </a:fld>
            <a:endParaRPr lang="en-US" altLang="ja-JP">
              <a:latin typeface="Arial"/>
            </a:endParaRPr>
          </a:p>
        </p:txBody>
      </p:sp>
      <p:sp>
        <p:nvSpPr>
          <p:cNvPr id="671747" name="Rectangle 2">
            <a:extLst>
              <a:ext uri="{FF2B5EF4-FFF2-40B4-BE49-F238E27FC236}">
                <a16:creationId xmlns:a16="http://schemas.microsoft.com/office/drawing/2014/main" id="{5E43C0B3-B0F0-40EA-856E-2D29A7E90848}"/>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rPr>
              <a:t>12.3  </a:t>
            </a:r>
            <a:r>
              <a:rPr lang="zh-CN" altLang="en-US" dirty="0">
                <a:latin typeface="Times New Roman" panose="02020603050405020304" pitchFamily="18" charset="0"/>
              </a:rPr>
              <a:t>机器翻译</a:t>
            </a:r>
          </a:p>
        </p:txBody>
      </p:sp>
      <p:sp>
        <p:nvSpPr>
          <p:cNvPr id="830467" name="Rectangle 3">
            <a:extLst>
              <a:ext uri="{FF2B5EF4-FFF2-40B4-BE49-F238E27FC236}">
                <a16:creationId xmlns:a16="http://schemas.microsoft.com/office/drawing/2014/main" id="{69EB04FF-6C76-4EEF-975C-C8B751FEE70B}"/>
              </a:ext>
            </a:extLst>
          </p:cNvPr>
          <p:cNvSpPr>
            <a:spLocks noGrp="1" noChangeArrowheads="1"/>
          </p:cNvSpPr>
          <p:nvPr>
            <p:ph type="body" idx="1"/>
          </p:nvPr>
        </p:nvSpPr>
        <p:spPr>
          <a:xfrm>
            <a:off x="2093913" y="1139826"/>
            <a:ext cx="8337550" cy="5400675"/>
          </a:xfrm>
          <a:noFill/>
        </p:spPr>
        <p:txBody>
          <a:bodyPr/>
          <a:lstStyle/>
          <a:p>
            <a:pPr marL="0" indent="449263" eaLnBrk="1" hangingPunct="1">
              <a:tabLst>
                <a:tab pos="1438275" algn="l"/>
                <a:tab pos="1528763" algn="l"/>
              </a:tabLst>
            </a:pPr>
            <a:r>
              <a:rPr lang="en-US" altLang="zh-CN" b="1" dirty="0">
                <a:latin typeface="Times New Roman" panose="02020603050405020304" pitchFamily="18" charset="0"/>
              </a:rPr>
              <a:t>12.3.1  </a:t>
            </a:r>
            <a:r>
              <a:rPr lang="zh-CN" altLang="en-US" b="1" dirty="0">
                <a:latin typeface="Times New Roman" panose="02020603050405020304" pitchFamily="18" charset="0"/>
              </a:rPr>
              <a:t>机器翻译方法概述</a:t>
            </a:r>
            <a:r>
              <a:rPr lang="zh-CN" altLang="en-US" dirty="0">
                <a:latin typeface="Times New Roman" panose="02020603050405020304" pitchFamily="18" charset="0"/>
              </a:rPr>
              <a:t> </a:t>
            </a:r>
            <a:endParaRPr lang="zh-CN" altLang="en-US" b="1" dirty="0">
              <a:latin typeface="Times New Roman" panose="02020603050405020304" pitchFamily="18" charset="0"/>
            </a:endParaRPr>
          </a:p>
          <a:p>
            <a:pPr marL="0" indent="449263" eaLnBrk="1" hangingPunct="1">
              <a:tabLst>
                <a:tab pos="1438275" algn="l"/>
                <a:tab pos="1528763" algn="l"/>
              </a:tabLst>
            </a:pPr>
            <a:r>
              <a:rPr lang="en-US" altLang="zh-CN" b="1" dirty="0">
                <a:latin typeface="Times New Roman" panose="02020603050405020304" pitchFamily="18" charset="0"/>
              </a:rPr>
              <a:t>12.3.2   </a:t>
            </a:r>
            <a:r>
              <a:rPr lang="zh-CN" altLang="en-US" b="1" dirty="0">
                <a:latin typeface="Times New Roman" panose="02020603050405020304" pitchFamily="18" charset="0"/>
              </a:rPr>
              <a:t>翻译记忆</a:t>
            </a:r>
            <a:r>
              <a:rPr lang="zh-CN" altLang="en-US" dirty="0">
                <a:latin typeface="Times New Roman" panose="02020603050405020304" pitchFamily="18" charset="0"/>
              </a:rPr>
              <a:t> </a:t>
            </a:r>
            <a:endParaRPr lang="zh-CN" altLang="en-US" b="1"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grpId="0" nodeType="afterEffect">
                                  <p:stCondLst>
                                    <p:cond delay="0"/>
                                  </p:stCondLst>
                                  <p:childTnLst>
                                    <p:set>
                                      <p:cBhvr>
                                        <p:cTn id="6" dur="1" fill="hold">
                                          <p:stCondLst>
                                            <p:cond delay="0"/>
                                          </p:stCondLst>
                                        </p:cTn>
                                        <p:tgtEl>
                                          <p:spTgt spid="830467">
                                            <p:txEl>
                                              <p:pRg st="0" end="0"/>
                                            </p:txEl>
                                          </p:spTgt>
                                        </p:tgtEl>
                                        <p:attrNameLst>
                                          <p:attrName>style.visibility</p:attrName>
                                        </p:attrNameLst>
                                      </p:cBhvr>
                                      <p:to>
                                        <p:strVal val="visible"/>
                                      </p:to>
                                    </p:set>
                                    <p:animEffect transition="in" filter="diamond(in)">
                                      <p:cBhvr>
                                        <p:cTn id="7" dur="1000"/>
                                        <p:tgtEl>
                                          <p:spTgt spid="830467">
                                            <p:txEl>
                                              <p:pRg st="0" end="0"/>
                                            </p:txEl>
                                          </p:spTgt>
                                        </p:tgtEl>
                                      </p:cBhvr>
                                    </p:animEffect>
                                  </p:childTnLst>
                                </p:cTn>
                              </p:par>
                            </p:childTnLst>
                          </p:cTn>
                        </p:par>
                        <p:par>
                          <p:cTn id="8" fill="hold" nodeType="afterGroup">
                            <p:stCondLst>
                              <p:cond delay="1000"/>
                            </p:stCondLst>
                            <p:childTnLst>
                              <p:par>
                                <p:cTn id="9" presetID="8" presetClass="entr" presetSubtype="16" fill="hold" grpId="0" nodeType="afterEffect">
                                  <p:stCondLst>
                                    <p:cond delay="0"/>
                                  </p:stCondLst>
                                  <p:childTnLst>
                                    <p:set>
                                      <p:cBhvr>
                                        <p:cTn id="10" dur="1" fill="hold">
                                          <p:stCondLst>
                                            <p:cond delay="0"/>
                                          </p:stCondLst>
                                        </p:cTn>
                                        <p:tgtEl>
                                          <p:spTgt spid="830467">
                                            <p:txEl>
                                              <p:pRg st="1" end="1"/>
                                            </p:txEl>
                                          </p:spTgt>
                                        </p:tgtEl>
                                        <p:attrNameLst>
                                          <p:attrName>style.visibility</p:attrName>
                                        </p:attrNameLst>
                                      </p:cBhvr>
                                      <p:to>
                                        <p:strVal val="visible"/>
                                      </p:to>
                                    </p:set>
                                    <p:animEffect transition="in" filter="diamond(in)">
                                      <p:cBhvr>
                                        <p:cTn id="11" dur="1000"/>
                                        <p:tgtEl>
                                          <p:spTgt spid="830467">
                                            <p:txEl>
                                              <p:pRg st="1" end="1"/>
                                            </p:txEl>
                                          </p:spTgt>
                                        </p:tgtEl>
                                      </p:cBhvr>
                                    </p:animEffect>
                                  </p:childTnLst>
                                </p:cTn>
                              </p:par>
                            </p:childTnLst>
                          </p:cTn>
                        </p:par>
                        <p:par>
                          <p:cTn id="12" fill="hold" nodeType="afterGroup">
                            <p:stCondLst>
                              <p:cond delay="2000"/>
                            </p:stCondLst>
                            <p:childTnLst>
                              <p:par>
                                <p:cTn id="13" presetID="8" presetClass="entr" presetSubtype="16" fill="hold" grpId="0" nodeType="afterEffect">
                                  <p:stCondLst>
                                    <p:cond delay="0"/>
                                  </p:stCondLst>
                                  <p:childTnLst>
                                    <p:set>
                                      <p:cBhvr>
                                        <p:cTn id="14" dur="1" fill="hold">
                                          <p:stCondLst>
                                            <p:cond delay="0"/>
                                          </p:stCondLst>
                                        </p:cTn>
                                        <p:tgtEl>
                                          <p:spTgt spid="830467">
                                            <p:txEl>
                                              <p:charRg st="33" end="33"/>
                                            </p:txEl>
                                          </p:spTgt>
                                        </p:tgtEl>
                                        <p:attrNameLst>
                                          <p:attrName>style.visibility</p:attrName>
                                        </p:attrNameLst>
                                      </p:cBhvr>
                                      <p:to>
                                        <p:strVal val="visible"/>
                                      </p:to>
                                    </p:set>
                                    <p:animEffect transition="in" filter="diamond(in)">
                                      <p:cBhvr>
                                        <p:cTn id="15" dur="1000"/>
                                        <p:tgtEl>
                                          <p:spTgt spid="830467">
                                            <p:txEl>
                                              <p:charRg st="33" end="3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0467"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4">
            <a:extLst>
              <a:ext uri="{FF2B5EF4-FFF2-40B4-BE49-F238E27FC236}">
                <a16:creationId xmlns:a16="http://schemas.microsoft.com/office/drawing/2014/main" id="{3068CAAB-476B-47AC-912A-ABE75347978A}"/>
              </a:ext>
            </a:extLst>
          </p:cNvPr>
          <p:cNvSpPr>
            <a:spLocks noGrp="1"/>
          </p:cNvSpPr>
          <p:nvPr>
            <p:ph type="sldNum" sz="quarter" idx="10"/>
          </p:nvPr>
        </p:nvSpPr>
        <p:spPr/>
        <p:txBody>
          <a:bodyPr/>
          <a:lstStyle/>
          <a:p>
            <a:pPr fontAlgn="base">
              <a:spcBef>
                <a:spcPct val="0"/>
              </a:spcBef>
              <a:spcAft>
                <a:spcPct val="0"/>
              </a:spcAft>
              <a:defRPr/>
            </a:pPr>
            <a:fld id="{D233F31D-D2DB-4FBC-9058-F5FCE3EC4A1F}" type="slidenum">
              <a:rPr lang="ja-JP" altLang="en-US">
                <a:latin typeface="Arial"/>
              </a:rPr>
              <a:pPr fontAlgn="base">
                <a:spcBef>
                  <a:spcPct val="0"/>
                </a:spcBef>
                <a:spcAft>
                  <a:spcPct val="0"/>
                </a:spcAft>
                <a:defRPr/>
              </a:pPr>
              <a:t>59</a:t>
            </a:fld>
            <a:endParaRPr lang="en-US" altLang="ja-JP">
              <a:latin typeface="Arial"/>
            </a:endParaRPr>
          </a:p>
        </p:txBody>
      </p:sp>
      <p:sp>
        <p:nvSpPr>
          <p:cNvPr id="1037" name="Rectangle 2">
            <a:extLst>
              <a:ext uri="{FF2B5EF4-FFF2-40B4-BE49-F238E27FC236}">
                <a16:creationId xmlns:a16="http://schemas.microsoft.com/office/drawing/2014/main" id="{951E6D80-EE05-4795-AD2A-FE42E92B8B5F}"/>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rPr>
              <a:t>12.3.1  </a:t>
            </a:r>
            <a:r>
              <a:rPr lang="zh-CN" altLang="en-US" dirty="0">
                <a:latin typeface="Times New Roman" panose="02020603050405020304" pitchFamily="18" charset="0"/>
              </a:rPr>
              <a:t>机器翻译方法概述</a:t>
            </a:r>
          </a:p>
        </p:txBody>
      </p:sp>
      <p:sp>
        <p:nvSpPr>
          <p:cNvPr id="1038" name="Rectangle 3">
            <a:extLst>
              <a:ext uri="{FF2B5EF4-FFF2-40B4-BE49-F238E27FC236}">
                <a16:creationId xmlns:a16="http://schemas.microsoft.com/office/drawing/2014/main" id="{15BC1F8A-CFB9-45C8-8237-B7961907E843}"/>
              </a:ext>
            </a:extLst>
          </p:cNvPr>
          <p:cNvSpPr>
            <a:spLocks noGrp="1" noChangeArrowheads="1"/>
          </p:cNvSpPr>
          <p:nvPr>
            <p:ph type="body" sz="half" idx="1"/>
          </p:nvPr>
        </p:nvSpPr>
        <p:spPr/>
        <p:txBody>
          <a:bodyPr/>
          <a:lstStyle/>
          <a:p>
            <a:pPr eaLnBrk="1" hangingPunct="1">
              <a:buFont typeface="Wingdings" panose="05000000000000000000" pitchFamily="2" charset="2"/>
              <a:buNone/>
            </a:pPr>
            <a:r>
              <a:rPr lang="zh-CN" altLang="en-US" sz="2400" b="1" dirty="0">
                <a:latin typeface="宋体" panose="02010600030101010101" pitchFamily="2" charset="-122"/>
              </a:rPr>
              <a:t>发展历程：</a:t>
            </a:r>
          </a:p>
        </p:txBody>
      </p:sp>
      <p:grpSp>
        <p:nvGrpSpPr>
          <p:cNvPr id="2" name="Organization Chart 5">
            <a:extLst>
              <a:ext uri="{FF2B5EF4-FFF2-40B4-BE49-F238E27FC236}">
                <a16:creationId xmlns:a16="http://schemas.microsoft.com/office/drawing/2014/main" id="{FEBB3237-08EF-4769-9325-016394BEAF8C}"/>
              </a:ext>
            </a:extLst>
          </p:cNvPr>
          <p:cNvGrpSpPr>
            <a:grpSpLocks noChangeAspect="1"/>
          </p:cNvGrpSpPr>
          <p:nvPr/>
        </p:nvGrpSpPr>
        <p:grpSpPr bwMode="auto">
          <a:xfrm>
            <a:off x="3633789" y="849313"/>
            <a:ext cx="4244975" cy="5588000"/>
            <a:chOff x="1329" y="535"/>
            <a:chExt cx="2674" cy="3520"/>
          </a:xfrm>
        </p:grpSpPr>
        <p:graphicFrame>
          <p:nvGraphicFramePr>
            <p:cNvPr id="4" name="图示 3">
              <a:extLst>
                <a:ext uri="{FF2B5EF4-FFF2-40B4-BE49-F238E27FC236}">
                  <a16:creationId xmlns:a16="http://schemas.microsoft.com/office/drawing/2014/main" id="{75EAB736-7F8B-42D5-95B7-788498D5BFC1}"/>
                </a:ext>
              </a:extLst>
            </p:cNvPr>
            <p:cNvGraphicFramePr/>
            <p:nvPr/>
          </p:nvGraphicFramePr>
          <p:xfrm>
            <a:off x="1329" y="535"/>
            <a:ext cx="2674" cy="3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Line 14">
              <a:extLst>
                <a:ext uri="{FF2B5EF4-FFF2-40B4-BE49-F238E27FC236}">
                  <a16:creationId xmlns:a16="http://schemas.microsoft.com/office/drawing/2014/main" id="{425C68A4-464F-4562-8791-A4E170BADBD0}"/>
                </a:ext>
              </a:extLst>
            </p:cNvPr>
            <p:cNvSpPr>
              <a:spLocks noChangeShapeType="1"/>
            </p:cNvSpPr>
            <p:nvPr/>
          </p:nvSpPr>
          <p:spPr bwMode="auto">
            <a:xfrm flipH="1">
              <a:off x="2660" y="1408"/>
              <a:ext cx="10" cy="458"/>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endParaRPr lang="zh-CN" altLang="en-US"/>
            </a:p>
          </p:txBody>
        </p:sp>
      </p:grpSp>
      <p:sp>
        <p:nvSpPr>
          <p:cNvPr id="831503" name="Line 15">
            <a:extLst>
              <a:ext uri="{FF2B5EF4-FFF2-40B4-BE49-F238E27FC236}">
                <a16:creationId xmlns:a16="http://schemas.microsoft.com/office/drawing/2014/main" id="{15CE8BDD-5C5A-460D-904E-FB4942680826}"/>
              </a:ext>
            </a:extLst>
          </p:cNvPr>
          <p:cNvSpPr>
            <a:spLocks noChangeShapeType="1"/>
          </p:cNvSpPr>
          <p:nvPr/>
        </p:nvSpPr>
        <p:spPr bwMode="auto">
          <a:xfrm flipH="1">
            <a:off x="4600576" y="4905375"/>
            <a:ext cx="1147763" cy="14288"/>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831504" name="Line 16">
            <a:extLst>
              <a:ext uri="{FF2B5EF4-FFF2-40B4-BE49-F238E27FC236}">
                <a16:creationId xmlns:a16="http://schemas.microsoft.com/office/drawing/2014/main" id="{AC9AF7FF-DB5E-4E17-ABDA-53410E2E33F7}"/>
              </a:ext>
            </a:extLst>
          </p:cNvPr>
          <p:cNvSpPr>
            <a:spLocks noChangeShapeType="1"/>
          </p:cNvSpPr>
          <p:nvPr/>
        </p:nvSpPr>
        <p:spPr bwMode="auto">
          <a:xfrm>
            <a:off x="5748339" y="4905375"/>
            <a:ext cx="1146175"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831505" name="Line 17">
            <a:extLst>
              <a:ext uri="{FF2B5EF4-FFF2-40B4-BE49-F238E27FC236}">
                <a16:creationId xmlns:a16="http://schemas.microsoft.com/office/drawing/2014/main" id="{14C83F3B-F796-4692-83FD-E47536AA9CAF}"/>
              </a:ext>
            </a:extLst>
          </p:cNvPr>
          <p:cNvSpPr>
            <a:spLocks noChangeShapeType="1"/>
          </p:cNvSpPr>
          <p:nvPr/>
        </p:nvSpPr>
        <p:spPr bwMode="auto">
          <a:xfrm>
            <a:off x="4600575" y="4918076"/>
            <a:ext cx="14288" cy="119063"/>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831506" name="Line 18">
            <a:extLst>
              <a:ext uri="{FF2B5EF4-FFF2-40B4-BE49-F238E27FC236}">
                <a16:creationId xmlns:a16="http://schemas.microsoft.com/office/drawing/2014/main" id="{9832245D-5F44-490D-96C3-0685C20029EA}"/>
              </a:ext>
            </a:extLst>
          </p:cNvPr>
          <p:cNvSpPr>
            <a:spLocks noChangeShapeType="1"/>
          </p:cNvSpPr>
          <p:nvPr/>
        </p:nvSpPr>
        <p:spPr bwMode="auto">
          <a:xfrm>
            <a:off x="6894514" y="4891089"/>
            <a:ext cx="28575" cy="130175"/>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831507" name="Line 19">
            <a:extLst>
              <a:ext uri="{FF2B5EF4-FFF2-40B4-BE49-F238E27FC236}">
                <a16:creationId xmlns:a16="http://schemas.microsoft.com/office/drawing/2014/main" id="{9F42CA48-63CE-44D2-9E84-31502969E4FF}"/>
              </a:ext>
            </a:extLst>
          </p:cNvPr>
          <p:cNvSpPr>
            <a:spLocks noChangeShapeType="1"/>
          </p:cNvSpPr>
          <p:nvPr/>
        </p:nvSpPr>
        <p:spPr bwMode="auto">
          <a:xfrm>
            <a:off x="5748338" y="4340225"/>
            <a:ext cx="0" cy="56515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31507"/>
                                        </p:tgtEl>
                                        <p:attrNameLst>
                                          <p:attrName>style.visibility</p:attrName>
                                        </p:attrNameLst>
                                      </p:cBhvr>
                                      <p:to>
                                        <p:strVal val="visible"/>
                                      </p:to>
                                    </p:set>
                                    <p:animEffect transition="in" filter="wipe(up)">
                                      <p:cBhvr>
                                        <p:cTn id="7" dur="500"/>
                                        <p:tgtEl>
                                          <p:spTgt spid="831507"/>
                                        </p:tgtEl>
                                      </p:cBhvr>
                                    </p:animEffect>
                                  </p:childTnLst>
                                </p:cTn>
                              </p:par>
                            </p:childTnLst>
                          </p:cTn>
                        </p:par>
                        <p:par>
                          <p:cTn id="8" fill="hold" nodeType="afterGroup">
                            <p:stCondLst>
                              <p:cond delay="500"/>
                            </p:stCondLst>
                            <p:childTnLst>
                              <p:par>
                                <p:cTn id="9" presetID="22" presetClass="entr" presetSubtype="2" fill="hold" nodeType="afterEffect">
                                  <p:stCondLst>
                                    <p:cond delay="0"/>
                                  </p:stCondLst>
                                  <p:childTnLst>
                                    <p:set>
                                      <p:cBhvr>
                                        <p:cTn id="10" dur="1" fill="hold">
                                          <p:stCondLst>
                                            <p:cond delay="0"/>
                                          </p:stCondLst>
                                        </p:cTn>
                                        <p:tgtEl>
                                          <p:spTgt spid="831503"/>
                                        </p:tgtEl>
                                        <p:attrNameLst>
                                          <p:attrName>style.visibility</p:attrName>
                                        </p:attrNameLst>
                                      </p:cBhvr>
                                      <p:to>
                                        <p:strVal val="visible"/>
                                      </p:to>
                                    </p:set>
                                    <p:animEffect transition="in" filter="wipe(right)">
                                      <p:cBhvr>
                                        <p:cTn id="11" dur="500"/>
                                        <p:tgtEl>
                                          <p:spTgt spid="831503"/>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831504"/>
                                        </p:tgtEl>
                                        <p:attrNameLst>
                                          <p:attrName>style.visibility</p:attrName>
                                        </p:attrNameLst>
                                      </p:cBhvr>
                                      <p:to>
                                        <p:strVal val="visible"/>
                                      </p:to>
                                    </p:set>
                                    <p:animEffect transition="in" filter="wipe(left)">
                                      <p:cBhvr>
                                        <p:cTn id="15" dur="500"/>
                                        <p:tgtEl>
                                          <p:spTgt spid="831504"/>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831505"/>
                                        </p:tgtEl>
                                        <p:attrNameLst>
                                          <p:attrName>style.visibility</p:attrName>
                                        </p:attrNameLst>
                                      </p:cBhvr>
                                      <p:to>
                                        <p:strVal val="visible"/>
                                      </p:to>
                                    </p:set>
                                    <p:animEffect transition="in" filter="wipe(up)">
                                      <p:cBhvr>
                                        <p:cTn id="19" dur="500"/>
                                        <p:tgtEl>
                                          <p:spTgt spid="831505"/>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831506"/>
                                        </p:tgtEl>
                                        <p:attrNameLst>
                                          <p:attrName>style.visibility</p:attrName>
                                        </p:attrNameLst>
                                      </p:cBhvr>
                                      <p:to>
                                        <p:strVal val="visible"/>
                                      </p:to>
                                    </p:set>
                                    <p:animEffect transition="in" filter="wipe(up)">
                                      <p:cBhvr>
                                        <p:cTn id="23" dur="500"/>
                                        <p:tgtEl>
                                          <p:spTgt spid="831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1">
            <a:extLst>
              <a:ext uri="{FF2B5EF4-FFF2-40B4-BE49-F238E27FC236}">
                <a16:creationId xmlns:a16="http://schemas.microsoft.com/office/drawing/2014/main" id="{CD02DF4F-A628-4F69-95BE-3B2B3261FFFD}"/>
              </a:ext>
            </a:extLst>
          </p:cNvPr>
          <p:cNvSpPr>
            <a:spLocks noGrp="1"/>
          </p:cNvSpPr>
          <p:nvPr>
            <p:ph type="sldNum" sz="quarter" idx="10"/>
          </p:nvPr>
        </p:nvSpPr>
        <p:spPr/>
        <p:txBody>
          <a:bodyPr/>
          <a:lstStyle/>
          <a:p>
            <a:pPr fontAlgn="base">
              <a:spcBef>
                <a:spcPct val="0"/>
              </a:spcBef>
              <a:spcAft>
                <a:spcPct val="0"/>
              </a:spcAft>
              <a:defRPr/>
            </a:pPr>
            <a:fld id="{787D938A-8028-44B4-A627-D41B2DA973AD}" type="slidenum">
              <a:rPr lang="ja-JP" altLang="en-US">
                <a:latin typeface="Arial"/>
              </a:rPr>
              <a:pPr fontAlgn="base">
                <a:spcBef>
                  <a:spcPct val="0"/>
                </a:spcBef>
                <a:spcAft>
                  <a:spcPct val="0"/>
                </a:spcAft>
                <a:defRPr/>
              </a:pPr>
              <a:t>60</a:t>
            </a:fld>
            <a:endParaRPr lang="en-US" altLang="ja-JP">
              <a:latin typeface="Arial"/>
            </a:endParaRPr>
          </a:p>
        </p:txBody>
      </p:sp>
      <p:pic>
        <p:nvPicPr>
          <p:cNvPr id="672771" name="Picture 2">
            <a:extLst>
              <a:ext uri="{FF2B5EF4-FFF2-40B4-BE49-F238E27FC236}">
                <a16:creationId xmlns:a16="http://schemas.microsoft.com/office/drawing/2014/main" id="{3438E926-09C6-4260-9DFA-B62ADA8B6C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3376" y="2070100"/>
            <a:ext cx="5656263" cy="167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2772" name="Rectangle 3">
            <a:extLst>
              <a:ext uri="{FF2B5EF4-FFF2-40B4-BE49-F238E27FC236}">
                <a16:creationId xmlns:a16="http://schemas.microsoft.com/office/drawing/2014/main" id="{37050AE4-B4AC-430C-90EB-436882870A46}"/>
              </a:ext>
            </a:extLst>
          </p:cNvPr>
          <p:cNvSpPr>
            <a:spLocks noChangeArrowheads="1"/>
          </p:cNvSpPr>
          <p:nvPr/>
        </p:nvSpPr>
        <p:spPr bwMode="auto">
          <a:xfrm>
            <a:off x="1717675" y="849313"/>
            <a:ext cx="8642350" cy="1123950"/>
          </a:xfrm>
          <a:prstGeom prst="rect">
            <a:avLst/>
          </a:prstGeom>
          <a:gradFill rotWithShape="0">
            <a:gsLst>
              <a:gs pos="0">
                <a:srgbClr val="CCFFCC"/>
              </a:gs>
              <a:gs pos="100000">
                <a:schemeClr val="bg1"/>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93675" indent="-193675">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68400" indent="-49530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797050" indent="-43815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3749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9638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42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8782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335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792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buFont typeface="Wingdings" panose="05000000000000000000" pitchFamily="2" charset="2"/>
              <a:buChar char="§"/>
            </a:pPr>
            <a:r>
              <a:rPr lang="en-US" altLang="zh-CN" sz="2600">
                <a:solidFill>
                  <a:srgbClr val="000000"/>
                </a:solidFill>
                <a:latin typeface="Times New Roman" panose="02020603050405020304" pitchFamily="18" charset="0"/>
              </a:rPr>
              <a:t> </a:t>
            </a:r>
            <a:r>
              <a:rPr lang="en-US" altLang="zh-CN" sz="2600" b="1">
                <a:solidFill>
                  <a:srgbClr val="000000"/>
                </a:solidFill>
                <a:latin typeface="Times New Roman" panose="02020603050405020304" pitchFamily="18" charset="0"/>
              </a:rPr>
              <a:t>1. </a:t>
            </a:r>
            <a:r>
              <a:rPr lang="zh-CN" altLang="en-US" sz="2600" b="1">
                <a:solidFill>
                  <a:srgbClr val="000000"/>
                </a:solidFill>
                <a:latin typeface="Times New Roman" panose="02020603050405020304" pitchFamily="18" charset="0"/>
              </a:rPr>
              <a:t>直译式翻译系统</a:t>
            </a:r>
            <a:r>
              <a:rPr lang="en-US" altLang="zh-CN" sz="2600" b="1">
                <a:solidFill>
                  <a:srgbClr val="000000"/>
                </a:solidFill>
                <a:latin typeface="Times New Roman" panose="02020603050405020304" pitchFamily="18" charset="0"/>
              </a:rPr>
              <a:t>(direct translation MT systems)</a:t>
            </a:r>
            <a:r>
              <a:rPr lang="en-US" altLang="zh-CN" sz="2600">
                <a:solidFill>
                  <a:srgbClr val="000000"/>
                </a:solidFill>
              </a:rPr>
              <a:t> </a:t>
            </a:r>
            <a:endParaRPr lang="en-US" altLang="zh-CN" sz="2600" b="1">
              <a:solidFill>
                <a:srgbClr val="000000"/>
              </a:solidFill>
            </a:endParaRPr>
          </a:p>
          <a:p>
            <a:pPr fontAlgn="base">
              <a:spcAft>
                <a:spcPct val="0"/>
              </a:spcAft>
              <a:buClr>
                <a:srgbClr val="CC0000"/>
              </a:buClr>
              <a:buNone/>
            </a:pPr>
            <a:r>
              <a:rPr lang="en-US" altLang="zh-CN" sz="2600" b="1">
                <a:solidFill>
                  <a:srgbClr val="000000"/>
                </a:solidFill>
              </a:rPr>
              <a:t>       </a:t>
            </a:r>
            <a:r>
              <a:rPr lang="zh-CN" altLang="en-US" sz="2600" b="1">
                <a:solidFill>
                  <a:srgbClr val="000000"/>
                </a:solidFill>
              </a:rPr>
              <a:t>通过快速的分析和双语词典，将原文译出。</a:t>
            </a:r>
          </a:p>
        </p:txBody>
      </p:sp>
      <p:sp>
        <p:nvSpPr>
          <p:cNvPr id="672773" name="Rectangle 4">
            <a:extLst>
              <a:ext uri="{FF2B5EF4-FFF2-40B4-BE49-F238E27FC236}">
                <a16:creationId xmlns:a16="http://schemas.microsoft.com/office/drawing/2014/main" id="{D7D78F1C-0CCE-4DB0-8DCD-77003D9EE770}"/>
              </a:ext>
            </a:extLst>
          </p:cNvPr>
          <p:cNvSpPr>
            <a:spLocks noChangeArrowheads="1"/>
          </p:cNvSpPr>
          <p:nvPr/>
        </p:nvSpPr>
        <p:spPr bwMode="auto">
          <a:xfrm>
            <a:off x="1749425" y="3922713"/>
            <a:ext cx="8642350" cy="1733550"/>
          </a:xfrm>
          <a:prstGeom prst="rect">
            <a:avLst/>
          </a:prstGeom>
          <a:gradFill rotWithShape="0">
            <a:gsLst>
              <a:gs pos="0">
                <a:srgbClr val="CCFFCC"/>
              </a:gs>
              <a:gs pos="100000">
                <a:schemeClr val="bg1"/>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93675" indent="-193675">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68400" indent="-49530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797050" indent="-43815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3749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9638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42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8782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335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792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buFont typeface="Wingdings" panose="05000000000000000000" pitchFamily="2" charset="2"/>
              <a:buChar char="§"/>
            </a:pPr>
            <a:r>
              <a:rPr lang="en-US" altLang="zh-CN" sz="2600">
                <a:solidFill>
                  <a:srgbClr val="000000"/>
                </a:solidFill>
                <a:latin typeface="Times New Roman" panose="02020603050405020304" pitchFamily="18" charset="0"/>
              </a:rPr>
              <a:t> </a:t>
            </a:r>
            <a:r>
              <a:rPr lang="en-US" altLang="zh-CN" sz="2600" b="1">
                <a:solidFill>
                  <a:srgbClr val="000000"/>
                </a:solidFill>
                <a:latin typeface="Times New Roman" panose="02020603050405020304" pitchFamily="18" charset="0"/>
              </a:rPr>
              <a:t>2. </a:t>
            </a:r>
            <a:r>
              <a:rPr lang="zh-CN" altLang="en-US" sz="2600" b="1">
                <a:solidFill>
                  <a:srgbClr val="000000"/>
                </a:solidFill>
                <a:latin typeface="Times New Roman" panose="02020603050405020304" pitchFamily="18" charset="0"/>
              </a:rPr>
              <a:t>规则式翻译系统</a:t>
            </a:r>
            <a:r>
              <a:rPr lang="en-US" altLang="zh-CN" sz="2600" b="1">
                <a:solidFill>
                  <a:srgbClr val="000000"/>
                </a:solidFill>
                <a:latin typeface="Times New Roman" panose="02020603050405020304" pitchFamily="18" charset="0"/>
              </a:rPr>
              <a:t>(rule-based MT systems)</a:t>
            </a:r>
            <a:r>
              <a:rPr lang="en-US" altLang="zh-CN" sz="2600">
                <a:solidFill>
                  <a:srgbClr val="000000"/>
                </a:solidFill>
                <a:latin typeface="Times New Roman" panose="02020603050405020304" pitchFamily="18" charset="0"/>
              </a:rPr>
              <a:t> </a:t>
            </a:r>
            <a:endParaRPr lang="en-US" altLang="zh-CN" sz="2600" b="1">
              <a:solidFill>
                <a:srgbClr val="000000"/>
              </a:solidFill>
              <a:latin typeface="Times New Roman" panose="02020603050405020304" pitchFamily="18" charset="0"/>
            </a:endParaRPr>
          </a:p>
          <a:p>
            <a:pPr fontAlgn="base">
              <a:spcAft>
                <a:spcPct val="0"/>
              </a:spcAft>
              <a:buClr>
                <a:srgbClr val="CC0000"/>
              </a:buClr>
              <a:buNone/>
            </a:pPr>
            <a:r>
              <a:rPr lang="en-US" altLang="zh-CN" sz="2600" b="1">
                <a:solidFill>
                  <a:srgbClr val="000000"/>
                </a:solidFill>
                <a:latin typeface="Times New Roman" panose="02020603050405020304" pitchFamily="18" charset="0"/>
              </a:rPr>
              <a:t>       </a:t>
            </a:r>
            <a:r>
              <a:rPr lang="zh-CN" altLang="en-US" sz="2600" b="1">
                <a:solidFill>
                  <a:srgbClr val="000000"/>
                </a:solidFill>
                <a:latin typeface="Times New Roman" panose="02020603050405020304" pitchFamily="18" charset="0"/>
              </a:rPr>
              <a:t>先分析原文内容，产生原文的句法结构，再转换成译 </a:t>
            </a:r>
          </a:p>
          <a:p>
            <a:pPr fontAlgn="base">
              <a:spcAft>
                <a:spcPct val="0"/>
              </a:spcAft>
              <a:buClr>
                <a:srgbClr val="CC0000"/>
              </a:buClr>
              <a:buNone/>
            </a:pPr>
            <a:r>
              <a:rPr lang="zh-CN" altLang="en-US" sz="2600" b="1">
                <a:solidFill>
                  <a:srgbClr val="000000"/>
                </a:solidFill>
                <a:latin typeface="Times New Roman" panose="02020603050405020304" pitchFamily="18" charset="0"/>
              </a:rPr>
              <a:t>       文的句法结构，最后再生成译文。</a:t>
            </a:r>
            <a:r>
              <a:rPr lang="zh-CN" altLang="en-US" sz="2600">
                <a:solidFill>
                  <a:srgbClr val="000000"/>
                </a:solidFill>
                <a:latin typeface="Times New Roman" panose="02020603050405020304" pitchFamily="18" charset="0"/>
              </a:rPr>
              <a:t> </a:t>
            </a:r>
          </a:p>
        </p:txBody>
      </p:sp>
      <p:sp>
        <p:nvSpPr>
          <p:cNvPr id="672774" name="Rectangle 5">
            <a:extLst>
              <a:ext uri="{FF2B5EF4-FFF2-40B4-BE49-F238E27FC236}">
                <a16:creationId xmlns:a16="http://schemas.microsoft.com/office/drawing/2014/main" id="{F0433BA4-87F7-42C4-8AFA-4128DF692D69}"/>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800" b="1" dirty="0">
                <a:solidFill>
                  <a:srgbClr val="FFFFFF"/>
                </a:solidFill>
                <a:latin typeface="Times New Roman" panose="02020603050405020304" pitchFamily="18" charset="0"/>
              </a:rPr>
              <a:t>12.3.1  </a:t>
            </a:r>
            <a:r>
              <a:rPr lang="zh-CN" altLang="en-US" sz="3800" b="1" dirty="0">
                <a:solidFill>
                  <a:srgbClr val="FFFFFF"/>
                </a:solidFill>
                <a:latin typeface="Times New Roman" panose="02020603050405020304" pitchFamily="18" charset="0"/>
              </a:rPr>
              <a:t>机器翻译方法概述</a:t>
            </a:r>
          </a:p>
        </p:txBody>
      </p:sp>
    </p:spTree>
  </p:cSld>
  <p:clrMapOvr>
    <a:masterClrMapping/>
  </p:clrMapOvr>
  <p:transition>
    <p:rand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a:extLst>
              <a:ext uri="{FF2B5EF4-FFF2-40B4-BE49-F238E27FC236}">
                <a16:creationId xmlns:a16="http://schemas.microsoft.com/office/drawing/2014/main" id="{266ADF71-0C43-438F-B241-F20F37CD66C6}"/>
              </a:ext>
            </a:extLst>
          </p:cNvPr>
          <p:cNvSpPr>
            <a:spLocks noGrp="1"/>
          </p:cNvSpPr>
          <p:nvPr>
            <p:ph type="sldNum" sz="quarter" idx="10"/>
          </p:nvPr>
        </p:nvSpPr>
        <p:spPr/>
        <p:txBody>
          <a:bodyPr/>
          <a:lstStyle/>
          <a:p>
            <a:pPr fontAlgn="base">
              <a:spcBef>
                <a:spcPct val="0"/>
              </a:spcBef>
              <a:spcAft>
                <a:spcPct val="0"/>
              </a:spcAft>
              <a:defRPr/>
            </a:pPr>
            <a:fld id="{FDF08562-3AAB-444E-8A50-04063A59889E}" type="slidenum">
              <a:rPr lang="ja-JP" altLang="en-US">
                <a:latin typeface="Arial"/>
              </a:rPr>
              <a:pPr fontAlgn="base">
                <a:spcBef>
                  <a:spcPct val="0"/>
                </a:spcBef>
                <a:spcAft>
                  <a:spcPct val="0"/>
                </a:spcAft>
                <a:defRPr/>
              </a:pPr>
              <a:t>61</a:t>
            </a:fld>
            <a:endParaRPr lang="en-US" altLang="ja-JP">
              <a:latin typeface="Arial"/>
            </a:endParaRPr>
          </a:p>
        </p:txBody>
      </p:sp>
      <p:sp>
        <p:nvSpPr>
          <p:cNvPr id="673796" name="Rectangle 3">
            <a:extLst>
              <a:ext uri="{FF2B5EF4-FFF2-40B4-BE49-F238E27FC236}">
                <a16:creationId xmlns:a16="http://schemas.microsoft.com/office/drawing/2014/main" id="{1EBADBB5-05EA-4BD2-B2B3-947129463C85}"/>
              </a:ext>
            </a:extLst>
          </p:cNvPr>
          <p:cNvSpPr>
            <a:spLocks noChangeArrowheads="1"/>
          </p:cNvSpPr>
          <p:nvPr/>
        </p:nvSpPr>
        <p:spPr bwMode="auto">
          <a:xfrm>
            <a:off x="1720850" y="925514"/>
            <a:ext cx="8642350" cy="1735137"/>
          </a:xfrm>
          <a:prstGeom prst="rect">
            <a:avLst/>
          </a:prstGeom>
          <a:gradFill rotWithShape="0">
            <a:gsLst>
              <a:gs pos="0">
                <a:srgbClr val="CCFFCC"/>
              </a:gs>
              <a:gs pos="100000">
                <a:schemeClr val="bg1"/>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93675" indent="-193675">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68400" indent="-49530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797050" indent="-43815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3749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9638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42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8782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335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792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buFont typeface="Wingdings" panose="05000000000000000000" pitchFamily="2" charset="2"/>
              <a:buChar char="§"/>
            </a:pPr>
            <a:r>
              <a:rPr lang="en-US" altLang="zh-CN" sz="2600" b="1">
                <a:solidFill>
                  <a:srgbClr val="000000"/>
                </a:solidFill>
              </a:rPr>
              <a:t> </a:t>
            </a:r>
            <a:r>
              <a:rPr lang="en-US" altLang="zh-CN" sz="2600" b="1">
                <a:solidFill>
                  <a:srgbClr val="000000"/>
                </a:solidFill>
                <a:latin typeface="Times New Roman" panose="02020603050405020304" pitchFamily="18" charset="0"/>
              </a:rPr>
              <a:t>3. </a:t>
            </a:r>
            <a:r>
              <a:rPr lang="zh-CN" altLang="en-US" sz="2600" b="1">
                <a:solidFill>
                  <a:srgbClr val="000000"/>
                </a:solidFill>
                <a:latin typeface="Times New Roman" panose="02020603050405020304" pitchFamily="18" charset="0"/>
              </a:rPr>
              <a:t>中介语式翻译系统</a:t>
            </a:r>
            <a:r>
              <a:rPr lang="en-US" altLang="zh-CN" sz="2600" b="1">
                <a:solidFill>
                  <a:srgbClr val="000000"/>
                </a:solidFill>
                <a:latin typeface="Times New Roman" panose="02020603050405020304" pitchFamily="18" charset="0"/>
              </a:rPr>
              <a:t>(inter-lingual MT systems)</a:t>
            </a:r>
            <a:r>
              <a:rPr lang="en-US" altLang="zh-CN" sz="2600">
                <a:solidFill>
                  <a:srgbClr val="000000"/>
                </a:solidFill>
                <a:latin typeface="Times New Roman" panose="02020603050405020304" pitchFamily="18" charset="0"/>
              </a:rPr>
              <a:t> </a:t>
            </a:r>
            <a:endParaRPr lang="en-US" altLang="zh-CN" sz="2600" b="1">
              <a:solidFill>
                <a:srgbClr val="000000"/>
              </a:solidFill>
              <a:latin typeface="Times New Roman" panose="02020603050405020304" pitchFamily="18" charset="0"/>
            </a:endParaRPr>
          </a:p>
          <a:p>
            <a:pPr fontAlgn="base">
              <a:spcAft>
                <a:spcPct val="0"/>
              </a:spcAft>
              <a:buClr>
                <a:srgbClr val="CC0000"/>
              </a:buClr>
              <a:buNone/>
            </a:pPr>
            <a:r>
              <a:rPr lang="en-US" altLang="zh-CN" sz="2600" b="1">
                <a:solidFill>
                  <a:srgbClr val="000000"/>
                </a:solidFill>
                <a:latin typeface="Times New Roman" panose="02020603050405020304" pitchFamily="18" charset="0"/>
              </a:rPr>
              <a:t>       </a:t>
            </a:r>
            <a:r>
              <a:rPr lang="zh-CN" altLang="en-US" sz="2600" b="1">
                <a:solidFill>
                  <a:srgbClr val="000000"/>
                </a:solidFill>
                <a:latin typeface="Times New Roman" panose="02020603050405020304" pitchFamily="18" charset="0"/>
              </a:rPr>
              <a:t>先生成一种中介的表达方式，而非特定语言的结构；</a:t>
            </a:r>
          </a:p>
          <a:p>
            <a:pPr fontAlgn="base">
              <a:spcAft>
                <a:spcPct val="0"/>
              </a:spcAft>
              <a:buClr>
                <a:srgbClr val="CC0000"/>
              </a:buClr>
              <a:buNone/>
            </a:pPr>
            <a:r>
              <a:rPr lang="zh-CN" altLang="en-US" sz="2600" b="1">
                <a:solidFill>
                  <a:srgbClr val="000000"/>
                </a:solidFill>
                <a:latin typeface="Times New Roman" panose="02020603050405020304" pitchFamily="18" charset="0"/>
              </a:rPr>
              <a:t>       再由中介的表达式，转换成译文。 </a:t>
            </a:r>
          </a:p>
        </p:txBody>
      </p:sp>
      <p:pic>
        <p:nvPicPr>
          <p:cNvPr id="673797" name="Picture 4">
            <a:extLst>
              <a:ext uri="{FF2B5EF4-FFF2-40B4-BE49-F238E27FC236}">
                <a16:creationId xmlns:a16="http://schemas.microsoft.com/office/drawing/2014/main" id="{EA79885F-5F0A-40F2-8506-AE02616008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2914" y="2843213"/>
            <a:ext cx="8632825" cy="29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3798" name="Text Box 5">
            <a:extLst>
              <a:ext uri="{FF2B5EF4-FFF2-40B4-BE49-F238E27FC236}">
                <a16:creationId xmlns:a16="http://schemas.microsoft.com/office/drawing/2014/main" id="{11A0CE3A-5D94-4AB1-A23C-262E18C5D02B}"/>
              </a:ext>
            </a:extLst>
          </p:cNvPr>
          <p:cNvSpPr txBox="1">
            <a:spLocks noChangeArrowheads="1"/>
          </p:cNvSpPr>
          <p:nvPr/>
        </p:nvSpPr>
        <p:spPr bwMode="auto">
          <a:xfrm>
            <a:off x="2554289" y="5848350"/>
            <a:ext cx="2657475" cy="463846"/>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127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50000"/>
              </a:spcBef>
              <a:spcAft>
                <a:spcPct val="0"/>
              </a:spcAft>
            </a:pPr>
            <a:r>
              <a:rPr lang="zh-CN" altLang="en-US" sz="2400" b="1">
                <a:solidFill>
                  <a:srgbClr val="000000"/>
                </a:solidFill>
                <a:latin typeface="Times New Roman" panose="02020603050405020304" pitchFamily="18" charset="0"/>
              </a:rPr>
              <a:t>基于规则的翻译</a:t>
            </a:r>
          </a:p>
        </p:txBody>
      </p:sp>
      <p:sp>
        <p:nvSpPr>
          <p:cNvPr id="673799" name="Text Box 6">
            <a:extLst>
              <a:ext uri="{FF2B5EF4-FFF2-40B4-BE49-F238E27FC236}">
                <a16:creationId xmlns:a16="http://schemas.microsoft.com/office/drawing/2014/main" id="{98FF6B32-1CAD-4379-893D-03F23BB540ED}"/>
              </a:ext>
            </a:extLst>
          </p:cNvPr>
          <p:cNvSpPr txBox="1">
            <a:spLocks noChangeArrowheads="1"/>
          </p:cNvSpPr>
          <p:nvPr/>
        </p:nvSpPr>
        <p:spPr bwMode="auto">
          <a:xfrm>
            <a:off x="6858001" y="5813425"/>
            <a:ext cx="2657475" cy="463846"/>
          </a:xfrm>
          <a:prstGeom prst="rect">
            <a:avLst/>
          </a:prstGeom>
          <a:noFill/>
          <a:ln>
            <a:noFill/>
          </a:ln>
          <a:effectLst/>
          <a:extLst>
            <a:ext uri="{909E8E84-426E-40DD-AFC4-6F175D3DCCD1}">
              <a14:hiddenFill xmlns:a14="http://schemas.microsoft.com/office/drawing/2010/main">
                <a:solidFill>
                  <a:srgbClr val="33CCCC"/>
                </a:solidFill>
              </a14:hiddenFill>
            </a:ext>
            <a:ext uri="{91240B29-F687-4F45-9708-019B960494DF}">
              <a14:hiddenLine xmlns:a14="http://schemas.microsoft.com/office/drawing/2010/main" w="127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50000"/>
              </a:spcBef>
              <a:spcAft>
                <a:spcPct val="0"/>
              </a:spcAft>
            </a:pPr>
            <a:r>
              <a:rPr lang="zh-CN" altLang="en-US" sz="2400" b="1">
                <a:solidFill>
                  <a:srgbClr val="000000"/>
                </a:solidFill>
                <a:latin typeface="Times New Roman" panose="02020603050405020304" pitchFamily="18" charset="0"/>
              </a:rPr>
              <a:t>中介语式的翻译</a:t>
            </a:r>
          </a:p>
        </p:txBody>
      </p:sp>
      <p:sp>
        <p:nvSpPr>
          <p:cNvPr id="673800" name="Rectangle 7">
            <a:extLst>
              <a:ext uri="{FF2B5EF4-FFF2-40B4-BE49-F238E27FC236}">
                <a16:creationId xmlns:a16="http://schemas.microsoft.com/office/drawing/2014/main" id="{50976635-B481-4CCE-A6B5-ADF379797429}"/>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800" b="1" dirty="0">
                <a:solidFill>
                  <a:srgbClr val="FFFFFF"/>
                </a:solidFill>
                <a:latin typeface="Times New Roman" panose="02020603050405020304" pitchFamily="18" charset="0"/>
              </a:rPr>
              <a:t>12.3.1  </a:t>
            </a:r>
            <a:r>
              <a:rPr lang="zh-CN" altLang="en-US" sz="3800" b="1" dirty="0">
                <a:solidFill>
                  <a:srgbClr val="FFFFFF"/>
                </a:solidFill>
                <a:latin typeface="Times New Roman" panose="02020603050405020304" pitchFamily="18" charset="0"/>
              </a:rPr>
              <a:t>机器翻译方法概述</a:t>
            </a:r>
          </a:p>
        </p:txBody>
      </p:sp>
    </p:spTree>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a:extLst>
              <a:ext uri="{FF2B5EF4-FFF2-40B4-BE49-F238E27FC236}">
                <a16:creationId xmlns:a16="http://schemas.microsoft.com/office/drawing/2014/main" id="{D816CE1D-1877-44A9-9BDF-B0E20CAA72CB}"/>
              </a:ext>
            </a:extLst>
          </p:cNvPr>
          <p:cNvSpPr>
            <a:spLocks noGrp="1"/>
          </p:cNvSpPr>
          <p:nvPr>
            <p:ph type="sldNum" sz="quarter" idx="10"/>
          </p:nvPr>
        </p:nvSpPr>
        <p:spPr/>
        <p:txBody>
          <a:bodyPr/>
          <a:lstStyle/>
          <a:p>
            <a:pPr fontAlgn="base">
              <a:spcBef>
                <a:spcPct val="0"/>
              </a:spcBef>
              <a:spcAft>
                <a:spcPct val="0"/>
              </a:spcAft>
              <a:defRPr/>
            </a:pPr>
            <a:fld id="{1BF2C48C-7D6C-4CD0-BD5E-4B28E928E256}" type="slidenum">
              <a:rPr lang="ja-JP" altLang="en-US">
                <a:latin typeface="Arial"/>
              </a:rPr>
              <a:pPr fontAlgn="base">
                <a:spcBef>
                  <a:spcPct val="0"/>
                </a:spcBef>
                <a:spcAft>
                  <a:spcPct val="0"/>
                </a:spcAft>
                <a:defRPr/>
              </a:pPr>
              <a:t>62</a:t>
            </a:fld>
            <a:endParaRPr lang="en-US" altLang="ja-JP">
              <a:latin typeface="Arial"/>
            </a:endParaRPr>
          </a:p>
        </p:txBody>
      </p:sp>
      <p:sp>
        <p:nvSpPr>
          <p:cNvPr id="674820" name="Rectangle 3">
            <a:extLst>
              <a:ext uri="{FF2B5EF4-FFF2-40B4-BE49-F238E27FC236}">
                <a16:creationId xmlns:a16="http://schemas.microsoft.com/office/drawing/2014/main" id="{2E4EB88D-A15B-4AED-97E0-E4FC29A376C3}"/>
              </a:ext>
            </a:extLst>
          </p:cNvPr>
          <p:cNvSpPr>
            <a:spLocks noChangeArrowheads="1"/>
          </p:cNvSpPr>
          <p:nvPr/>
        </p:nvSpPr>
        <p:spPr bwMode="auto">
          <a:xfrm>
            <a:off x="1720850" y="1055689"/>
            <a:ext cx="8642350" cy="1690687"/>
          </a:xfrm>
          <a:prstGeom prst="rect">
            <a:avLst/>
          </a:prstGeom>
          <a:gradFill rotWithShape="0">
            <a:gsLst>
              <a:gs pos="0">
                <a:srgbClr val="CCFFCC"/>
              </a:gs>
              <a:gs pos="100000">
                <a:schemeClr val="bg1"/>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93675" indent="-193675">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68400" indent="-49530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797050" indent="-43815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3749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9638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42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8782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335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792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buFont typeface="Wingdings" panose="05000000000000000000" pitchFamily="2" charset="2"/>
              <a:buChar char="§"/>
            </a:pPr>
            <a:r>
              <a:rPr lang="en-US" altLang="zh-CN" sz="2600" b="1">
                <a:solidFill>
                  <a:srgbClr val="000000"/>
                </a:solidFill>
                <a:latin typeface="Times New Roman" panose="02020603050405020304" pitchFamily="18" charset="0"/>
              </a:rPr>
              <a:t> 4. </a:t>
            </a:r>
            <a:r>
              <a:rPr lang="zh-CN" altLang="en-US" sz="2600" b="1">
                <a:solidFill>
                  <a:srgbClr val="000000"/>
                </a:solidFill>
                <a:latin typeface="Times New Roman" panose="02020603050405020304" pitchFamily="18" charset="0"/>
              </a:rPr>
              <a:t>知识库式翻译系统</a:t>
            </a:r>
            <a:r>
              <a:rPr lang="en-US" altLang="zh-CN" sz="2600" b="1">
                <a:solidFill>
                  <a:srgbClr val="000000"/>
                </a:solidFill>
                <a:latin typeface="Times New Roman" panose="02020603050405020304" pitchFamily="18" charset="0"/>
              </a:rPr>
              <a:t>(knowledge-based MT systems)</a:t>
            </a:r>
            <a:r>
              <a:rPr lang="en-US" altLang="zh-CN">
                <a:solidFill>
                  <a:srgbClr val="000000"/>
                </a:solidFill>
                <a:latin typeface="Times New Roman" panose="02020603050405020304" pitchFamily="18" charset="0"/>
              </a:rPr>
              <a:t> </a:t>
            </a:r>
            <a:endParaRPr lang="en-US" altLang="zh-CN" sz="2600" b="1">
              <a:solidFill>
                <a:srgbClr val="000000"/>
              </a:solidFill>
              <a:latin typeface="Times New Roman" panose="02020603050405020304" pitchFamily="18" charset="0"/>
            </a:endParaRPr>
          </a:p>
          <a:p>
            <a:pPr fontAlgn="base">
              <a:spcAft>
                <a:spcPct val="0"/>
              </a:spcAft>
              <a:buClr>
                <a:srgbClr val="CC0000"/>
              </a:buClr>
              <a:buNone/>
            </a:pPr>
            <a:r>
              <a:rPr lang="en-US" altLang="zh-CN" sz="2600" b="1">
                <a:solidFill>
                  <a:srgbClr val="000000"/>
                </a:solidFill>
                <a:latin typeface="Times New Roman" panose="02020603050405020304" pitchFamily="18" charset="0"/>
              </a:rPr>
              <a:t>  </a:t>
            </a:r>
            <a:r>
              <a:rPr lang="zh-CN" altLang="en-US" sz="2600" b="1">
                <a:solidFill>
                  <a:srgbClr val="000000"/>
                </a:solidFill>
                <a:latin typeface="Times New Roman" panose="02020603050405020304" pitchFamily="18" charset="0"/>
              </a:rPr>
              <a:t>翻译经常需要除了词汇之外的各种知识，使用知识获取工具</a:t>
            </a:r>
            <a:r>
              <a:rPr lang="en-US" altLang="zh-CN" sz="2600" b="1">
                <a:solidFill>
                  <a:srgbClr val="000000"/>
                </a:solidFill>
                <a:latin typeface="Times New Roman" panose="02020603050405020304" pitchFamily="18" charset="0"/>
              </a:rPr>
              <a:t>(knowledge acquisition)</a:t>
            </a:r>
            <a:r>
              <a:rPr lang="zh-CN" altLang="en-US" sz="2600" b="1">
                <a:solidFill>
                  <a:srgbClr val="000000"/>
                </a:solidFill>
                <a:latin typeface="Times New Roman" panose="02020603050405020304" pitchFamily="18" charset="0"/>
              </a:rPr>
              <a:t>，以充实知识库的内容。</a:t>
            </a:r>
            <a:r>
              <a:rPr lang="zh-CN" altLang="en-US">
                <a:solidFill>
                  <a:srgbClr val="000000"/>
                </a:solidFill>
                <a:latin typeface="Times New Roman" panose="02020603050405020304" pitchFamily="18" charset="0"/>
              </a:rPr>
              <a:t> </a:t>
            </a:r>
          </a:p>
        </p:txBody>
      </p:sp>
      <p:sp>
        <p:nvSpPr>
          <p:cNvPr id="834564" name="Rectangle 4">
            <a:extLst>
              <a:ext uri="{FF2B5EF4-FFF2-40B4-BE49-F238E27FC236}">
                <a16:creationId xmlns:a16="http://schemas.microsoft.com/office/drawing/2014/main" id="{FB6FB6CC-2DEB-4980-B129-FBE3789477B1}"/>
              </a:ext>
            </a:extLst>
          </p:cNvPr>
          <p:cNvSpPr>
            <a:spLocks noChangeArrowheads="1"/>
          </p:cNvSpPr>
          <p:nvPr/>
        </p:nvSpPr>
        <p:spPr bwMode="auto">
          <a:xfrm>
            <a:off x="1728788" y="4068764"/>
            <a:ext cx="8642350" cy="1139825"/>
          </a:xfrm>
          <a:prstGeom prst="rect">
            <a:avLst/>
          </a:prstGeom>
          <a:gradFill rotWithShape="0">
            <a:gsLst>
              <a:gs pos="0">
                <a:srgbClr val="CCFFCC"/>
              </a:gs>
              <a:gs pos="100000">
                <a:schemeClr val="bg1"/>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93675" indent="-193675">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68400" indent="-49530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797050" indent="-43815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3749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9638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42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8782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335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792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buFont typeface="Wingdings" panose="05000000000000000000" pitchFamily="2" charset="2"/>
              <a:buChar char="§"/>
            </a:pPr>
            <a:r>
              <a:rPr lang="en-US" altLang="zh-CN" sz="2600" b="1">
                <a:solidFill>
                  <a:srgbClr val="000000"/>
                </a:solidFill>
              </a:rPr>
              <a:t> </a:t>
            </a:r>
            <a:r>
              <a:rPr lang="en-US" altLang="zh-CN" sz="2600" b="1">
                <a:solidFill>
                  <a:srgbClr val="000000"/>
                </a:solidFill>
                <a:latin typeface="Times New Roman" panose="02020603050405020304" pitchFamily="18" charset="0"/>
              </a:rPr>
              <a:t>6. </a:t>
            </a:r>
            <a:r>
              <a:rPr lang="zh-CN" altLang="en-US" sz="2600" b="1">
                <a:solidFill>
                  <a:srgbClr val="000000"/>
                </a:solidFill>
                <a:latin typeface="Times New Roman" panose="02020603050405020304" pitchFamily="18" charset="0"/>
              </a:rPr>
              <a:t>范例式翻译系统</a:t>
            </a:r>
            <a:r>
              <a:rPr lang="en-US" altLang="zh-CN" sz="2600" b="1">
                <a:solidFill>
                  <a:srgbClr val="000000"/>
                </a:solidFill>
                <a:latin typeface="Times New Roman" panose="02020603050405020304" pitchFamily="18" charset="0"/>
              </a:rPr>
              <a:t>(example-based MT systems</a:t>
            </a:r>
            <a:r>
              <a:rPr lang="en-US" altLang="zh-CN" sz="2600">
                <a:solidFill>
                  <a:srgbClr val="000000"/>
                </a:solidFill>
                <a:latin typeface="Times New Roman" panose="02020603050405020304" pitchFamily="18" charset="0"/>
              </a:rPr>
              <a:t> </a:t>
            </a:r>
            <a:r>
              <a:rPr lang="en-US" altLang="zh-CN" sz="2600" b="1">
                <a:solidFill>
                  <a:srgbClr val="000000"/>
                </a:solidFill>
                <a:latin typeface="Times New Roman" panose="02020603050405020304" pitchFamily="18" charset="0"/>
              </a:rPr>
              <a:t>)</a:t>
            </a:r>
            <a:r>
              <a:rPr lang="en-US" altLang="zh-CN" sz="2600">
                <a:solidFill>
                  <a:srgbClr val="000000"/>
                </a:solidFill>
                <a:latin typeface="Times New Roman" panose="02020603050405020304" pitchFamily="18" charset="0"/>
              </a:rPr>
              <a:t> </a:t>
            </a:r>
            <a:endParaRPr lang="en-US" altLang="zh-CN" sz="2600" b="1">
              <a:solidFill>
                <a:srgbClr val="000000"/>
              </a:solidFill>
              <a:latin typeface="Times New Roman" panose="02020603050405020304" pitchFamily="18" charset="0"/>
            </a:endParaRPr>
          </a:p>
          <a:p>
            <a:pPr fontAlgn="base">
              <a:spcAft>
                <a:spcPct val="0"/>
              </a:spcAft>
              <a:buClr>
                <a:srgbClr val="CC0000"/>
              </a:buClr>
              <a:buNone/>
            </a:pPr>
            <a:r>
              <a:rPr lang="en-US" altLang="zh-CN" sz="2600" b="1">
                <a:solidFill>
                  <a:srgbClr val="000000"/>
                </a:solidFill>
                <a:latin typeface="Times New Roman" panose="02020603050405020304" pitchFamily="18" charset="0"/>
              </a:rPr>
              <a:t>   </a:t>
            </a:r>
            <a:r>
              <a:rPr lang="zh-CN" altLang="en-US" sz="2600" b="1">
                <a:solidFill>
                  <a:srgbClr val="000000"/>
                </a:solidFill>
                <a:latin typeface="Times New Roman" panose="02020603050405020304" pitchFamily="18" charset="0"/>
              </a:rPr>
              <a:t>将过去的翻译结果，当成范例，产生一个范例库。</a:t>
            </a:r>
            <a:r>
              <a:rPr lang="zh-CN" altLang="en-US" sz="2600">
                <a:solidFill>
                  <a:srgbClr val="000000"/>
                </a:solidFill>
                <a:latin typeface="Times New Roman" panose="02020603050405020304" pitchFamily="18" charset="0"/>
              </a:rPr>
              <a:t> </a:t>
            </a:r>
          </a:p>
        </p:txBody>
      </p:sp>
      <p:sp>
        <p:nvSpPr>
          <p:cNvPr id="834565" name="Rectangle 5">
            <a:extLst>
              <a:ext uri="{FF2B5EF4-FFF2-40B4-BE49-F238E27FC236}">
                <a16:creationId xmlns:a16="http://schemas.microsoft.com/office/drawing/2014/main" id="{BA222C02-FA29-46D0-846A-B8E3FB2E8F58}"/>
              </a:ext>
            </a:extLst>
          </p:cNvPr>
          <p:cNvSpPr>
            <a:spLocks noChangeArrowheads="1"/>
          </p:cNvSpPr>
          <p:nvPr/>
        </p:nvSpPr>
        <p:spPr bwMode="auto">
          <a:xfrm>
            <a:off x="1735138" y="2827338"/>
            <a:ext cx="8642350" cy="1109662"/>
          </a:xfrm>
          <a:prstGeom prst="rect">
            <a:avLst/>
          </a:prstGeom>
          <a:gradFill rotWithShape="0">
            <a:gsLst>
              <a:gs pos="0">
                <a:srgbClr val="CCFFCC"/>
              </a:gs>
              <a:gs pos="100000">
                <a:schemeClr val="bg1"/>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93675" indent="-193675">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68400" indent="-49530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797050" indent="-43815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3749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9638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42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8782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335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792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buFont typeface="Wingdings" panose="05000000000000000000" pitchFamily="2" charset="2"/>
              <a:buChar char="§"/>
            </a:pPr>
            <a:r>
              <a:rPr lang="en-US" altLang="zh-CN" sz="2600" b="1">
                <a:solidFill>
                  <a:srgbClr val="000000"/>
                </a:solidFill>
              </a:rPr>
              <a:t> </a:t>
            </a:r>
            <a:r>
              <a:rPr lang="en-US" altLang="zh-CN" sz="2600" b="1">
                <a:solidFill>
                  <a:srgbClr val="000000"/>
                </a:solidFill>
                <a:latin typeface="Times New Roman" panose="02020603050405020304" pitchFamily="18" charset="0"/>
              </a:rPr>
              <a:t>5. </a:t>
            </a:r>
            <a:r>
              <a:rPr lang="zh-CN" altLang="en-US" sz="2600" b="1">
                <a:solidFill>
                  <a:srgbClr val="000000"/>
                </a:solidFill>
                <a:latin typeface="Times New Roman" panose="02020603050405020304" pitchFamily="18" charset="0"/>
              </a:rPr>
              <a:t>统计式翻译系统</a:t>
            </a:r>
            <a:r>
              <a:rPr lang="en-US" altLang="zh-CN" sz="2600" b="1">
                <a:solidFill>
                  <a:srgbClr val="000000"/>
                </a:solidFill>
                <a:latin typeface="Times New Roman" panose="02020603050405020304" pitchFamily="18" charset="0"/>
              </a:rPr>
              <a:t>(Statistics-based MT systems</a:t>
            </a:r>
            <a:r>
              <a:rPr lang="en-US" altLang="zh-CN" sz="2600">
                <a:solidFill>
                  <a:srgbClr val="000000"/>
                </a:solidFill>
                <a:latin typeface="Times New Roman" panose="02020603050405020304" pitchFamily="18" charset="0"/>
              </a:rPr>
              <a:t> </a:t>
            </a:r>
            <a:r>
              <a:rPr lang="en-US" altLang="zh-CN" sz="2600" b="1">
                <a:solidFill>
                  <a:srgbClr val="000000"/>
                </a:solidFill>
                <a:latin typeface="Times New Roman" panose="02020603050405020304" pitchFamily="18" charset="0"/>
              </a:rPr>
              <a:t>)</a:t>
            </a:r>
            <a:r>
              <a:rPr lang="en-US" altLang="zh-CN" sz="2600">
                <a:solidFill>
                  <a:srgbClr val="000000"/>
                </a:solidFill>
                <a:latin typeface="Times New Roman" panose="02020603050405020304" pitchFamily="18" charset="0"/>
              </a:rPr>
              <a:t> </a:t>
            </a:r>
            <a:endParaRPr lang="en-US" altLang="zh-CN" sz="2600" b="1">
              <a:solidFill>
                <a:srgbClr val="000000"/>
              </a:solidFill>
              <a:latin typeface="Times New Roman" panose="02020603050405020304" pitchFamily="18" charset="0"/>
            </a:endParaRPr>
          </a:p>
          <a:p>
            <a:pPr fontAlgn="base">
              <a:spcAft>
                <a:spcPct val="0"/>
              </a:spcAft>
              <a:buClr>
                <a:srgbClr val="CC0000"/>
              </a:buClr>
              <a:buNone/>
            </a:pPr>
            <a:r>
              <a:rPr lang="en-US" altLang="zh-CN" sz="2600" b="1">
                <a:solidFill>
                  <a:srgbClr val="000000"/>
                </a:solidFill>
                <a:latin typeface="Times New Roman" panose="02020603050405020304" pitchFamily="18" charset="0"/>
              </a:rPr>
              <a:t>   </a:t>
            </a:r>
            <a:r>
              <a:rPr lang="zh-CN" altLang="en-US" sz="2600" b="1">
                <a:solidFill>
                  <a:srgbClr val="000000"/>
                </a:solidFill>
                <a:latin typeface="Times New Roman" panose="02020603050405020304" pitchFamily="18" charset="0"/>
              </a:rPr>
              <a:t>源语言中任一句子都可能是目标语言中某些句子相似。</a:t>
            </a:r>
            <a:endParaRPr lang="zh-CN" altLang="en-US" sz="2600">
              <a:solidFill>
                <a:srgbClr val="000000"/>
              </a:solidFill>
              <a:latin typeface="Times New Roman" panose="02020603050405020304" pitchFamily="18" charset="0"/>
            </a:endParaRPr>
          </a:p>
        </p:txBody>
      </p:sp>
      <p:sp>
        <p:nvSpPr>
          <p:cNvPr id="834566" name="Rectangle 6">
            <a:extLst>
              <a:ext uri="{FF2B5EF4-FFF2-40B4-BE49-F238E27FC236}">
                <a16:creationId xmlns:a16="http://schemas.microsoft.com/office/drawing/2014/main" id="{A9E28BBE-BE0F-41E7-B9F4-A5E1E85C98C7}"/>
              </a:ext>
            </a:extLst>
          </p:cNvPr>
          <p:cNvSpPr>
            <a:spLocks noChangeArrowheads="1"/>
          </p:cNvSpPr>
          <p:nvPr/>
        </p:nvSpPr>
        <p:spPr bwMode="auto">
          <a:xfrm>
            <a:off x="1728788" y="5272088"/>
            <a:ext cx="8642350" cy="1168400"/>
          </a:xfrm>
          <a:prstGeom prst="rect">
            <a:avLst/>
          </a:prstGeom>
          <a:gradFill rotWithShape="0">
            <a:gsLst>
              <a:gs pos="0">
                <a:srgbClr val="CCFFCC"/>
              </a:gs>
              <a:gs pos="100000">
                <a:schemeClr val="bg1"/>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93675" indent="-193675">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68400" indent="-49530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797050" indent="-43815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3749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9638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42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8782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335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792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buFont typeface="Wingdings" panose="05000000000000000000" pitchFamily="2" charset="2"/>
              <a:buChar char="§"/>
            </a:pPr>
            <a:r>
              <a:rPr lang="en-US" altLang="zh-CN" sz="2600" b="1">
                <a:solidFill>
                  <a:srgbClr val="000000"/>
                </a:solidFill>
              </a:rPr>
              <a:t> </a:t>
            </a:r>
            <a:r>
              <a:rPr lang="en-US" altLang="zh-CN" sz="2600" b="1">
                <a:solidFill>
                  <a:srgbClr val="000000"/>
                </a:solidFill>
                <a:latin typeface="Times New Roman" panose="02020603050405020304" pitchFamily="18" charset="0"/>
              </a:rPr>
              <a:t>7. </a:t>
            </a:r>
            <a:r>
              <a:rPr lang="zh-CN" altLang="en-US" sz="2600" b="1">
                <a:solidFill>
                  <a:srgbClr val="000000"/>
                </a:solidFill>
                <a:latin typeface="Times New Roman" panose="02020603050405020304" pitchFamily="18" charset="0"/>
              </a:rPr>
              <a:t>混合式翻译系统</a:t>
            </a:r>
            <a:r>
              <a:rPr lang="en-US" altLang="zh-CN" sz="2600" b="1">
                <a:solidFill>
                  <a:srgbClr val="000000"/>
                </a:solidFill>
                <a:latin typeface="Times New Roman" panose="02020603050405020304" pitchFamily="18" charset="0"/>
              </a:rPr>
              <a:t>(Statistics-based MT systems</a:t>
            </a:r>
            <a:r>
              <a:rPr lang="en-US" altLang="zh-CN" sz="2600">
                <a:solidFill>
                  <a:srgbClr val="000000"/>
                </a:solidFill>
                <a:latin typeface="Times New Roman" panose="02020603050405020304" pitchFamily="18" charset="0"/>
              </a:rPr>
              <a:t> </a:t>
            </a:r>
            <a:r>
              <a:rPr lang="en-US" altLang="zh-CN" sz="2600" b="1">
                <a:solidFill>
                  <a:srgbClr val="000000"/>
                </a:solidFill>
                <a:latin typeface="Times New Roman" panose="02020603050405020304" pitchFamily="18" charset="0"/>
              </a:rPr>
              <a:t>)</a:t>
            </a:r>
            <a:endParaRPr lang="en-US" altLang="zh-CN" sz="2600">
              <a:solidFill>
                <a:srgbClr val="000000"/>
              </a:solidFill>
              <a:latin typeface="Times New Roman" panose="02020603050405020304" pitchFamily="18" charset="0"/>
            </a:endParaRPr>
          </a:p>
          <a:p>
            <a:pPr fontAlgn="base">
              <a:spcAft>
                <a:spcPct val="0"/>
              </a:spcAft>
              <a:buClr>
                <a:srgbClr val="CC0000"/>
              </a:buClr>
              <a:buNone/>
            </a:pPr>
            <a:r>
              <a:rPr lang="en-US" altLang="zh-CN" sz="2600" b="1">
                <a:solidFill>
                  <a:srgbClr val="000000"/>
                </a:solidFill>
                <a:latin typeface="Times New Roman" panose="02020603050405020304" pitchFamily="18" charset="0"/>
              </a:rPr>
              <a:t>   </a:t>
            </a:r>
            <a:r>
              <a:rPr lang="zh-CN" altLang="en-US" sz="2600" b="1">
                <a:solidFill>
                  <a:srgbClr val="000000"/>
                </a:solidFill>
                <a:latin typeface="Times New Roman" panose="02020603050405020304" pitchFamily="18" charset="0"/>
              </a:rPr>
              <a:t>同时采用多种策略，以达成翻译的目标。</a:t>
            </a:r>
            <a:r>
              <a:rPr lang="zh-CN" altLang="en-US">
                <a:solidFill>
                  <a:srgbClr val="000000"/>
                </a:solidFill>
              </a:rPr>
              <a:t> </a:t>
            </a:r>
          </a:p>
        </p:txBody>
      </p:sp>
      <p:sp>
        <p:nvSpPr>
          <p:cNvPr id="674824" name="Rectangle 7">
            <a:extLst>
              <a:ext uri="{FF2B5EF4-FFF2-40B4-BE49-F238E27FC236}">
                <a16:creationId xmlns:a16="http://schemas.microsoft.com/office/drawing/2014/main" id="{F926A324-235B-4128-A020-CA6C848271A3}"/>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800" b="1" dirty="0">
                <a:solidFill>
                  <a:srgbClr val="FFFFFF"/>
                </a:solidFill>
                <a:latin typeface="Times New Roman" panose="02020603050405020304" pitchFamily="18" charset="0"/>
              </a:rPr>
              <a:t>12.3.1  </a:t>
            </a:r>
            <a:r>
              <a:rPr lang="zh-CN" altLang="en-US" sz="3800" b="1" dirty="0">
                <a:solidFill>
                  <a:srgbClr val="FFFFFF"/>
                </a:solidFill>
                <a:latin typeface="Times New Roman" panose="02020603050405020304" pitchFamily="18" charset="0"/>
              </a:rPr>
              <a:t>机器翻译方法概述</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34565"/>
                                        </p:tgtEl>
                                        <p:attrNameLst>
                                          <p:attrName>style.visibility</p:attrName>
                                        </p:attrNameLst>
                                      </p:cBhvr>
                                      <p:to>
                                        <p:strVal val="visible"/>
                                      </p:to>
                                    </p:set>
                                    <p:animEffect transition="in" filter="diamond(in)">
                                      <p:cBhvr>
                                        <p:cTn id="7" dur="2000"/>
                                        <p:tgtEl>
                                          <p:spTgt spid="8345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34564"/>
                                        </p:tgtEl>
                                        <p:attrNameLst>
                                          <p:attrName>style.visibility</p:attrName>
                                        </p:attrNameLst>
                                      </p:cBhvr>
                                      <p:to>
                                        <p:strVal val="visible"/>
                                      </p:to>
                                    </p:set>
                                    <p:animEffect transition="in" filter="checkerboard(across)">
                                      <p:cBhvr>
                                        <p:cTn id="12" dur="500"/>
                                        <p:tgtEl>
                                          <p:spTgt spid="8345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34566"/>
                                        </p:tgtEl>
                                        <p:attrNameLst>
                                          <p:attrName>style.visibility</p:attrName>
                                        </p:attrNameLst>
                                      </p:cBhvr>
                                      <p:to>
                                        <p:strVal val="visible"/>
                                      </p:to>
                                    </p:set>
                                    <p:animEffect transition="in" filter="blinds(horizontal)">
                                      <p:cBhvr>
                                        <p:cTn id="17" dur="500"/>
                                        <p:tgtEl>
                                          <p:spTgt spid="8345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4564" grpId="0" animBg="1"/>
      <p:bldP spid="834565" grpId="0" animBg="1"/>
      <p:bldP spid="83456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1">
            <a:extLst>
              <a:ext uri="{FF2B5EF4-FFF2-40B4-BE49-F238E27FC236}">
                <a16:creationId xmlns:a16="http://schemas.microsoft.com/office/drawing/2014/main" id="{E21AC07B-7FFD-415C-AF56-7FF547C1C863}"/>
              </a:ext>
            </a:extLst>
          </p:cNvPr>
          <p:cNvSpPr>
            <a:spLocks noGrp="1"/>
          </p:cNvSpPr>
          <p:nvPr>
            <p:ph type="sldNum" sz="quarter" idx="10"/>
          </p:nvPr>
        </p:nvSpPr>
        <p:spPr/>
        <p:txBody>
          <a:bodyPr/>
          <a:lstStyle/>
          <a:p>
            <a:pPr fontAlgn="base">
              <a:spcBef>
                <a:spcPct val="0"/>
              </a:spcBef>
              <a:spcAft>
                <a:spcPct val="0"/>
              </a:spcAft>
              <a:defRPr/>
            </a:pPr>
            <a:fld id="{ECE1D82C-16C8-4264-A123-D6405996393A}" type="slidenum">
              <a:rPr lang="ja-JP" altLang="en-US">
                <a:latin typeface="Arial"/>
              </a:rPr>
              <a:pPr fontAlgn="base">
                <a:spcBef>
                  <a:spcPct val="0"/>
                </a:spcBef>
                <a:spcAft>
                  <a:spcPct val="0"/>
                </a:spcAft>
                <a:defRPr/>
              </a:pPr>
              <a:t>63</a:t>
            </a:fld>
            <a:endParaRPr lang="en-US" altLang="ja-JP">
              <a:latin typeface="Arial"/>
            </a:endParaRPr>
          </a:p>
        </p:txBody>
      </p:sp>
      <p:sp>
        <p:nvSpPr>
          <p:cNvPr id="675843" name="Rectangle 2">
            <a:extLst>
              <a:ext uri="{FF2B5EF4-FFF2-40B4-BE49-F238E27FC236}">
                <a16:creationId xmlns:a16="http://schemas.microsoft.com/office/drawing/2014/main" id="{0268886F-A720-4790-99E9-114AC89977D2}"/>
              </a:ext>
            </a:extLst>
          </p:cNvPr>
          <p:cNvSpPr>
            <a:spLocks noChangeArrowheads="1"/>
          </p:cNvSpPr>
          <p:nvPr/>
        </p:nvSpPr>
        <p:spPr bwMode="auto">
          <a:xfrm>
            <a:off x="1700213" y="977900"/>
            <a:ext cx="8642350" cy="3143250"/>
          </a:xfrm>
          <a:prstGeom prst="rect">
            <a:avLst/>
          </a:prstGeom>
          <a:gradFill rotWithShape="0">
            <a:gsLst>
              <a:gs pos="0">
                <a:srgbClr val="CCFFCC"/>
              </a:gs>
              <a:gs pos="100000">
                <a:schemeClr val="bg1"/>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93675" indent="-193675">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68400" indent="-49530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797050" indent="-43815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3749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9638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42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8782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335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792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buFont typeface="Wingdings" panose="05000000000000000000" pitchFamily="2" charset="2"/>
              <a:buChar char="§"/>
            </a:pPr>
            <a:r>
              <a:rPr lang="en-US" altLang="zh-CN" sz="2600" b="1">
                <a:solidFill>
                  <a:srgbClr val="000000"/>
                </a:solidFill>
              </a:rPr>
              <a:t> </a:t>
            </a:r>
            <a:r>
              <a:rPr lang="zh-CN" altLang="zh-CN" sz="2600" b="1">
                <a:solidFill>
                  <a:srgbClr val="000000"/>
                </a:solidFill>
              </a:rPr>
              <a:t>基本原理：用户利用已有的原文和译文，建立起一个或多个翻译记忆库，在翻译过程中，系统将自动搜索翻译记忆库中相同或相似的翻译资源</a:t>
            </a:r>
            <a:r>
              <a:rPr lang="zh-CN" altLang="en-US" sz="2600" b="1">
                <a:solidFill>
                  <a:srgbClr val="000000"/>
                </a:solidFill>
              </a:rPr>
              <a:t>（如句子、段落等），给出参考译文，使用户避免无谓的重复劳动，只需专注于新内容的翻译。翻译记忆库同时在后台不断学习和自动储存新的译文，变得越来越“聪明”。</a:t>
            </a:r>
            <a:endParaRPr lang="zh-CN" altLang="en-US" sz="2600">
              <a:solidFill>
                <a:srgbClr val="000000"/>
              </a:solidFill>
              <a:latin typeface="Times New Roman" panose="02020603050405020304" pitchFamily="18" charset="0"/>
            </a:endParaRPr>
          </a:p>
        </p:txBody>
      </p:sp>
      <p:sp>
        <p:nvSpPr>
          <p:cNvPr id="675844" name="Rectangle 3">
            <a:extLst>
              <a:ext uri="{FF2B5EF4-FFF2-40B4-BE49-F238E27FC236}">
                <a16:creationId xmlns:a16="http://schemas.microsoft.com/office/drawing/2014/main" id="{5A349C93-4598-444F-8591-B05DAA333722}"/>
              </a:ext>
            </a:extLst>
          </p:cNvPr>
          <p:cNvSpPr>
            <a:spLocks noChangeArrowheads="1"/>
          </p:cNvSpPr>
          <p:nvPr/>
        </p:nvSpPr>
        <p:spPr bwMode="auto">
          <a:xfrm>
            <a:off x="1728788" y="4473576"/>
            <a:ext cx="8642350" cy="1952625"/>
          </a:xfrm>
          <a:prstGeom prst="rect">
            <a:avLst/>
          </a:prstGeom>
          <a:gradFill rotWithShape="0">
            <a:gsLst>
              <a:gs pos="0">
                <a:srgbClr val="CCFFCC"/>
              </a:gs>
              <a:gs pos="100000">
                <a:schemeClr val="bg1"/>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93675" indent="-193675">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1168400" indent="-49530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797050" indent="-43815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2374900"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96386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34210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8782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43354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479266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buFont typeface="Wingdings" panose="05000000000000000000" pitchFamily="2" charset="2"/>
              <a:buChar char="§"/>
            </a:pPr>
            <a:r>
              <a:rPr lang="en-US" altLang="zh-CN" b="1">
                <a:solidFill>
                  <a:srgbClr val="000000"/>
                </a:solidFill>
              </a:rPr>
              <a:t> </a:t>
            </a:r>
            <a:r>
              <a:rPr lang="zh-CN" altLang="en-US" b="1">
                <a:solidFill>
                  <a:srgbClr val="000000"/>
                </a:solidFill>
                <a:latin typeface="Times New Roman" panose="02020603050405020304" pitchFamily="18" charset="0"/>
              </a:rPr>
              <a:t>德国塔多思（</a:t>
            </a:r>
            <a:r>
              <a:rPr lang="en-US" altLang="zh-CN" b="1">
                <a:solidFill>
                  <a:srgbClr val="000000"/>
                </a:solidFill>
                <a:latin typeface="Times New Roman" panose="02020603050405020304" pitchFamily="18" charset="0"/>
              </a:rPr>
              <a:t>TRADOS</a:t>
            </a:r>
            <a:r>
              <a:rPr lang="zh-CN" altLang="en-US" b="1">
                <a:solidFill>
                  <a:srgbClr val="000000"/>
                </a:solidFill>
                <a:latin typeface="Times New Roman" panose="02020603050405020304" pitchFamily="18" charset="0"/>
              </a:rPr>
              <a:t>）公司的翻译记忆软件基于</a:t>
            </a:r>
            <a:r>
              <a:rPr lang="en-US" altLang="zh-CN" b="1">
                <a:solidFill>
                  <a:srgbClr val="000000"/>
                </a:solidFill>
                <a:latin typeface="Times New Roman" panose="02020603050405020304" pitchFamily="18" charset="0"/>
              </a:rPr>
              <a:t>UNICODE</a:t>
            </a:r>
            <a:r>
              <a:rPr lang="zh-CN" altLang="en-US" b="1">
                <a:solidFill>
                  <a:srgbClr val="000000"/>
                </a:solidFill>
                <a:latin typeface="Times New Roman" panose="02020603050405020304" pitchFamily="18" charset="0"/>
              </a:rPr>
              <a:t>（统一字符编码），支持</a:t>
            </a:r>
            <a:r>
              <a:rPr lang="en-US" altLang="zh-CN" b="1">
                <a:solidFill>
                  <a:srgbClr val="000000"/>
                </a:solidFill>
                <a:latin typeface="Times New Roman" panose="02020603050405020304" pitchFamily="18" charset="0"/>
              </a:rPr>
              <a:t>55</a:t>
            </a:r>
            <a:r>
              <a:rPr lang="zh-CN" altLang="en-US" b="1">
                <a:solidFill>
                  <a:srgbClr val="000000"/>
                </a:solidFill>
                <a:latin typeface="Times New Roman" panose="02020603050405020304" pitchFamily="18" charset="0"/>
              </a:rPr>
              <a:t>种语言，覆盖了几乎所有语言版本的 </a:t>
            </a:r>
            <a:r>
              <a:rPr lang="en-US" altLang="zh-CN" b="1">
                <a:solidFill>
                  <a:srgbClr val="000000"/>
                </a:solidFill>
                <a:latin typeface="Times New Roman" panose="02020603050405020304" pitchFamily="18" charset="0"/>
              </a:rPr>
              <a:t>Windows95</a:t>
            </a:r>
            <a:r>
              <a:rPr lang="zh-CN" altLang="en-US" b="1">
                <a:solidFill>
                  <a:srgbClr val="000000"/>
                </a:solidFill>
                <a:latin typeface="Times New Roman" panose="02020603050405020304" pitchFamily="18" charset="0"/>
              </a:rPr>
              <a:t>／</a:t>
            </a:r>
            <a:r>
              <a:rPr lang="en-US" altLang="zh-CN" b="1">
                <a:solidFill>
                  <a:srgbClr val="000000"/>
                </a:solidFill>
                <a:latin typeface="Times New Roman" panose="02020603050405020304" pitchFamily="18" charset="0"/>
              </a:rPr>
              <a:t>98</a:t>
            </a:r>
            <a:r>
              <a:rPr lang="zh-CN" altLang="en-US" b="1">
                <a:solidFill>
                  <a:srgbClr val="000000"/>
                </a:solidFill>
                <a:latin typeface="Times New Roman" panose="02020603050405020304" pitchFamily="18" charset="0"/>
              </a:rPr>
              <a:t>／</a:t>
            </a:r>
            <a:r>
              <a:rPr lang="en-US" altLang="zh-CN" b="1">
                <a:solidFill>
                  <a:srgbClr val="000000"/>
                </a:solidFill>
                <a:latin typeface="Times New Roman" panose="02020603050405020304" pitchFamily="18" charset="0"/>
              </a:rPr>
              <a:t>NT</a:t>
            </a:r>
            <a:r>
              <a:rPr lang="en-US" altLang="zh-CN">
                <a:solidFill>
                  <a:srgbClr val="000000"/>
                </a:solidFill>
                <a:latin typeface="Times New Roman" panose="02020603050405020304" pitchFamily="18" charset="0"/>
              </a:rPr>
              <a:t> </a:t>
            </a:r>
            <a:r>
              <a:rPr lang="zh-CN" altLang="en-US" b="1">
                <a:solidFill>
                  <a:srgbClr val="000000"/>
                </a:solidFill>
                <a:latin typeface="Times New Roman" panose="02020603050405020304" pitchFamily="18" charset="0"/>
              </a:rPr>
              <a:t>。</a:t>
            </a:r>
            <a:r>
              <a:rPr lang="zh-CN" altLang="en-US">
                <a:solidFill>
                  <a:srgbClr val="000000"/>
                </a:solidFill>
              </a:rPr>
              <a:t> </a:t>
            </a:r>
          </a:p>
        </p:txBody>
      </p:sp>
      <p:sp>
        <p:nvSpPr>
          <p:cNvPr id="675845" name="Rectangle 4">
            <a:extLst>
              <a:ext uri="{FF2B5EF4-FFF2-40B4-BE49-F238E27FC236}">
                <a16:creationId xmlns:a16="http://schemas.microsoft.com/office/drawing/2014/main" id="{131618F4-3599-4AAA-B49A-9607D7F9AB8A}"/>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800" b="1" dirty="0">
                <a:solidFill>
                  <a:srgbClr val="FFFFFF"/>
                </a:solidFill>
                <a:latin typeface="Times New Roman" panose="02020603050405020304" pitchFamily="18" charset="0"/>
              </a:rPr>
              <a:t>12.3.2  </a:t>
            </a:r>
            <a:r>
              <a:rPr lang="zh-CN" altLang="en-US" sz="3800" b="1" dirty="0">
                <a:solidFill>
                  <a:srgbClr val="FFFFFF"/>
                </a:solidFill>
                <a:latin typeface="Times New Roman" panose="02020603050405020304" pitchFamily="18" charset="0"/>
              </a:rPr>
              <a:t>翻译记忆</a:t>
            </a:r>
          </a:p>
        </p:txBody>
      </p:sp>
    </p:spTree>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019DE68-07B6-4CB2-A741-9A9C38C22D11}"/>
              </a:ext>
            </a:extLst>
          </p:cNvPr>
          <p:cNvSpPr>
            <a:spLocks noGrp="1"/>
          </p:cNvSpPr>
          <p:nvPr>
            <p:ph type="sldNum" sz="quarter" idx="10"/>
          </p:nvPr>
        </p:nvSpPr>
        <p:spPr/>
        <p:txBody>
          <a:bodyPr/>
          <a:lstStyle/>
          <a:p>
            <a:pPr fontAlgn="base">
              <a:spcBef>
                <a:spcPct val="0"/>
              </a:spcBef>
              <a:spcAft>
                <a:spcPct val="0"/>
              </a:spcAft>
              <a:defRPr/>
            </a:pPr>
            <a:fld id="{22D47ED4-3A27-4056-91E4-E76C16426DA9}" type="slidenum">
              <a:rPr lang="ja-JP" altLang="en-US">
                <a:latin typeface="Arial"/>
              </a:rPr>
              <a:pPr fontAlgn="base">
                <a:spcBef>
                  <a:spcPct val="0"/>
                </a:spcBef>
                <a:spcAft>
                  <a:spcPct val="0"/>
                </a:spcAft>
                <a:defRPr/>
              </a:pPr>
              <a:t>64</a:t>
            </a:fld>
            <a:endParaRPr lang="en-US" altLang="ja-JP">
              <a:latin typeface="Arial"/>
            </a:endParaRPr>
          </a:p>
        </p:txBody>
      </p:sp>
      <p:sp>
        <p:nvSpPr>
          <p:cNvPr id="676867" name="Rectangle 2">
            <a:extLst>
              <a:ext uri="{FF2B5EF4-FFF2-40B4-BE49-F238E27FC236}">
                <a16:creationId xmlns:a16="http://schemas.microsoft.com/office/drawing/2014/main" id="{6290CFDB-0E20-4FAB-8851-9C9A3A08402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rPr>
              <a:t>第</a:t>
            </a:r>
            <a:r>
              <a:rPr lang="en-US" altLang="zh-CN" dirty="0">
                <a:latin typeface="Times New Roman" panose="02020603050405020304" pitchFamily="18" charset="0"/>
              </a:rPr>
              <a:t>12</a:t>
            </a:r>
            <a:r>
              <a:rPr lang="zh-CN" altLang="en-US" dirty="0">
                <a:latin typeface="Times New Roman" panose="02020603050405020304" pitchFamily="18" charset="0"/>
              </a:rPr>
              <a:t>章  自然语言理解及其应用</a:t>
            </a:r>
          </a:p>
        </p:txBody>
      </p:sp>
      <p:sp>
        <p:nvSpPr>
          <p:cNvPr id="676868" name="Rectangle 3">
            <a:extLst>
              <a:ext uri="{FF2B5EF4-FFF2-40B4-BE49-F238E27FC236}">
                <a16:creationId xmlns:a16="http://schemas.microsoft.com/office/drawing/2014/main" id="{BB90CDEB-85B9-4BA3-B494-FDC93C6E94F8}"/>
              </a:ext>
            </a:extLst>
          </p:cNvPr>
          <p:cNvSpPr>
            <a:spLocks noGrp="1" noChangeArrowheads="1"/>
          </p:cNvSpPr>
          <p:nvPr>
            <p:ph type="body" idx="1"/>
          </p:nvPr>
        </p:nvSpPr>
        <p:spPr>
          <a:xfrm>
            <a:off x="2065339" y="908051"/>
            <a:ext cx="8351837" cy="5400675"/>
          </a:xfrm>
        </p:spPr>
        <p:txBody>
          <a:bodyPr/>
          <a:lstStyle/>
          <a:p>
            <a:pPr eaLnBrk="1" hangingPunct="1">
              <a:lnSpc>
                <a:spcPct val="140000"/>
              </a:lnSpc>
            </a:pPr>
            <a:r>
              <a:rPr lang="en-US" altLang="zh-CN" b="1" dirty="0">
                <a:latin typeface="Times New Roman" panose="02020603050405020304" pitchFamily="18" charset="0"/>
              </a:rPr>
              <a:t>12.1 </a:t>
            </a:r>
            <a:r>
              <a:rPr lang="zh-CN" altLang="en-US" b="1" dirty="0">
                <a:latin typeface="Times New Roman" panose="02020603050405020304" pitchFamily="18" charset="0"/>
              </a:rPr>
              <a:t>自然语言理解的概念与发展历史</a:t>
            </a:r>
            <a:r>
              <a:rPr lang="zh-CN" altLang="en-US" dirty="0">
                <a:latin typeface="Times New Roman" panose="02020603050405020304" pitchFamily="18" charset="0"/>
              </a:rPr>
              <a:t> </a:t>
            </a:r>
            <a:endParaRPr lang="zh-CN" altLang="en-US" b="1" dirty="0">
              <a:latin typeface="Times New Roman" panose="02020603050405020304" pitchFamily="18" charset="0"/>
            </a:endParaRPr>
          </a:p>
          <a:p>
            <a:pPr eaLnBrk="1" hangingPunct="1">
              <a:lnSpc>
                <a:spcPct val="140000"/>
              </a:lnSpc>
            </a:pPr>
            <a:r>
              <a:rPr lang="en-US" altLang="zh-CN" b="1" dirty="0">
                <a:latin typeface="Times New Roman" panose="02020603050405020304" pitchFamily="18" charset="0"/>
              </a:rPr>
              <a:t>12.2 </a:t>
            </a:r>
            <a:r>
              <a:rPr lang="zh-CN" altLang="en-US" b="1" dirty="0">
                <a:latin typeface="Times New Roman" panose="02020603050405020304" pitchFamily="18" charset="0"/>
              </a:rPr>
              <a:t>语言处理过程的层次</a:t>
            </a:r>
          </a:p>
          <a:p>
            <a:pPr algn="just" eaLnBrk="1" hangingPunct="1">
              <a:lnSpc>
                <a:spcPct val="140000"/>
              </a:lnSpc>
            </a:pPr>
            <a:r>
              <a:rPr lang="en-US" altLang="zh-CN" b="1" dirty="0">
                <a:latin typeface="Times New Roman" panose="02020603050405020304" pitchFamily="18" charset="0"/>
              </a:rPr>
              <a:t>12.3 </a:t>
            </a:r>
            <a:r>
              <a:rPr lang="zh-CN" altLang="en-US" b="1" dirty="0">
                <a:latin typeface="Times New Roman" panose="02020603050405020304" pitchFamily="18" charset="0"/>
              </a:rPr>
              <a:t>机器翻译</a:t>
            </a:r>
          </a:p>
          <a:p>
            <a:pPr algn="just" eaLnBrk="1" hangingPunct="1">
              <a:lnSpc>
                <a:spcPct val="140000"/>
              </a:lnSpc>
              <a:buClr>
                <a:srgbClr val="0000CC"/>
              </a:buClr>
              <a:buSzPct val="200000"/>
              <a:buFont typeface="Wingdings" panose="05000000000000000000" pitchFamily="2" charset="2"/>
              <a:buChar char="ü"/>
            </a:pPr>
            <a:r>
              <a:rPr lang="en-US" altLang="zh-CN" b="1" dirty="0">
                <a:solidFill>
                  <a:srgbClr val="0000CC"/>
                </a:solidFill>
                <a:latin typeface="Times New Roman" panose="02020603050405020304" pitchFamily="18" charset="0"/>
              </a:rPr>
              <a:t>12.4 </a:t>
            </a:r>
            <a:r>
              <a:rPr lang="zh-CN" altLang="en-US" b="1" dirty="0">
                <a:solidFill>
                  <a:srgbClr val="0000CC"/>
                </a:solidFill>
                <a:latin typeface="Times New Roman" panose="02020603050405020304" pitchFamily="18" charset="0"/>
              </a:rPr>
              <a:t>语音识别</a:t>
            </a:r>
          </a:p>
          <a:p>
            <a:pPr eaLnBrk="1" hangingPunct="1">
              <a:lnSpc>
                <a:spcPct val="140000"/>
              </a:lnSpc>
            </a:pPr>
            <a:endParaRPr lang="en-US" altLang="zh-CN" dirty="0">
              <a:latin typeface="Times New Roman" panose="02020603050405020304" pitchFamily="18" charset="0"/>
            </a:endParaRPr>
          </a:p>
        </p:txBody>
      </p:sp>
    </p:spTree>
  </p:cSld>
  <p:clrMapOvr>
    <a:masterClrMapping/>
  </p:clrMapOvr>
  <p:transition>
    <p:rand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a:extLst>
              <a:ext uri="{FF2B5EF4-FFF2-40B4-BE49-F238E27FC236}">
                <a16:creationId xmlns:a16="http://schemas.microsoft.com/office/drawing/2014/main" id="{66D8533A-1110-4FF8-9361-381ECE3BD161}"/>
              </a:ext>
            </a:extLst>
          </p:cNvPr>
          <p:cNvSpPr>
            <a:spLocks noGrp="1"/>
          </p:cNvSpPr>
          <p:nvPr>
            <p:ph type="sldNum" sz="quarter" idx="10"/>
          </p:nvPr>
        </p:nvSpPr>
        <p:spPr/>
        <p:txBody>
          <a:bodyPr/>
          <a:lstStyle/>
          <a:p>
            <a:pPr fontAlgn="base">
              <a:spcBef>
                <a:spcPct val="0"/>
              </a:spcBef>
              <a:spcAft>
                <a:spcPct val="0"/>
              </a:spcAft>
              <a:defRPr/>
            </a:pPr>
            <a:fld id="{EC972D61-6C8A-4BAC-A30A-2C6F66172315}" type="slidenum">
              <a:rPr lang="ja-JP" altLang="en-US">
                <a:latin typeface="Arial"/>
              </a:rPr>
              <a:pPr fontAlgn="base">
                <a:spcBef>
                  <a:spcPct val="0"/>
                </a:spcBef>
                <a:spcAft>
                  <a:spcPct val="0"/>
                </a:spcAft>
                <a:defRPr/>
              </a:pPr>
              <a:t>65</a:t>
            </a:fld>
            <a:endParaRPr lang="en-US" altLang="ja-JP">
              <a:latin typeface="Arial"/>
            </a:endParaRPr>
          </a:p>
        </p:txBody>
      </p:sp>
      <p:sp>
        <p:nvSpPr>
          <p:cNvPr id="677891" name="Rectangle 2">
            <a:extLst>
              <a:ext uri="{FF2B5EF4-FFF2-40B4-BE49-F238E27FC236}">
                <a16:creationId xmlns:a16="http://schemas.microsoft.com/office/drawing/2014/main" id="{D9B098A7-9717-4590-8C05-C49CC4D8E498}"/>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rPr>
              <a:t>12.4.1  </a:t>
            </a:r>
            <a:r>
              <a:rPr lang="zh-CN" altLang="en-US" dirty="0">
                <a:latin typeface="Times New Roman" panose="02020603050405020304" pitchFamily="18" charset="0"/>
              </a:rPr>
              <a:t>语言识别的概念</a:t>
            </a:r>
          </a:p>
        </p:txBody>
      </p:sp>
      <p:sp>
        <p:nvSpPr>
          <p:cNvPr id="837635" name="Text Box 3">
            <a:extLst>
              <a:ext uri="{FF2B5EF4-FFF2-40B4-BE49-F238E27FC236}">
                <a16:creationId xmlns:a16="http://schemas.microsoft.com/office/drawing/2014/main" id="{617EFED9-5F54-468F-8BDC-776C1E0F0B36}"/>
              </a:ext>
            </a:extLst>
          </p:cNvPr>
          <p:cNvSpPr txBox="1">
            <a:spLocks noChangeArrowheads="1"/>
          </p:cNvSpPr>
          <p:nvPr/>
        </p:nvSpPr>
        <p:spPr bwMode="auto">
          <a:xfrm>
            <a:off x="1908176" y="2857501"/>
            <a:ext cx="8418513" cy="2581275"/>
          </a:xfrm>
          <a:prstGeom prst="rect">
            <a:avLst/>
          </a:prstGeom>
          <a:gradFill rotWithShape="1">
            <a:gsLst>
              <a:gs pos="0">
                <a:srgbClr val="66FF66">
                  <a:alpha val="35001"/>
                </a:srgbClr>
              </a:gs>
              <a:gs pos="100000">
                <a:srgbClr val="FFFFFF"/>
              </a:gs>
            </a:gsLst>
            <a:path path="shape">
              <a:fillToRect l="50000" t="50000" r="50000" b="5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Verdana" panose="020B0604030504040204" pitchFamily="34" charset="0"/>
                <a:ea typeface="宋体" panose="02010600030101010101" pitchFamily="2" charset="-122"/>
              </a:defRPr>
            </a:lvl1pPr>
            <a:lvl2pPr marL="800100" indent="-342900">
              <a:defRPr>
                <a:solidFill>
                  <a:schemeClr val="tx1"/>
                </a:solidFill>
                <a:latin typeface="Verdana" panose="020B0604030504040204" pitchFamily="34" charset="0"/>
                <a:ea typeface="宋体" panose="02010600030101010101" pitchFamily="2" charset="-122"/>
              </a:defRPr>
            </a:lvl2pPr>
            <a:lvl3pPr marL="1257300" indent="-342900">
              <a:defRPr>
                <a:solidFill>
                  <a:schemeClr val="tx1"/>
                </a:solidFill>
                <a:latin typeface="Verdana" panose="020B0604030504040204" pitchFamily="34" charset="0"/>
                <a:ea typeface="宋体" panose="02010600030101010101" pitchFamily="2" charset="-122"/>
              </a:defRPr>
            </a:lvl3pPr>
            <a:lvl4pPr marL="1714500" indent="-342900">
              <a:defRPr>
                <a:solidFill>
                  <a:schemeClr val="tx1"/>
                </a:solidFill>
                <a:latin typeface="Verdana" panose="020B0604030504040204" pitchFamily="34" charset="0"/>
                <a:ea typeface="宋体" panose="02010600030101010101" pitchFamily="2" charset="-122"/>
              </a:defRPr>
            </a:lvl4pPr>
            <a:lvl5pPr marL="2171700" indent="-342900">
              <a:defRPr>
                <a:solidFill>
                  <a:schemeClr val="tx1"/>
                </a:solidFill>
                <a:latin typeface="Verdana" panose="020B0604030504040204" pitchFamily="34" charset="0"/>
                <a:ea typeface="宋体" panose="02010600030101010101" pitchFamily="2" charset="-122"/>
              </a:defRPr>
            </a:lvl5pPr>
            <a:lvl6pPr marL="26289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0861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5433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4000500" indent="-3429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50000"/>
              </a:spcBef>
              <a:spcAft>
                <a:spcPct val="0"/>
              </a:spcAft>
              <a:buClr>
                <a:srgbClr val="CC0000"/>
              </a:buClr>
              <a:buFont typeface="Wingdings" panose="05000000000000000000" pitchFamily="2" charset="2"/>
              <a:buChar char="§"/>
            </a:pPr>
            <a:r>
              <a:rPr lang="zh-CN" altLang="en-US" sz="2800" b="1">
                <a:solidFill>
                  <a:srgbClr val="000000"/>
                </a:solidFill>
                <a:latin typeface="Times New Roman" panose="02020603050405020304" pitchFamily="18" charset="0"/>
              </a:rPr>
              <a:t>语音识别用语音作为输入，口语对话与语音信号中语言提取的不同：</a:t>
            </a:r>
          </a:p>
          <a:p>
            <a:pPr algn="just" fontAlgn="base">
              <a:lnSpc>
                <a:spcPct val="120000"/>
              </a:lnSpc>
              <a:spcBef>
                <a:spcPct val="50000"/>
              </a:spcBef>
              <a:spcAft>
                <a:spcPct val="0"/>
              </a:spcAft>
              <a:buClr>
                <a:srgbClr val="CC0000"/>
              </a:buClr>
              <a:buSzPct val="80000"/>
            </a:pPr>
            <a:r>
              <a:rPr lang="zh-CN" altLang="en-US" sz="2800" b="1">
                <a:solidFill>
                  <a:srgbClr val="000000"/>
                </a:solidFill>
                <a:latin typeface="Times New Roman" panose="02020603050405020304" pitchFamily="18" charset="0"/>
              </a:rPr>
              <a:t>   （</a:t>
            </a:r>
            <a:r>
              <a:rPr lang="en-US" altLang="zh-CN" sz="2800" b="1">
                <a:solidFill>
                  <a:srgbClr val="000000"/>
                </a:solidFill>
                <a:latin typeface="Times New Roman" panose="02020603050405020304" pitchFamily="18" charset="0"/>
              </a:rPr>
              <a:t>1</a:t>
            </a:r>
            <a:r>
              <a:rPr lang="zh-CN" altLang="en-US" sz="2800" b="1">
                <a:solidFill>
                  <a:srgbClr val="000000"/>
                </a:solidFill>
                <a:latin typeface="Times New Roman" panose="02020603050405020304" pitchFamily="18" charset="0"/>
              </a:rPr>
              <a:t>）上下文猜测</a:t>
            </a:r>
          </a:p>
          <a:p>
            <a:pPr algn="just" fontAlgn="base">
              <a:lnSpc>
                <a:spcPct val="120000"/>
              </a:lnSpc>
              <a:spcBef>
                <a:spcPct val="50000"/>
              </a:spcBef>
              <a:spcAft>
                <a:spcPct val="0"/>
              </a:spcAft>
              <a:buClr>
                <a:srgbClr val="CC0000"/>
              </a:buClr>
              <a:buSzPct val="80000"/>
            </a:pPr>
            <a:r>
              <a:rPr lang="zh-CN" altLang="en-US" sz="2800" b="1">
                <a:solidFill>
                  <a:srgbClr val="000000"/>
                </a:solidFill>
                <a:latin typeface="Times New Roman" panose="02020603050405020304" pitchFamily="18" charset="0"/>
              </a:rPr>
              <a:t>   （</a:t>
            </a:r>
            <a:r>
              <a:rPr lang="en-US" altLang="zh-CN" sz="2800" b="1">
                <a:solidFill>
                  <a:srgbClr val="000000"/>
                </a:solidFill>
                <a:latin typeface="Times New Roman" panose="02020603050405020304" pitchFamily="18" charset="0"/>
              </a:rPr>
              <a:t>2</a:t>
            </a:r>
            <a:r>
              <a:rPr lang="zh-CN" altLang="en-US" sz="2800" b="1">
                <a:solidFill>
                  <a:srgbClr val="000000"/>
                </a:solidFill>
                <a:latin typeface="Times New Roman" panose="02020603050405020304" pitchFamily="18" charset="0"/>
              </a:rPr>
              <a:t>）肢体语言传达信息 </a:t>
            </a:r>
          </a:p>
        </p:txBody>
      </p:sp>
      <p:sp>
        <p:nvSpPr>
          <p:cNvPr id="677893" name="Text Box 4">
            <a:extLst>
              <a:ext uri="{FF2B5EF4-FFF2-40B4-BE49-F238E27FC236}">
                <a16:creationId xmlns:a16="http://schemas.microsoft.com/office/drawing/2014/main" id="{BCE48A55-4D72-425B-93DC-EBAA571225ED}"/>
              </a:ext>
            </a:extLst>
          </p:cNvPr>
          <p:cNvSpPr txBox="1">
            <a:spLocks noChangeArrowheads="1"/>
          </p:cNvSpPr>
          <p:nvPr/>
        </p:nvSpPr>
        <p:spPr bwMode="auto">
          <a:xfrm>
            <a:off x="1916114" y="1135064"/>
            <a:ext cx="8404225" cy="1076961"/>
          </a:xfrm>
          <a:prstGeom prst="rect">
            <a:avLst/>
          </a:prstGeom>
          <a:gradFill rotWithShape="1">
            <a:gsLst>
              <a:gs pos="0">
                <a:srgbClr val="FFFFFF"/>
              </a:gs>
              <a:gs pos="100000">
                <a:srgbClr val="00FF00">
                  <a:alpha val="29999"/>
                </a:srgbClr>
              </a:gs>
            </a:gsLst>
            <a:lin ang="18900000" scaled="1"/>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lnSpc>
                <a:spcPct val="120000"/>
              </a:lnSpc>
              <a:spcBef>
                <a:spcPct val="50000"/>
              </a:spcBef>
              <a:spcAft>
                <a:spcPct val="0"/>
              </a:spcAft>
              <a:buClr>
                <a:srgbClr val="CC0000"/>
              </a:buClr>
              <a:buFont typeface="Wingdings" panose="05000000000000000000" pitchFamily="2" charset="2"/>
              <a:buChar char="§"/>
            </a:pPr>
            <a:r>
              <a:rPr lang="en-US" altLang="zh-CN" sz="2800" b="1">
                <a:solidFill>
                  <a:srgbClr val="000000"/>
                </a:solidFill>
                <a:latin typeface="Times New Roman" panose="02020603050405020304" pitchFamily="18" charset="0"/>
              </a:rPr>
              <a:t>  </a:t>
            </a:r>
            <a:r>
              <a:rPr lang="zh-CN" altLang="en-US" sz="2800" b="1">
                <a:solidFill>
                  <a:srgbClr val="000000"/>
                </a:solidFill>
                <a:latin typeface="Times New Roman" panose="02020603050405020304" pitchFamily="18" charset="0"/>
              </a:rPr>
              <a:t>机器翻译用印刷文本作为输入，能清楚地区分单个单词和单词串</a:t>
            </a:r>
            <a:r>
              <a:rPr lang="zh-CN" altLang="en-US" sz="2800">
                <a:solidFill>
                  <a:srgbClr val="000000"/>
                </a:solidFill>
                <a:latin typeface="Times New Roman" panose="02020603050405020304" pitchFamily="18" charset="0"/>
              </a:rPr>
              <a:t> </a:t>
            </a:r>
            <a:r>
              <a:rPr lang="zh-CN" altLang="en-US" sz="2800" b="1">
                <a:solidFill>
                  <a:srgbClr val="000000"/>
                </a:solidFill>
                <a:latin typeface="Arial" panose="020B0604020202020204" pitchFamily="34" charset="0"/>
              </a:rPr>
              <a:t>。</a:t>
            </a:r>
          </a:p>
        </p:txBody>
      </p:sp>
      <p:sp>
        <p:nvSpPr>
          <p:cNvPr id="837637" name="AutoShape 5">
            <a:extLst>
              <a:ext uri="{FF2B5EF4-FFF2-40B4-BE49-F238E27FC236}">
                <a16:creationId xmlns:a16="http://schemas.microsoft.com/office/drawing/2014/main" id="{56A9C7F9-BA61-4D21-9257-C0F182C80CB6}"/>
              </a:ext>
            </a:extLst>
          </p:cNvPr>
          <p:cNvSpPr>
            <a:spLocks/>
          </p:cNvSpPr>
          <p:nvPr/>
        </p:nvSpPr>
        <p:spPr bwMode="auto">
          <a:xfrm>
            <a:off x="6318251" y="5414963"/>
            <a:ext cx="1914525" cy="755650"/>
          </a:xfrm>
          <a:prstGeom prst="accentBorderCallout2">
            <a:avLst>
              <a:gd name="adj1" fmla="val 15125"/>
              <a:gd name="adj2" fmla="val -3981"/>
              <a:gd name="adj3" fmla="val 15125"/>
              <a:gd name="adj4" fmla="val -53153"/>
              <a:gd name="adj5" fmla="val -175000"/>
              <a:gd name="adj6" fmla="val -104065"/>
            </a:avLst>
          </a:prstGeom>
          <a:gradFill rotWithShape="1">
            <a:gsLst>
              <a:gs pos="0">
                <a:srgbClr val="FF6600">
                  <a:alpha val="39998"/>
                </a:srgbClr>
              </a:gs>
              <a:gs pos="100000">
                <a:schemeClr val="bg1"/>
              </a:gs>
            </a:gsLst>
            <a:lin ang="2700000" scaled="1"/>
          </a:gradFill>
          <a:ln w="9525" algn="ctr">
            <a:solidFill>
              <a:srgbClr val="FF6600"/>
            </a:solidFill>
            <a:miter lim="800000"/>
            <a:headEnd type="triangle" w="med" len="me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en-US" altLang="zh-CN" sz="2600">
                <a:solidFill>
                  <a:srgbClr val="000000"/>
                </a:solidFill>
                <a:latin typeface="Times New Roman" panose="02020603050405020304" pitchFamily="18" charset="0"/>
              </a:rPr>
              <a:t>fare | fair</a:t>
            </a:r>
          </a:p>
          <a:p>
            <a:pPr algn="ctr" fontAlgn="base">
              <a:spcBef>
                <a:spcPct val="0"/>
              </a:spcBef>
              <a:spcAft>
                <a:spcPct val="0"/>
              </a:spcAft>
            </a:pPr>
            <a:r>
              <a:rPr lang="en-US" altLang="zh-CN" sz="2600">
                <a:solidFill>
                  <a:srgbClr val="000000"/>
                </a:solidFill>
                <a:latin typeface="Times New Roman" panose="02020603050405020304" pitchFamily="18" charset="0"/>
              </a:rPr>
              <a:t>male | mail</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37635"/>
                                        </p:tgtEl>
                                        <p:attrNameLst>
                                          <p:attrName>style.visibility</p:attrName>
                                        </p:attrNameLst>
                                      </p:cBhvr>
                                      <p:to>
                                        <p:strVal val="visible"/>
                                      </p:to>
                                    </p:set>
                                    <p:anim calcmode="lin" valueType="num">
                                      <p:cBhvr additive="base">
                                        <p:cTn id="7" dur="500" fill="hold"/>
                                        <p:tgtEl>
                                          <p:spTgt spid="837635"/>
                                        </p:tgtEl>
                                        <p:attrNameLst>
                                          <p:attrName>ppt_x</p:attrName>
                                        </p:attrNameLst>
                                      </p:cBhvr>
                                      <p:tavLst>
                                        <p:tav tm="0">
                                          <p:val>
                                            <p:strVal val="#ppt_x"/>
                                          </p:val>
                                        </p:tav>
                                        <p:tav tm="100000">
                                          <p:val>
                                            <p:strVal val="#ppt_x"/>
                                          </p:val>
                                        </p:tav>
                                      </p:tavLst>
                                    </p:anim>
                                    <p:anim calcmode="lin" valueType="num">
                                      <p:cBhvr additive="base">
                                        <p:cTn id="8" dur="500" fill="hold"/>
                                        <p:tgtEl>
                                          <p:spTgt spid="83763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37637"/>
                                        </p:tgtEl>
                                        <p:attrNameLst>
                                          <p:attrName>style.visibility</p:attrName>
                                        </p:attrNameLst>
                                      </p:cBhvr>
                                      <p:to>
                                        <p:strVal val="visible"/>
                                      </p:to>
                                    </p:set>
                                    <p:anim calcmode="lin" valueType="num">
                                      <p:cBhvr additive="base">
                                        <p:cTn id="13" dur="500" fill="hold"/>
                                        <p:tgtEl>
                                          <p:spTgt spid="837637"/>
                                        </p:tgtEl>
                                        <p:attrNameLst>
                                          <p:attrName>ppt_x</p:attrName>
                                        </p:attrNameLst>
                                      </p:cBhvr>
                                      <p:tavLst>
                                        <p:tav tm="0">
                                          <p:val>
                                            <p:strVal val="#ppt_x"/>
                                          </p:val>
                                        </p:tav>
                                        <p:tav tm="100000">
                                          <p:val>
                                            <p:strVal val="#ppt_x"/>
                                          </p:val>
                                        </p:tav>
                                      </p:tavLst>
                                    </p:anim>
                                    <p:anim calcmode="lin" valueType="num">
                                      <p:cBhvr additive="base">
                                        <p:cTn id="14" dur="500" fill="hold"/>
                                        <p:tgtEl>
                                          <p:spTgt spid="8376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7635" grpId="0" animBg="1"/>
      <p:bldP spid="83763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a:extLst>
              <a:ext uri="{FF2B5EF4-FFF2-40B4-BE49-F238E27FC236}">
                <a16:creationId xmlns:a16="http://schemas.microsoft.com/office/drawing/2014/main" id="{B1F828FB-7665-4533-B86F-20967EC2969E}"/>
              </a:ext>
            </a:extLst>
          </p:cNvPr>
          <p:cNvSpPr>
            <a:spLocks noGrp="1"/>
          </p:cNvSpPr>
          <p:nvPr>
            <p:ph type="sldNum" sz="quarter" idx="10"/>
          </p:nvPr>
        </p:nvSpPr>
        <p:spPr/>
        <p:txBody>
          <a:bodyPr/>
          <a:lstStyle/>
          <a:p>
            <a:pPr fontAlgn="base">
              <a:spcBef>
                <a:spcPct val="0"/>
              </a:spcBef>
              <a:spcAft>
                <a:spcPct val="0"/>
              </a:spcAft>
              <a:defRPr/>
            </a:pPr>
            <a:fld id="{4E88570D-E12B-4A13-BD95-B0EA3AFB931E}" type="slidenum">
              <a:rPr lang="ja-JP" altLang="en-US">
                <a:latin typeface="Arial"/>
              </a:rPr>
              <a:pPr fontAlgn="base">
                <a:spcBef>
                  <a:spcPct val="0"/>
                </a:spcBef>
                <a:spcAft>
                  <a:spcPct val="0"/>
                </a:spcAft>
                <a:defRPr/>
              </a:pPr>
              <a:t>66</a:t>
            </a:fld>
            <a:endParaRPr lang="en-US" altLang="ja-JP">
              <a:latin typeface="Arial"/>
            </a:endParaRPr>
          </a:p>
        </p:txBody>
      </p:sp>
      <p:sp>
        <p:nvSpPr>
          <p:cNvPr id="678915" name="Rectangle 2">
            <a:extLst>
              <a:ext uri="{FF2B5EF4-FFF2-40B4-BE49-F238E27FC236}">
                <a16:creationId xmlns:a16="http://schemas.microsoft.com/office/drawing/2014/main" id="{6B569390-50C2-4434-944D-78F9A462E8A0}"/>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rPr>
              <a:t>12.4.2  </a:t>
            </a:r>
            <a:r>
              <a:rPr lang="zh-CN" altLang="en-US" dirty="0">
                <a:latin typeface="Times New Roman" panose="02020603050405020304" pitchFamily="18" charset="0"/>
              </a:rPr>
              <a:t>语音识别的主要过程</a:t>
            </a:r>
          </a:p>
        </p:txBody>
      </p:sp>
      <p:sp>
        <p:nvSpPr>
          <p:cNvPr id="678916" name="Rectangle 3">
            <a:extLst>
              <a:ext uri="{FF2B5EF4-FFF2-40B4-BE49-F238E27FC236}">
                <a16:creationId xmlns:a16="http://schemas.microsoft.com/office/drawing/2014/main" id="{886D2D84-1145-4EB7-BBAE-08FA0FD5DBEA}"/>
              </a:ext>
            </a:extLst>
          </p:cNvPr>
          <p:cNvSpPr>
            <a:spLocks noChangeArrowheads="1"/>
          </p:cNvSpPr>
          <p:nvPr/>
        </p:nvSpPr>
        <p:spPr bwMode="auto">
          <a:xfrm>
            <a:off x="1524001" y="31681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78917" name="Rectangle 4">
            <a:extLst>
              <a:ext uri="{FF2B5EF4-FFF2-40B4-BE49-F238E27FC236}">
                <a16:creationId xmlns:a16="http://schemas.microsoft.com/office/drawing/2014/main" id="{93E78808-B195-4142-900A-B7F8FDBE935F}"/>
              </a:ext>
            </a:extLst>
          </p:cNvPr>
          <p:cNvSpPr>
            <a:spLocks noChangeArrowheads="1"/>
          </p:cNvSpPr>
          <p:nvPr/>
        </p:nvSpPr>
        <p:spPr bwMode="auto">
          <a:xfrm>
            <a:off x="1524001" y="31681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838662" name="Text Box 6">
            <a:extLst>
              <a:ext uri="{FF2B5EF4-FFF2-40B4-BE49-F238E27FC236}">
                <a16:creationId xmlns:a16="http://schemas.microsoft.com/office/drawing/2014/main" id="{14748F0B-E51C-4617-BBFF-4B07F3840B59}"/>
              </a:ext>
            </a:extLst>
          </p:cNvPr>
          <p:cNvSpPr txBox="1">
            <a:spLocks noChangeArrowheads="1"/>
          </p:cNvSpPr>
          <p:nvPr/>
        </p:nvSpPr>
        <p:spPr bwMode="auto">
          <a:xfrm>
            <a:off x="1774825" y="1122364"/>
            <a:ext cx="8642350" cy="1811337"/>
          </a:xfrm>
          <a:prstGeom prst="rect">
            <a:avLst/>
          </a:prstGeom>
          <a:gradFill rotWithShape="1">
            <a:gsLst>
              <a:gs pos="0">
                <a:srgbClr val="CCFFFF"/>
              </a:gs>
              <a:gs pos="50000">
                <a:schemeClr val="bg1"/>
              </a:gs>
              <a:gs pos="100000">
                <a:srgbClr val="CCFFFF"/>
              </a:gs>
            </a:gsLst>
            <a:lin ang="2700000" scaled="1"/>
          </a:gradFill>
          <a:ln w="9525">
            <a:solidFill>
              <a:srgbClr val="96969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1071563">
              <a:defRPr>
                <a:solidFill>
                  <a:schemeClr val="tx1"/>
                </a:solidFill>
                <a:latin typeface="Arial" panose="020B0604020202020204" pitchFamily="34" charset="0"/>
                <a:ea typeface="宋体" panose="02010600030101010101" pitchFamily="2" charset="-122"/>
              </a:defRPr>
            </a:lvl2pPr>
            <a:lvl3pPr marL="1346200">
              <a:defRPr>
                <a:solidFill>
                  <a:schemeClr val="tx1"/>
                </a:solidFill>
                <a:latin typeface="Arial" panose="020B0604020202020204" pitchFamily="34" charset="0"/>
                <a:ea typeface="宋体" panose="02010600030101010101" pitchFamily="2" charset="-122"/>
              </a:defRPr>
            </a:lvl3pPr>
            <a:lvl4pPr marL="1525588">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fontAlgn="base">
              <a:lnSpc>
                <a:spcPct val="120000"/>
              </a:lnSpc>
              <a:spcBef>
                <a:spcPct val="40000"/>
              </a:spcBef>
              <a:spcAft>
                <a:spcPct val="0"/>
              </a:spcAft>
              <a:buClr>
                <a:srgbClr val="CC0000"/>
              </a:buClr>
              <a:buBlip>
                <a:blip r:embed="rId2"/>
              </a:buBlip>
              <a:defRPr/>
            </a:pPr>
            <a:r>
              <a:rPr lang="en-US" altLang="zh-CN" sz="2800" b="1">
                <a:solidFill>
                  <a:srgbClr val="000000"/>
                </a:solidFill>
                <a:latin typeface="Times New Roman" panose="02020603050405020304" pitchFamily="18" charset="0"/>
              </a:rPr>
              <a:t>  1.</a:t>
            </a:r>
            <a:r>
              <a:rPr lang="zh-CN" altLang="en-US" sz="2800" b="1">
                <a:solidFill>
                  <a:srgbClr val="000000"/>
                </a:solidFill>
                <a:latin typeface="Times New Roman" panose="02020603050405020304" pitchFamily="18" charset="0"/>
              </a:rPr>
              <a:t>语音信号采集</a:t>
            </a:r>
          </a:p>
          <a:p>
            <a:pPr algn="just" fontAlgn="base">
              <a:lnSpc>
                <a:spcPct val="120000"/>
              </a:lnSpc>
              <a:spcBef>
                <a:spcPct val="20000"/>
              </a:spcBef>
              <a:spcAft>
                <a:spcPct val="0"/>
              </a:spcAft>
              <a:buClr>
                <a:srgbClr val="0000FF"/>
              </a:buClr>
              <a:buSzPct val="60000"/>
              <a:buFont typeface="Wingdings" panose="05000000000000000000" pitchFamily="2" charset="2"/>
              <a:buChar char="l"/>
              <a:defRPr/>
            </a:pPr>
            <a:r>
              <a:rPr lang="zh-CN" altLang="en-US" sz="2800" b="1">
                <a:solidFill>
                  <a:srgbClr val="000000"/>
                </a:solidFill>
                <a:latin typeface="Times New Roman" panose="02020603050405020304" pitchFamily="18" charset="0"/>
              </a:rPr>
              <a:t>  基于单片机，</a:t>
            </a:r>
            <a:r>
              <a:rPr lang="en-US" altLang="zh-CN" sz="2800" b="1">
                <a:solidFill>
                  <a:srgbClr val="000000"/>
                </a:solidFill>
                <a:latin typeface="Times New Roman" panose="02020603050405020304" pitchFamily="18" charset="0"/>
              </a:rPr>
              <a:t>DSP</a:t>
            </a:r>
            <a:r>
              <a:rPr lang="zh-CN" altLang="en-US" sz="2800" b="1">
                <a:solidFill>
                  <a:srgbClr val="000000"/>
                </a:solidFill>
                <a:latin typeface="Times New Roman" panose="02020603050405020304" pitchFamily="18" charset="0"/>
              </a:rPr>
              <a:t>芯片</a:t>
            </a:r>
          </a:p>
          <a:p>
            <a:pPr algn="just" fontAlgn="base">
              <a:lnSpc>
                <a:spcPct val="120000"/>
              </a:lnSpc>
              <a:spcBef>
                <a:spcPct val="20000"/>
              </a:spcBef>
              <a:spcAft>
                <a:spcPct val="0"/>
              </a:spcAft>
              <a:buClr>
                <a:srgbClr val="0000FF"/>
              </a:buClr>
              <a:buSzPct val="60000"/>
              <a:buFont typeface="Wingdings" panose="05000000000000000000" pitchFamily="2" charset="2"/>
              <a:buChar char="l"/>
              <a:defRPr/>
            </a:pPr>
            <a:r>
              <a:rPr lang="zh-CN" altLang="en-US" sz="2800" b="1">
                <a:solidFill>
                  <a:srgbClr val="000000"/>
                </a:solidFill>
                <a:latin typeface="Times New Roman" panose="02020603050405020304" pitchFamily="18" charset="0"/>
              </a:rPr>
              <a:t>  基于</a:t>
            </a:r>
            <a:r>
              <a:rPr lang="en-US" altLang="zh-CN" sz="2800" b="1">
                <a:solidFill>
                  <a:srgbClr val="000000"/>
                </a:solidFill>
                <a:latin typeface="Times New Roman" panose="02020603050405020304" pitchFamily="18" charset="0"/>
              </a:rPr>
              <a:t>PC</a:t>
            </a:r>
            <a:r>
              <a:rPr lang="zh-CN" altLang="en-US" sz="2800" b="1">
                <a:solidFill>
                  <a:srgbClr val="000000"/>
                </a:solidFill>
                <a:latin typeface="Times New Roman" panose="02020603050405020304" pitchFamily="18" charset="0"/>
              </a:rPr>
              <a:t>机</a:t>
            </a:r>
          </a:p>
        </p:txBody>
      </p:sp>
      <p:sp>
        <p:nvSpPr>
          <p:cNvPr id="838663" name="Text Box 7">
            <a:extLst>
              <a:ext uri="{FF2B5EF4-FFF2-40B4-BE49-F238E27FC236}">
                <a16:creationId xmlns:a16="http://schemas.microsoft.com/office/drawing/2014/main" id="{AC621317-7949-46EB-80A4-FB397B72BC5F}"/>
              </a:ext>
            </a:extLst>
          </p:cNvPr>
          <p:cNvSpPr txBox="1">
            <a:spLocks noChangeArrowheads="1"/>
          </p:cNvSpPr>
          <p:nvPr/>
        </p:nvSpPr>
        <p:spPr bwMode="auto">
          <a:xfrm>
            <a:off x="1782763" y="3233739"/>
            <a:ext cx="8642350" cy="2922587"/>
          </a:xfrm>
          <a:prstGeom prst="rect">
            <a:avLst/>
          </a:prstGeom>
          <a:gradFill rotWithShape="1">
            <a:gsLst>
              <a:gs pos="0">
                <a:srgbClr val="CCFFFF"/>
              </a:gs>
              <a:gs pos="50000">
                <a:schemeClr val="bg1"/>
              </a:gs>
              <a:gs pos="100000">
                <a:srgbClr val="CCFFFF"/>
              </a:gs>
            </a:gsLst>
            <a:lin ang="2700000" scaled="1"/>
          </a:gradFill>
          <a:ln w="9525">
            <a:solidFill>
              <a:srgbClr val="96969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1414463" indent="-342900">
              <a:defRPr>
                <a:solidFill>
                  <a:schemeClr val="tx1"/>
                </a:solidFill>
                <a:latin typeface="Arial" panose="020B0604020202020204" pitchFamily="34" charset="0"/>
                <a:ea typeface="宋体" panose="02010600030101010101" pitchFamily="2" charset="-122"/>
              </a:defRPr>
            </a:lvl2pPr>
            <a:lvl3pPr marL="1689100" indent="-342900">
              <a:defRPr>
                <a:solidFill>
                  <a:schemeClr val="tx1"/>
                </a:solidFill>
                <a:latin typeface="Arial" panose="020B0604020202020204" pitchFamily="34" charset="0"/>
                <a:ea typeface="宋体" panose="02010600030101010101" pitchFamily="2" charset="-122"/>
              </a:defRPr>
            </a:lvl3pPr>
            <a:lvl4pPr marL="1868488"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fontAlgn="base">
              <a:lnSpc>
                <a:spcPct val="120000"/>
              </a:lnSpc>
              <a:spcBef>
                <a:spcPct val="40000"/>
              </a:spcBef>
              <a:spcAft>
                <a:spcPct val="0"/>
              </a:spcAft>
              <a:buClr>
                <a:srgbClr val="CC0000"/>
              </a:buClr>
              <a:buBlip>
                <a:blip r:embed="rId2"/>
              </a:buBlip>
              <a:defRPr/>
            </a:pPr>
            <a:r>
              <a:rPr lang="en-US" altLang="zh-CN" sz="2800" b="1">
                <a:solidFill>
                  <a:srgbClr val="000000"/>
                </a:solidFill>
                <a:latin typeface="Times New Roman" panose="02020603050405020304" pitchFamily="18" charset="0"/>
              </a:rPr>
              <a:t> 2.</a:t>
            </a:r>
            <a:r>
              <a:rPr lang="zh-CN" altLang="en-US" sz="2800" b="1">
                <a:solidFill>
                  <a:srgbClr val="000000"/>
                </a:solidFill>
                <a:latin typeface="Times New Roman" panose="02020603050405020304" pitchFamily="18" charset="0"/>
              </a:rPr>
              <a:t>语音信号预处理</a:t>
            </a:r>
          </a:p>
          <a:p>
            <a:pPr algn="just" fontAlgn="base">
              <a:lnSpc>
                <a:spcPct val="120000"/>
              </a:lnSpc>
              <a:spcBef>
                <a:spcPct val="20000"/>
              </a:spcBef>
              <a:spcAft>
                <a:spcPct val="0"/>
              </a:spcAft>
              <a:buClr>
                <a:srgbClr val="0000FF"/>
              </a:buClr>
              <a:buSzPct val="60000"/>
              <a:buFont typeface="Wingdings" panose="05000000000000000000" pitchFamily="2" charset="2"/>
              <a:buChar char="l"/>
              <a:defRPr/>
            </a:pPr>
            <a:r>
              <a:rPr lang="zh-CN" altLang="en-US" sz="2800" b="1">
                <a:solidFill>
                  <a:srgbClr val="000000"/>
                </a:solidFill>
                <a:latin typeface="Times New Roman" panose="02020603050405020304" pitchFamily="18" charset="0"/>
              </a:rPr>
              <a:t>预滤波</a:t>
            </a:r>
          </a:p>
          <a:p>
            <a:pPr algn="just" fontAlgn="base">
              <a:lnSpc>
                <a:spcPct val="120000"/>
              </a:lnSpc>
              <a:spcBef>
                <a:spcPct val="20000"/>
              </a:spcBef>
              <a:spcAft>
                <a:spcPct val="0"/>
              </a:spcAft>
              <a:buClr>
                <a:srgbClr val="CC0000"/>
              </a:buClr>
              <a:buSzPct val="60000"/>
              <a:defRPr/>
            </a:pPr>
            <a:r>
              <a:rPr lang="zh-CN" altLang="en-US" sz="2800" b="1">
                <a:solidFill>
                  <a:srgbClr val="000000"/>
                </a:solidFill>
                <a:latin typeface="Times New Roman" panose="02020603050405020304" pitchFamily="18" charset="0"/>
              </a:rPr>
              <a:t>（</a:t>
            </a:r>
            <a:r>
              <a:rPr lang="en-US" altLang="zh-CN" sz="2800" b="1">
                <a:solidFill>
                  <a:srgbClr val="000000"/>
                </a:solidFill>
                <a:latin typeface="Times New Roman" panose="02020603050405020304" pitchFamily="18" charset="0"/>
              </a:rPr>
              <a:t>1</a:t>
            </a:r>
            <a:r>
              <a:rPr lang="zh-CN" altLang="en-US" sz="2800" b="1">
                <a:solidFill>
                  <a:srgbClr val="000000"/>
                </a:solidFill>
                <a:latin typeface="Times New Roman" panose="02020603050405020304" pitchFamily="18" charset="0"/>
              </a:rPr>
              <a:t>）抑制输入信号各频域分量中频率超出采样频率的一半的所有分量，以防止混叠干扰。</a:t>
            </a:r>
          </a:p>
          <a:p>
            <a:pPr algn="just" fontAlgn="base">
              <a:lnSpc>
                <a:spcPct val="120000"/>
              </a:lnSpc>
              <a:spcBef>
                <a:spcPct val="20000"/>
              </a:spcBef>
              <a:spcAft>
                <a:spcPct val="0"/>
              </a:spcAft>
              <a:buClr>
                <a:srgbClr val="CC0000"/>
              </a:buClr>
              <a:buSzPct val="60000"/>
              <a:defRPr/>
            </a:pPr>
            <a:r>
              <a:rPr lang="zh-CN" altLang="en-US" sz="2800" b="1">
                <a:solidFill>
                  <a:srgbClr val="000000"/>
                </a:solidFill>
                <a:latin typeface="Times New Roman" panose="02020603050405020304" pitchFamily="18" charset="0"/>
              </a:rPr>
              <a:t>（</a:t>
            </a:r>
            <a:r>
              <a:rPr lang="en-US" altLang="zh-CN" sz="2800" b="1">
                <a:solidFill>
                  <a:srgbClr val="000000"/>
                </a:solidFill>
                <a:latin typeface="Times New Roman" panose="02020603050405020304" pitchFamily="18" charset="0"/>
              </a:rPr>
              <a:t>2</a:t>
            </a:r>
            <a:r>
              <a:rPr lang="zh-CN" altLang="en-US" sz="2800" b="1">
                <a:solidFill>
                  <a:srgbClr val="000000"/>
                </a:solidFill>
                <a:latin typeface="Times New Roman" panose="02020603050405020304" pitchFamily="18" charset="0"/>
              </a:rPr>
              <a:t>）抑制</a:t>
            </a:r>
            <a:r>
              <a:rPr lang="en-US" altLang="zh-CN" sz="2800" b="1">
                <a:solidFill>
                  <a:srgbClr val="000000"/>
                </a:solidFill>
                <a:latin typeface="Times New Roman" panose="02020603050405020304" pitchFamily="18" charset="0"/>
              </a:rPr>
              <a:t>50Hz</a:t>
            </a:r>
            <a:r>
              <a:rPr lang="zh-CN" altLang="en-US" sz="2800" b="1">
                <a:solidFill>
                  <a:srgbClr val="000000"/>
                </a:solidFill>
                <a:latin typeface="Times New Roman" panose="02020603050405020304" pitchFamily="18" charset="0"/>
              </a:rPr>
              <a:t>的电源工频干扰。</a:t>
            </a:r>
            <a:r>
              <a:rPr lang="zh-CN" altLang="en-US" sz="2800">
                <a:solidFill>
                  <a:srgbClr val="000000"/>
                </a:solidFill>
                <a:latin typeface="Times New Roman" panose="02020603050405020304" pitchFamily="18" charset="0"/>
              </a:rPr>
              <a:t>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838662">
                                            <p:txEl>
                                              <p:pRg st="0" end="0"/>
                                            </p:txEl>
                                          </p:spTgt>
                                        </p:tgtEl>
                                        <p:attrNameLst>
                                          <p:attrName>style.visibility</p:attrName>
                                        </p:attrNameLst>
                                      </p:cBhvr>
                                      <p:to>
                                        <p:strVal val="visible"/>
                                      </p:to>
                                    </p:set>
                                    <p:animEffect transition="in" filter="blinds(horizontal)">
                                      <p:cBhvr>
                                        <p:cTn id="7" dur="500"/>
                                        <p:tgtEl>
                                          <p:spTgt spid="838662">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838662">
                                            <p:txEl>
                                              <p:pRg st="1" end="1"/>
                                            </p:txEl>
                                          </p:spTgt>
                                        </p:tgtEl>
                                        <p:attrNameLst>
                                          <p:attrName>style.visibility</p:attrName>
                                        </p:attrNameLst>
                                      </p:cBhvr>
                                      <p:to>
                                        <p:strVal val="visible"/>
                                      </p:to>
                                    </p:set>
                                    <p:animEffect transition="in" filter="dissolve">
                                      <p:cBhvr>
                                        <p:cTn id="10" dur="500"/>
                                        <p:tgtEl>
                                          <p:spTgt spid="838662">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838662">
                                            <p:txEl>
                                              <p:pRg st="2" end="2"/>
                                            </p:txEl>
                                          </p:spTgt>
                                        </p:tgtEl>
                                        <p:attrNameLst>
                                          <p:attrName>style.visibility</p:attrName>
                                        </p:attrNameLst>
                                      </p:cBhvr>
                                      <p:to>
                                        <p:strVal val="visible"/>
                                      </p:to>
                                    </p:set>
                                    <p:animEffect transition="in" filter="dissolve">
                                      <p:cBhvr>
                                        <p:cTn id="13" dur="500"/>
                                        <p:tgtEl>
                                          <p:spTgt spid="838662">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838663">
                                            <p:txEl>
                                              <p:charRg st="0" end="9"/>
                                            </p:txEl>
                                          </p:spTgt>
                                        </p:tgtEl>
                                        <p:attrNameLst>
                                          <p:attrName>style.visibility</p:attrName>
                                        </p:attrNameLst>
                                      </p:cBhvr>
                                      <p:to>
                                        <p:strVal val="visible"/>
                                      </p:to>
                                    </p:set>
                                    <p:animEffect transition="in" filter="blinds(horizontal)">
                                      <p:cBhvr>
                                        <p:cTn id="18" dur="500"/>
                                        <p:tgtEl>
                                          <p:spTgt spid="838663">
                                            <p:txEl>
                                              <p:charRg st="0" end="9"/>
                                            </p:txEl>
                                          </p:spTgt>
                                        </p:tgtEl>
                                      </p:cBhvr>
                                    </p:animEffect>
                                  </p:childTnLst>
                                </p:cTn>
                              </p:par>
                            </p:childTnLst>
                          </p:cTn>
                        </p:par>
                        <p:par>
                          <p:cTn id="19" fill="hold" nodeType="afterGroup">
                            <p:stCondLst>
                              <p:cond delay="500"/>
                            </p:stCondLst>
                            <p:childTnLst>
                              <p:par>
                                <p:cTn id="20" presetID="9" presetClass="entr" presetSubtype="0" fill="hold" nodeType="afterEffect">
                                  <p:stCondLst>
                                    <p:cond delay="0"/>
                                  </p:stCondLst>
                                  <p:childTnLst>
                                    <p:set>
                                      <p:cBhvr>
                                        <p:cTn id="21" dur="1" fill="hold">
                                          <p:stCondLst>
                                            <p:cond delay="0"/>
                                          </p:stCondLst>
                                        </p:cTn>
                                        <p:tgtEl>
                                          <p:spTgt spid="838663">
                                            <p:txEl>
                                              <p:charRg st="9" end="13"/>
                                            </p:txEl>
                                          </p:spTgt>
                                        </p:tgtEl>
                                        <p:attrNameLst>
                                          <p:attrName>style.visibility</p:attrName>
                                        </p:attrNameLst>
                                      </p:cBhvr>
                                      <p:to>
                                        <p:strVal val="visible"/>
                                      </p:to>
                                    </p:set>
                                    <p:animEffect transition="in" filter="dissolve">
                                      <p:cBhvr>
                                        <p:cTn id="22" dur="500"/>
                                        <p:tgtEl>
                                          <p:spTgt spid="838663">
                                            <p:txEl>
                                              <p:charRg st="9" end="13"/>
                                            </p:txEl>
                                          </p:spTgt>
                                        </p:tgtEl>
                                      </p:cBhvr>
                                    </p:animEffect>
                                  </p:childTnLst>
                                </p:cTn>
                              </p:par>
                            </p:childTnLst>
                          </p:cTn>
                        </p:par>
                        <p:par>
                          <p:cTn id="23" fill="hold" nodeType="afterGroup">
                            <p:stCondLst>
                              <p:cond delay="1000"/>
                            </p:stCondLst>
                            <p:childTnLst>
                              <p:par>
                                <p:cTn id="24" presetID="9" presetClass="entr" presetSubtype="0" fill="hold" nodeType="afterEffect">
                                  <p:stCondLst>
                                    <p:cond delay="0"/>
                                  </p:stCondLst>
                                  <p:childTnLst>
                                    <p:set>
                                      <p:cBhvr>
                                        <p:cTn id="25" dur="1" fill="hold">
                                          <p:stCondLst>
                                            <p:cond delay="0"/>
                                          </p:stCondLst>
                                        </p:cTn>
                                        <p:tgtEl>
                                          <p:spTgt spid="838663">
                                            <p:txEl>
                                              <p:charRg st="13" end="60"/>
                                            </p:txEl>
                                          </p:spTgt>
                                        </p:tgtEl>
                                        <p:attrNameLst>
                                          <p:attrName>style.visibility</p:attrName>
                                        </p:attrNameLst>
                                      </p:cBhvr>
                                      <p:to>
                                        <p:strVal val="visible"/>
                                      </p:to>
                                    </p:set>
                                    <p:animEffect transition="in" filter="dissolve">
                                      <p:cBhvr>
                                        <p:cTn id="26" dur="500"/>
                                        <p:tgtEl>
                                          <p:spTgt spid="838663">
                                            <p:txEl>
                                              <p:charRg st="13" end="60"/>
                                            </p:txEl>
                                          </p:spTgt>
                                        </p:tgtEl>
                                      </p:cBhvr>
                                    </p:animEffect>
                                  </p:childTnLst>
                                </p:cTn>
                              </p:par>
                            </p:childTnLst>
                          </p:cTn>
                        </p:par>
                        <p:par>
                          <p:cTn id="27" fill="hold" nodeType="afterGroup">
                            <p:stCondLst>
                              <p:cond delay="1500"/>
                            </p:stCondLst>
                            <p:childTnLst>
                              <p:par>
                                <p:cTn id="28" presetID="9" presetClass="entr" presetSubtype="0" fill="hold" nodeType="afterEffect">
                                  <p:stCondLst>
                                    <p:cond delay="0"/>
                                  </p:stCondLst>
                                  <p:childTnLst>
                                    <p:set>
                                      <p:cBhvr>
                                        <p:cTn id="29" dur="1" fill="hold">
                                          <p:stCondLst>
                                            <p:cond delay="0"/>
                                          </p:stCondLst>
                                        </p:cTn>
                                        <p:tgtEl>
                                          <p:spTgt spid="838663">
                                            <p:txEl>
                                              <p:charRg st="60" end="75"/>
                                            </p:txEl>
                                          </p:spTgt>
                                        </p:tgtEl>
                                        <p:attrNameLst>
                                          <p:attrName>style.visibility</p:attrName>
                                        </p:attrNameLst>
                                      </p:cBhvr>
                                      <p:to>
                                        <p:strVal val="visible"/>
                                      </p:to>
                                    </p:set>
                                    <p:animEffect transition="in" filter="dissolve">
                                      <p:cBhvr>
                                        <p:cTn id="30" dur="500"/>
                                        <p:tgtEl>
                                          <p:spTgt spid="838663">
                                            <p:txEl>
                                              <p:charRg st="60" end="7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灯片编号占位符 3">
            <a:extLst>
              <a:ext uri="{FF2B5EF4-FFF2-40B4-BE49-F238E27FC236}">
                <a16:creationId xmlns:a16="http://schemas.microsoft.com/office/drawing/2014/main" id="{3E5B496A-A665-46AA-B7DE-E2F73872B2B9}"/>
              </a:ext>
            </a:extLst>
          </p:cNvPr>
          <p:cNvSpPr>
            <a:spLocks noGrp="1"/>
          </p:cNvSpPr>
          <p:nvPr>
            <p:ph type="sldNum" sz="quarter" idx="10"/>
          </p:nvPr>
        </p:nvSpPr>
        <p:spPr/>
        <p:txBody>
          <a:bodyPr/>
          <a:lstStyle/>
          <a:p>
            <a:pPr fontAlgn="base">
              <a:spcBef>
                <a:spcPct val="0"/>
              </a:spcBef>
              <a:spcAft>
                <a:spcPct val="0"/>
              </a:spcAft>
              <a:defRPr/>
            </a:pPr>
            <a:fld id="{73862C20-98C9-4E96-A219-0FCF89754BBC}" type="slidenum">
              <a:rPr lang="ja-JP" altLang="en-US">
                <a:latin typeface="Arial"/>
              </a:rPr>
              <a:pPr fontAlgn="base">
                <a:spcBef>
                  <a:spcPct val="0"/>
                </a:spcBef>
                <a:spcAft>
                  <a:spcPct val="0"/>
                </a:spcAft>
                <a:defRPr/>
              </a:pPr>
              <a:t>67</a:t>
            </a:fld>
            <a:endParaRPr lang="en-US" altLang="ja-JP">
              <a:latin typeface="Arial"/>
            </a:endParaRPr>
          </a:p>
        </p:txBody>
      </p:sp>
      <p:sp>
        <p:nvSpPr>
          <p:cNvPr id="679939" name="Rectangle 2">
            <a:extLst>
              <a:ext uri="{FF2B5EF4-FFF2-40B4-BE49-F238E27FC236}">
                <a16:creationId xmlns:a16="http://schemas.microsoft.com/office/drawing/2014/main" id="{F82ED359-6BDF-440A-952F-D46BCBECEB58}"/>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79940" name="Rectangle 3">
            <a:extLst>
              <a:ext uri="{FF2B5EF4-FFF2-40B4-BE49-F238E27FC236}">
                <a16:creationId xmlns:a16="http://schemas.microsoft.com/office/drawing/2014/main" id="{723AB015-2831-448D-B198-7796A4AC6BE2}"/>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79941" name="Rectangle 4">
            <a:extLst>
              <a:ext uri="{FF2B5EF4-FFF2-40B4-BE49-F238E27FC236}">
                <a16:creationId xmlns:a16="http://schemas.microsoft.com/office/drawing/2014/main" id="{551C4948-B59B-4DBB-BAD0-4A139690553C}"/>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79942" name="Rectangle 5">
            <a:extLst>
              <a:ext uri="{FF2B5EF4-FFF2-40B4-BE49-F238E27FC236}">
                <a16:creationId xmlns:a16="http://schemas.microsoft.com/office/drawing/2014/main" id="{924E0D85-8096-4F32-A3E6-AD51933A3E44}"/>
              </a:ext>
            </a:extLst>
          </p:cNvPr>
          <p:cNvSpPr>
            <a:spLocks noChangeArrowheads="1"/>
          </p:cNvSpPr>
          <p:nvPr/>
        </p:nvSpPr>
        <p:spPr bwMode="auto">
          <a:xfrm>
            <a:off x="1524001" y="31347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79943" name="Rectangle 6">
            <a:extLst>
              <a:ext uri="{FF2B5EF4-FFF2-40B4-BE49-F238E27FC236}">
                <a16:creationId xmlns:a16="http://schemas.microsoft.com/office/drawing/2014/main" id="{FC8B6E11-FEB1-4800-B7AC-D70487F027C6}"/>
              </a:ext>
            </a:extLst>
          </p:cNvPr>
          <p:cNvSpPr>
            <a:spLocks noChangeArrowheads="1"/>
          </p:cNvSpPr>
          <p:nvPr/>
        </p:nvSpPr>
        <p:spPr bwMode="auto">
          <a:xfrm>
            <a:off x="1524001" y="31347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79944" name="Rectangle 7">
            <a:extLst>
              <a:ext uri="{FF2B5EF4-FFF2-40B4-BE49-F238E27FC236}">
                <a16:creationId xmlns:a16="http://schemas.microsoft.com/office/drawing/2014/main" id="{EA4F6167-0C2E-4814-ABE6-33D18F392A8D}"/>
              </a:ext>
            </a:extLst>
          </p:cNvPr>
          <p:cNvSpPr>
            <a:spLocks noChangeArrowheads="1"/>
          </p:cNvSpPr>
          <p:nvPr/>
        </p:nvSpPr>
        <p:spPr bwMode="auto">
          <a:xfrm>
            <a:off x="1524001" y="31300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79945" name="Rectangle 8">
            <a:extLst>
              <a:ext uri="{FF2B5EF4-FFF2-40B4-BE49-F238E27FC236}">
                <a16:creationId xmlns:a16="http://schemas.microsoft.com/office/drawing/2014/main" id="{D90E23E0-17D5-4DAC-A3C3-C5B141A00573}"/>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839689" name="Text Box 9">
            <a:extLst>
              <a:ext uri="{FF2B5EF4-FFF2-40B4-BE49-F238E27FC236}">
                <a16:creationId xmlns:a16="http://schemas.microsoft.com/office/drawing/2014/main" id="{45286F27-3D2B-417B-A4DA-2906A15E0483}"/>
              </a:ext>
            </a:extLst>
          </p:cNvPr>
          <p:cNvSpPr txBox="1">
            <a:spLocks noChangeArrowheads="1"/>
          </p:cNvSpPr>
          <p:nvPr/>
        </p:nvSpPr>
        <p:spPr bwMode="auto">
          <a:xfrm>
            <a:off x="1782763" y="1096964"/>
            <a:ext cx="8642350" cy="4973637"/>
          </a:xfrm>
          <a:prstGeom prst="rect">
            <a:avLst/>
          </a:prstGeom>
          <a:gradFill rotWithShape="1">
            <a:gsLst>
              <a:gs pos="0">
                <a:srgbClr val="CCFFFF"/>
              </a:gs>
              <a:gs pos="50000">
                <a:schemeClr val="bg1"/>
              </a:gs>
              <a:gs pos="100000">
                <a:srgbClr val="CCFFFF"/>
              </a:gs>
            </a:gsLst>
            <a:lin ang="2700000" scaled="1"/>
          </a:gradFill>
          <a:ln w="9525">
            <a:solidFill>
              <a:srgbClr val="96969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1071563">
              <a:defRPr>
                <a:solidFill>
                  <a:schemeClr val="tx1"/>
                </a:solidFill>
                <a:latin typeface="Arial" panose="020B0604020202020204" pitchFamily="34" charset="0"/>
                <a:ea typeface="宋体" panose="02010600030101010101" pitchFamily="2" charset="-122"/>
              </a:defRPr>
            </a:lvl2pPr>
            <a:lvl3pPr marL="1346200">
              <a:defRPr>
                <a:solidFill>
                  <a:schemeClr val="tx1"/>
                </a:solidFill>
                <a:latin typeface="Arial" panose="020B0604020202020204" pitchFamily="34" charset="0"/>
                <a:ea typeface="宋体" panose="02010600030101010101" pitchFamily="2" charset="-122"/>
              </a:defRPr>
            </a:lvl3pPr>
            <a:lvl4pPr marL="1525588">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fontAlgn="base">
              <a:lnSpc>
                <a:spcPct val="120000"/>
              </a:lnSpc>
              <a:spcBef>
                <a:spcPct val="40000"/>
              </a:spcBef>
              <a:spcAft>
                <a:spcPct val="0"/>
              </a:spcAft>
              <a:buClr>
                <a:srgbClr val="CC0000"/>
              </a:buClr>
              <a:buBlip>
                <a:blip r:embed="rId2"/>
              </a:buBlip>
              <a:defRPr/>
            </a:pPr>
            <a:r>
              <a:rPr lang="en-US" altLang="zh-CN" sz="2800" b="1">
                <a:solidFill>
                  <a:srgbClr val="000000"/>
                </a:solidFill>
                <a:latin typeface="Times New Roman" panose="02020603050405020304" pitchFamily="18" charset="0"/>
              </a:rPr>
              <a:t>  </a:t>
            </a:r>
            <a:r>
              <a:rPr lang="zh-CN" altLang="en-US" sz="2800" b="1">
                <a:solidFill>
                  <a:srgbClr val="000000"/>
                </a:solidFill>
                <a:latin typeface="Times New Roman" panose="02020603050405020304" pitchFamily="18" charset="0"/>
              </a:rPr>
              <a:t>语音信号预处理</a:t>
            </a:r>
          </a:p>
          <a:p>
            <a:pPr algn="just" fontAlgn="base">
              <a:lnSpc>
                <a:spcPct val="120000"/>
              </a:lnSpc>
              <a:spcBef>
                <a:spcPct val="20000"/>
              </a:spcBef>
              <a:spcAft>
                <a:spcPct val="0"/>
              </a:spcAft>
              <a:buClr>
                <a:srgbClr val="0000FF"/>
              </a:buClr>
              <a:buSzPct val="60000"/>
              <a:buFont typeface="Wingdings" panose="05000000000000000000" pitchFamily="2" charset="2"/>
              <a:buChar char="l"/>
              <a:defRPr/>
            </a:pPr>
            <a:r>
              <a:rPr lang="zh-CN" altLang="en-US" sz="2800" b="1">
                <a:solidFill>
                  <a:srgbClr val="000000"/>
                </a:solidFill>
                <a:latin typeface="Times New Roman" panose="02020603050405020304" pitchFamily="18" charset="0"/>
              </a:rPr>
              <a:t>  采样：对信号进行量化，量化不可避免地会产生误差。量化后的信号值与原信号值之间的差值为量化误差，又称为量化噪声。</a:t>
            </a:r>
          </a:p>
          <a:p>
            <a:pPr algn="just" fontAlgn="base">
              <a:lnSpc>
                <a:spcPct val="120000"/>
              </a:lnSpc>
              <a:spcBef>
                <a:spcPct val="20000"/>
              </a:spcBef>
              <a:spcAft>
                <a:spcPct val="0"/>
              </a:spcAft>
              <a:buClr>
                <a:srgbClr val="0000FF"/>
              </a:buClr>
              <a:buSzPct val="60000"/>
              <a:buFont typeface="Wingdings" panose="05000000000000000000" pitchFamily="2" charset="2"/>
              <a:buChar char="l"/>
              <a:defRPr/>
            </a:pPr>
            <a:r>
              <a:rPr lang="zh-CN" altLang="en-US" sz="2800" b="1">
                <a:solidFill>
                  <a:srgbClr val="000000"/>
                </a:solidFill>
                <a:latin typeface="Times New Roman" panose="02020603050405020304" pitchFamily="18" charset="0"/>
              </a:rPr>
              <a:t>  预加重：</a:t>
            </a:r>
            <a:r>
              <a:rPr lang="zh-CN" altLang="en-US" sz="2800" b="1">
                <a:solidFill>
                  <a:srgbClr val="000000"/>
                </a:solidFill>
                <a:latin typeface="宋体" panose="02010600030101010101" pitchFamily="2" charset="-122"/>
              </a:rPr>
              <a:t>是提升高频部分，使信号的频谱变得平坦，保持在低频到高频的整个频带中，能用同样的信噪比求频谱，以便于频谱分析或声道参数分析。</a:t>
            </a:r>
            <a:r>
              <a:rPr lang="zh-CN" altLang="en-US" sz="2800">
                <a:solidFill>
                  <a:srgbClr val="000000"/>
                </a:solidFill>
                <a:latin typeface="Times New Roman" panose="02020603050405020304" pitchFamily="18" charset="0"/>
              </a:rPr>
              <a:t> </a:t>
            </a:r>
          </a:p>
          <a:p>
            <a:pPr algn="just" fontAlgn="base">
              <a:lnSpc>
                <a:spcPct val="120000"/>
              </a:lnSpc>
              <a:spcBef>
                <a:spcPct val="20000"/>
              </a:spcBef>
              <a:spcAft>
                <a:spcPct val="0"/>
              </a:spcAft>
              <a:buClr>
                <a:srgbClr val="0000FF"/>
              </a:buClr>
              <a:buSzPct val="60000"/>
              <a:buFont typeface="Wingdings" panose="05000000000000000000" pitchFamily="2" charset="2"/>
              <a:buChar char="l"/>
              <a:defRPr/>
            </a:pPr>
            <a:r>
              <a:rPr lang="zh-CN" altLang="en-US" sz="2800" b="1">
                <a:solidFill>
                  <a:srgbClr val="000000"/>
                </a:solidFill>
                <a:latin typeface="Times New Roman" panose="02020603050405020304" pitchFamily="18" charset="0"/>
              </a:rPr>
              <a:t>端点检测：包含语音的一段信号中确定出语音的起点以及终点。</a:t>
            </a:r>
          </a:p>
        </p:txBody>
      </p:sp>
      <p:sp>
        <p:nvSpPr>
          <p:cNvPr id="679947" name="Rectangle 10">
            <a:extLst>
              <a:ext uri="{FF2B5EF4-FFF2-40B4-BE49-F238E27FC236}">
                <a16:creationId xmlns:a16="http://schemas.microsoft.com/office/drawing/2014/main" id="{8665A560-CB5C-4EEC-983B-C5F501904247}"/>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rPr>
              <a:t>12.4.2  </a:t>
            </a:r>
            <a:r>
              <a:rPr lang="zh-CN" altLang="en-US" dirty="0">
                <a:latin typeface="Times New Roman" panose="02020603050405020304" pitchFamily="18" charset="0"/>
              </a:rPr>
              <a:t>语音识别的主要过程</a:t>
            </a:r>
          </a:p>
        </p:txBody>
      </p:sp>
    </p:spTree>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灯片编号占位符 3">
            <a:extLst>
              <a:ext uri="{FF2B5EF4-FFF2-40B4-BE49-F238E27FC236}">
                <a16:creationId xmlns:a16="http://schemas.microsoft.com/office/drawing/2014/main" id="{BBB74AA4-5C32-481D-8314-D3B85AE3291B}"/>
              </a:ext>
            </a:extLst>
          </p:cNvPr>
          <p:cNvSpPr>
            <a:spLocks noGrp="1"/>
          </p:cNvSpPr>
          <p:nvPr>
            <p:ph type="sldNum" sz="quarter" idx="10"/>
          </p:nvPr>
        </p:nvSpPr>
        <p:spPr/>
        <p:txBody>
          <a:bodyPr/>
          <a:lstStyle/>
          <a:p>
            <a:pPr fontAlgn="base">
              <a:spcBef>
                <a:spcPct val="0"/>
              </a:spcBef>
              <a:spcAft>
                <a:spcPct val="0"/>
              </a:spcAft>
              <a:defRPr/>
            </a:pPr>
            <a:fld id="{DDE607B4-C804-4598-A34E-B5231731644D}" type="slidenum">
              <a:rPr lang="ja-JP" altLang="en-US">
                <a:latin typeface="Arial"/>
              </a:rPr>
              <a:pPr fontAlgn="base">
                <a:spcBef>
                  <a:spcPct val="0"/>
                </a:spcBef>
                <a:spcAft>
                  <a:spcPct val="0"/>
                </a:spcAft>
                <a:defRPr/>
              </a:pPr>
              <a:t>68</a:t>
            </a:fld>
            <a:endParaRPr lang="en-US" altLang="ja-JP">
              <a:latin typeface="Arial"/>
            </a:endParaRPr>
          </a:p>
        </p:txBody>
      </p:sp>
      <p:sp>
        <p:nvSpPr>
          <p:cNvPr id="680963" name="Rectangle 2">
            <a:extLst>
              <a:ext uri="{FF2B5EF4-FFF2-40B4-BE49-F238E27FC236}">
                <a16:creationId xmlns:a16="http://schemas.microsoft.com/office/drawing/2014/main" id="{AFF94F75-E712-4611-AF57-67A4F8A3B982}"/>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80964" name="Rectangle 3">
            <a:extLst>
              <a:ext uri="{FF2B5EF4-FFF2-40B4-BE49-F238E27FC236}">
                <a16:creationId xmlns:a16="http://schemas.microsoft.com/office/drawing/2014/main" id="{5FD887BB-87E2-4323-BA82-772D1A821B2B}"/>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80965" name="Rectangle 4">
            <a:extLst>
              <a:ext uri="{FF2B5EF4-FFF2-40B4-BE49-F238E27FC236}">
                <a16:creationId xmlns:a16="http://schemas.microsoft.com/office/drawing/2014/main" id="{81E70856-E639-495D-AA0E-A063AC6B5C39}"/>
              </a:ext>
            </a:extLst>
          </p:cNvPr>
          <p:cNvSpPr>
            <a:spLocks noChangeArrowheads="1"/>
          </p:cNvSpPr>
          <p:nvPr/>
        </p:nvSpPr>
        <p:spPr bwMode="auto">
          <a:xfrm>
            <a:off x="1524001" y="3144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80966" name="Rectangle 5">
            <a:extLst>
              <a:ext uri="{FF2B5EF4-FFF2-40B4-BE49-F238E27FC236}">
                <a16:creationId xmlns:a16="http://schemas.microsoft.com/office/drawing/2014/main" id="{533E5A14-95A0-4DFA-9E25-656F5B2468EE}"/>
              </a:ext>
            </a:extLst>
          </p:cNvPr>
          <p:cNvSpPr>
            <a:spLocks noChangeArrowheads="1"/>
          </p:cNvSpPr>
          <p:nvPr/>
        </p:nvSpPr>
        <p:spPr bwMode="auto">
          <a:xfrm>
            <a:off x="1524001" y="31347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80967" name="Rectangle 6">
            <a:extLst>
              <a:ext uri="{FF2B5EF4-FFF2-40B4-BE49-F238E27FC236}">
                <a16:creationId xmlns:a16="http://schemas.microsoft.com/office/drawing/2014/main" id="{7B9EB08E-AEC5-484F-8711-8803C1A623CD}"/>
              </a:ext>
            </a:extLst>
          </p:cNvPr>
          <p:cNvSpPr>
            <a:spLocks noChangeArrowheads="1"/>
          </p:cNvSpPr>
          <p:nvPr/>
        </p:nvSpPr>
        <p:spPr bwMode="auto">
          <a:xfrm>
            <a:off x="1524001" y="31347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80968" name="Rectangle 7">
            <a:extLst>
              <a:ext uri="{FF2B5EF4-FFF2-40B4-BE49-F238E27FC236}">
                <a16:creationId xmlns:a16="http://schemas.microsoft.com/office/drawing/2014/main" id="{EC454FE4-7FEA-4980-A140-4A6A5BF3B065}"/>
              </a:ext>
            </a:extLst>
          </p:cNvPr>
          <p:cNvSpPr>
            <a:spLocks noChangeArrowheads="1"/>
          </p:cNvSpPr>
          <p:nvPr/>
        </p:nvSpPr>
        <p:spPr bwMode="auto">
          <a:xfrm>
            <a:off x="1524001" y="31300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80969" name="Rectangle 8">
            <a:extLst>
              <a:ext uri="{FF2B5EF4-FFF2-40B4-BE49-F238E27FC236}">
                <a16:creationId xmlns:a16="http://schemas.microsoft.com/office/drawing/2014/main" id="{8E78C1EF-DA1F-407E-8533-94805163C2C6}"/>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840713" name="Text Box 9">
            <a:extLst>
              <a:ext uri="{FF2B5EF4-FFF2-40B4-BE49-F238E27FC236}">
                <a16:creationId xmlns:a16="http://schemas.microsoft.com/office/drawing/2014/main" id="{468FFD2C-7352-4752-84A3-7B6B04E96FBD}"/>
              </a:ext>
            </a:extLst>
          </p:cNvPr>
          <p:cNvSpPr txBox="1">
            <a:spLocks noChangeArrowheads="1"/>
          </p:cNvSpPr>
          <p:nvPr/>
        </p:nvSpPr>
        <p:spPr bwMode="auto">
          <a:xfrm>
            <a:off x="1792289" y="968375"/>
            <a:ext cx="8618537" cy="895350"/>
          </a:xfrm>
          <a:prstGeom prst="rect">
            <a:avLst/>
          </a:prstGeom>
          <a:gradFill rotWithShape="1">
            <a:gsLst>
              <a:gs pos="0">
                <a:schemeClr val="bg1"/>
              </a:gs>
              <a:gs pos="100000">
                <a:srgbClr val="9966FF">
                  <a:alpha val="20000"/>
                </a:srgbClr>
              </a:gs>
            </a:gsLst>
            <a:path path="shape">
              <a:fillToRect l="50000" t="50000" r="50000" b="50000"/>
            </a:path>
          </a:gradFill>
          <a:ln w="9525" algn="ctr">
            <a:solidFill>
              <a:srgbClr val="CC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fontAlgn="base">
              <a:spcBef>
                <a:spcPct val="50000"/>
              </a:spcBef>
              <a:spcAft>
                <a:spcPct val="0"/>
              </a:spcAft>
              <a:buClr>
                <a:srgbClr val="C25D0A"/>
              </a:buClr>
              <a:buFont typeface="Wingdings" panose="05000000000000000000" pitchFamily="2" charset="2"/>
              <a:buChar char="Ø"/>
            </a:pPr>
            <a:r>
              <a:rPr lang="zh-CN" altLang="en-US" sz="2600">
                <a:solidFill>
                  <a:srgbClr val="000000"/>
                </a:solidFill>
                <a:latin typeface="Times New Roman" panose="02020603050405020304" pitchFamily="18" charset="0"/>
              </a:rPr>
              <a:t>过零率：信号中波形穿越零电平的次数来描述幅度变化的剧烈程度。</a:t>
            </a:r>
          </a:p>
        </p:txBody>
      </p:sp>
      <p:pic>
        <p:nvPicPr>
          <p:cNvPr id="840714" name="Picture 10" descr="过零率">
            <a:extLst>
              <a:ext uri="{FF2B5EF4-FFF2-40B4-BE49-F238E27FC236}">
                <a16:creationId xmlns:a16="http://schemas.microsoft.com/office/drawing/2014/main" id="{C06B0D38-10DE-49E4-B810-D41B236763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5301" y="1905000"/>
            <a:ext cx="6596063" cy="467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0715" name="AutoShape 11">
            <a:extLst>
              <a:ext uri="{FF2B5EF4-FFF2-40B4-BE49-F238E27FC236}">
                <a16:creationId xmlns:a16="http://schemas.microsoft.com/office/drawing/2014/main" id="{5EA92CC1-93A0-46F0-9076-C0C38E3534CB}"/>
              </a:ext>
            </a:extLst>
          </p:cNvPr>
          <p:cNvSpPr>
            <a:spLocks noChangeArrowheads="1"/>
          </p:cNvSpPr>
          <p:nvPr/>
        </p:nvSpPr>
        <p:spPr bwMode="auto">
          <a:xfrm>
            <a:off x="8402638" y="1914526"/>
            <a:ext cx="2265362" cy="1901825"/>
          </a:xfrm>
          <a:prstGeom prst="wedgeRectCallout">
            <a:avLst>
              <a:gd name="adj1" fmla="val -52731"/>
              <a:gd name="adj2" fmla="val -71370"/>
            </a:avLst>
          </a:prstGeom>
          <a:gradFill rotWithShape="0">
            <a:gsLst>
              <a:gs pos="0">
                <a:schemeClr val="accent2">
                  <a:alpha val="20000"/>
                </a:schemeClr>
              </a:gs>
              <a:gs pos="50000">
                <a:schemeClr val="bg1"/>
              </a:gs>
              <a:gs pos="100000">
                <a:schemeClr val="accent2">
                  <a:alpha val="20000"/>
                </a:schemeClr>
              </a:gs>
            </a:gsLst>
            <a:lin ang="2700000" scaled="1"/>
          </a:gradFill>
          <a:ln w="9525"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algn="ctr" fontAlgn="base">
              <a:spcBef>
                <a:spcPct val="0"/>
              </a:spcBef>
              <a:spcAft>
                <a:spcPct val="0"/>
              </a:spcAft>
              <a:defRPr/>
            </a:pPr>
            <a:r>
              <a:rPr lang="en-US" altLang="zh-CN" sz="2600" b="1" i="1">
                <a:solidFill>
                  <a:srgbClr val="000000"/>
                </a:solidFill>
                <a:latin typeface="Times New Roman" panose="02020603050405020304" pitchFamily="18" charset="0"/>
                <a:ea typeface="宋体" panose="02010600030101010101" pitchFamily="2" charset="-122"/>
              </a:rPr>
              <a:t>ZCR</a:t>
            </a:r>
            <a:r>
              <a:rPr lang="en-US" altLang="zh-CN" sz="2600" b="1">
                <a:solidFill>
                  <a:srgbClr val="000000"/>
                </a:solidFill>
                <a:latin typeface="Times New Roman" panose="02020603050405020304" pitchFamily="18" charset="0"/>
                <a:ea typeface="宋体" panose="02010600030101010101" pitchFamily="2" charset="-122"/>
              </a:rPr>
              <a:t>(</a:t>
            </a:r>
            <a:r>
              <a:rPr lang="en-US" altLang="zh-CN" sz="2600" b="1" i="1">
                <a:solidFill>
                  <a:srgbClr val="000000"/>
                </a:solidFill>
                <a:latin typeface="Times New Roman" panose="02020603050405020304" pitchFamily="18" charset="0"/>
                <a:ea typeface="宋体" panose="02010600030101010101" pitchFamily="2" charset="-122"/>
              </a:rPr>
              <a:t>i</a:t>
            </a:r>
            <a:r>
              <a:rPr lang="en-US" altLang="zh-CN" sz="2600" b="1">
                <a:solidFill>
                  <a:srgbClr val="000000"/>
                </a:solidFill>
                <a:latin typeface="Times New Roman" panose="02020603050405020304" pitchFamily="18" charset="0"/>
                <a:ea typeface="宋体" panose="02010600030101010101" pitchFamily="2" charset="-122"/>
              </a:rPr>
              <a:t>) =</a:t>
            </a:r>
          </a:p>
          <a:p>
            <a:pPr algn="ctr" fontAlgn="base">
              <a:spcBef>
                <a:spcPct val="0"/>
              </a:spcBef>
              <a:spcAft>
                <a:spcPct val="0"/>
              </a:spcAft>
              <a:defRPr/>
            </a:pPr>
            <a:r>
              <a:rPr lang="en-US" altLang="zh-CN" sz="2600" b="1">
                <a:solidFill>
                  <a:srgbClr val="000000"/>
                </a:solidFill>
                <a:latin typeface="Times New Roman" panose="02020603050405020304" pitchFamily="18" charset="0"/>
                <a:ea typeface="宋体" panose="02010600030101010101" pitchFamily="2" charset="-122"/>
              </a:rPr>
              <a:t>∑|sgn(</a:t>
            </a:r>
            <a:r>
              <a:rPr lang="en-US" altLang="zh-CN" sz="2600" b="1" i="1">
                <a:solidFill>
                  <a:srgbClr val="000000"/>
                </a:solidFill>
                <a:latin typeface="Times New Roman" panose="02020603050405020304" pitchFamily="18" charset="0"/>
                <a:ea typeface="宋体" panose="02010600030101010101" pitchFamily="2" charset="-122"/>
              </a:rPr>
              <a:t>x</a:t>
            </a:r>
            <a:r>
              <a:rPr lang="en-US" altLang="zh-CN" sz="2600" b="1" baseline="-25000">
                <a:solidFill>
                  <a:srgbClr val="000000"/>
                </a:solidFill>
                <a:latin typeface="Times New Roman" panose="02020603050405020304" pitchFamily="18" charset="0"/>
                <a:ea typeface="宋体" panose="02010600030101010101" pitchFamily="2" charset="-122"/>
              </a:rPr>
              <a:t>i</a:t>
            </a:r>
            <a:r>
              <a:rPr lang="en-US" altLang="zh-CN" sz="2600" b="1">
                <a:solidFill>
                  <a:srgbClr val="000000"/>
                </a:solidFill>
                <a:latin typeface="Times New Roman" panose="02020603050405020304" pitchFamily="18" charset="0"/>
                <a:ea typeface="宋体" panose="02010600030101010101" pitchFamily="2" charset="-122"/>
              </a:rPr>
              <a:t>(</a:t>
            </a:r>
            <a:r>
              <a:rPr lang="en-US" altLang="zh-CN" sz="2600" b="1" i="1">
                <a:solidFill>
                  <a:srgbClr val="000000"/>
                </a:solidFill>
                <a:latin typeface="Times New Roman" panose="02020603050405020304" pitchFamily="18" charset="0"/>
                <a:ea typeface="宋体" panose="02010600030101010101" pitchFamily="2" charset="-122"/>
              </a:rPr>
              <a:t>n</a:t>
            </a:r>
            <a:r>
              <a:rPr lang="en-US" altLang="zh-CN" sz="2600" b="1">
                <a:solidFill>
                  <a:srgbClr val="000000"/>
                </a:solidFill>
                <a:latin typeface="Times New Roman" panose="02020603050405020304" pitchFamily="18" charset="0"/>
                <a:ea typeface="宋体" panose="02010600030101010101" pitchFamily="2" charset="-122"/>
              </a:rPr>
              <a:t>))</a:t>
            </a:r>
            <a:r>
              <a:rPr lang="zh-CN" altLang="en-US" sz="2600" b="1">
                <a:solidFill>
                  <a:srgbClr val="000000"/>
                </a:solidFill>
                <a:latin typeface="Times New Roman" panose="02020603050405020304" pitchFamily="18" charset="0"/>
                <a:ea typeface="宋体" panose="02010600030101010101" pitchFamily="2" charset="-122"/>
              </a:rPr>
              <a:t>－</a:t>
            </a:r>
            <a:r>
              <a:rPr lang="en-US" altLang="zh-CN" sz="2600" b="1">
                <a:solidFill>
                  <a:srgbClr val="000000"/>
                </a:solidFill>
                <a:latin typeface="Times New Roman" panose="02020603050405020304" pitchFamily="18" charset="0"/>
                <a:ea typeface="宋体" panose="02010600030101010101" pitchFamily="2" charset="-122"/>
              </a:rPr>
              <a:t>sgn(</a:t>
            </a:r>
            <a:r>
              <a:rPr lang="en-US" altLang="zh-CN" sz="2600" b="1" i="1">
                <a:solidFill>
                  <a:srgbClr val="000000"/>
                </a:solidFill>
                <a:latin typeface="Times New Roman" panose="02020603050405020304" pitchFamily="18" charset="0"/>
                <a:ea typeface="宋体" panose="02010600030101010101" pitchFamily="2" charset="-122"/>
              </a:rPr>
              <a:t>x</a:t>
            </a:r>
            <a:r>
              <a:rPr lang="en-US" altLang="zh-CN" sz="2600" b="1" baseline="-25000">
                <a:solidFill>
                  <a:srgbClr val="000000"/>
                </a:solidFill>
                <a:latin typeface="Times New Roman" panose="02020603050405020304" pitchFamily="18" charset="0"/>
                <a:ea typeface="宋体" panose="02010600030101010101" pitchFamily="2" charset="-122"/>
              </a:rPr>
              <a:t>i</a:t>
            </a:r>
            <a:r>
              <a:rPr lang="en-US" altLang="zh-CN" sz="2600" b="1">
                <a:solidFill>
                  <a:srgbClr val="000000"/>
                </a:solidFill>
                <a:latin typeface="Times New Roman" panose="02020603050405020304" pitchFamily="18" charset="0"/>
                <a:ea typeface="宋体" panose="02010600030101010101" pitchFamily="2" charset="-122"/>
              </a:rPr>
              <a:t>(</a:t>
            </a:r>
            <a:r>
              <a:rPr lang="en-US" altLang="zh-CN" sz="2600" b="1" i="1">
                <a:solidFill>
                  <a:srgbClr val="000000"/>
                </a:solidFill>
                <a:latin typeface="Times New Roman" panose="02020603050405020304" pitchFamily="18" charset="0"/>
                <a:ea typeface="宋体" panose="02010600030101010101" pitchFamily="2" charset="-122"/>
              </a:rPr>
              <a:t>n</a:t>
            </a:r>
            <a:r>
              <a:rPr lang="en-US" altLang="zh-CN" sz="2600" b="1">
                <a:solidFill>
                  <a:srgbClr val="000000"/>
                </a:solidFill>
                <a:latin typeface="Times New Roman" panose="02020603050405020304" pitchFamily="18" charset="0"/>
                <a:ea typeface="宋体" panose="02010600030101010101" pitchFamily="2" charset="-122"/>
              </a:rPr>
              <a:t>+1))|</a:t>
            </a:r>
          </a:p>
        </p:txBody>
      </p:sp>
      <p:sp>
        <p:nvSpPr>
          <p:cNvPr id="680973" name="Rectangle 12">
            <a:extLst>
              <a:ext uri="{FF2B5EF4-FFF2-40B4-BE49-F238E27FC236}">
                <a16:creationId xmlns:a16="http://schemas.microsoft.com/office/drawing/2014/main" id="{F8BE25E4-8CFA-4252-92B1-AABFA23B1CCB}"/>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rPr>
              <a:t>12.4.2  </a:t>
            </a:r>
            <a:r>
              <a:rPr lang="zh-CN" altLang="en-US" dirty="0">
                <a:latin typeface="Times New Roman" panose="02020603050405020304" pitchFamily="18" charset="0"/>
              </a:rPr>
              <a:t>语音识别的主要过程</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4" fill="hold" grpId="0" nodeType="afterEffect">
                                  <p:stCondLst>
                                    <p:cond delay="0"/>
                                  </p:stCondLst>
                                  <p:childTnLst>
                                    <p:set>
                                      <p:cBhvr>
                                        <p:cTn id="6" dur="1" fill="hold">
                                          <p:stCondLst>
                                            <p:cond delay="0"/>
                                          </p:stCondLst>
                                        </p:cTn>
                                        <p:tgtEl>
                                          <p:spTgt spid="840713"/>
                                        </p:tgtEl>
                                        <p:attrNameLst>
                                          <p:attrName>style.visibility</p:attrName>
                                        </p:attrNameLst>
                                      </p:cBhvr>
                                      <p:to>
                                        <p:strVal val="visible"/>
                                      </p:to>
                                    </p:set>
                                    <p:animEffect transition="in" filter="wheel(4)">
                                      <p:cBhvr>
                                        <p:cTn id="7" dur="1000"/>
                                        <p:tgtEl>
                                          <p:spTgt spid="8407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1" fill="hold" nodeType="clickEffect">
                                  <p:stCondLst>
                                    <p:cond delay="0"/>
                                  </p:stCondLst>
                                  <p:childTnLst>
                                    <p:set>
                                      <p:cBhvr>
                                        <p:cTn id="11" dur="1" fill="hold">
                                          <p:stCondLst>
                                            <p:cond delay="0"/>
                                          </p:stCondLst>
                                        </p:cTn>
                                        <p:tgtEl>
                                          <p:spTgt spid="840714"/>
                                        </p:tgtEl>
                                        <p:attrNameLst>
                                          <p:attrName>style.visibility</p:attrName>
                                        </p:attrNameLst>
                                      </p:cBhvr>
                                      <p:to>
                                        <p:strVal val="visible"/>
                                      </p:to>
                                    </p:set>
                                    <p:anim calcmode="lin" valueType="num">
                                      <p:cBhvr additive="base">
                                        <p:cTn id="12" dur="500" fill="hold"/>
                                        <p:tgtEl>
                                          <p:spTgt spid="840714"/>
                                        </p:tgtEl>
                                        <p:attrNameLst>
                                          <p:attrName>ppt_x</p:attrName>
                                        </p:attrNameLst>
                                      </p:cBhvr>
                                      <p:tavLst>
                                        <p:tav tm="0">
                                          <p:val>
                                            <p:strVal val="#ppt_x"/>
                                          </p:val>
                                        </p:tav>
                                        <p:tav tm="100000">
                                          <p:val>
                                            <p:strVal val="#ppt_x"/>
                                          </p:val>
                                        </p:tav>
                                      </p:tavLst>
                                    </p:anim>
                                    <p:anim calcmode="lin" valueType="num">
                                      <p:cBhvr additive="base">
                                        <p:cTn id="13" dur="500" fill="hold"/>
                                        <p:tgtEl>
                                          <p:spTgt spid="840714"/>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840715"/>
                                        </p:tgtEl>
                                        <p:attrNameLst>
                                          <p:attrName>style.visibility</p:attrName>
                                        </p:attrNameLst>
                                      </p:cBhvr>
                                      <p:to>
                                        <p:strVal val="visible"/>
                                      </p:to>
                                    </p:set>
                                    <p:anim calcmode="lin" valueType="num">
                                      <p:cBhvr additive="base">
                                        <p:cTn id="18" dur="500" fill="hold"/>
                                        <p:tgtEl>
                                          <p:spTgt spid="840715"/>
                                        </p:tgtEl>
                                        <p:attrNameLst>
                                          <p:attrName>ppt_x</p:attrName>
                                        </p:attrNameLst>
                                      </p:cBhvr>
                                      <p:tavLst>
                                        <p:tav tm="0">
                                          <p:val>
                                            <p:strVal val="1+#ppt_w/2"/>
                                          </p:val>
                                        </p:tav>
                                        <p:tav tm="100000">
                                          <p:val>
                                            <p:strVal val="#ppt_x"/>
                                          </p:val>
                                        </p:tav>
                                      </p:tavLst>
                                    </p:anim>
                                    <p:anim calcmode="lin" valueType="num">
                                      <p:cBhvr additive="base">
                                        <p:cTn id="19" dur="500" fill="hold"/>
                                        <p:tgtEl>
                                          <p:spTgt spid="8407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713" grpId="0" animBg="1"/>
      <p:bldP spid="84071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a:extLst>
              <a:ext uri="{FF2B5EF4-FFF2-40B4-BE49-F238E27FC236}">
                <a16:creationId xmlns:a16="http://schemas.microsoft.com/office/drawing/2014/main" id="{D8DFE80F-586E-4DC9-B32B-F8387F4A2498}"/>
              </a:ext>
            </a:extLst>
          </p:cNvPr>
          <p:cNvSpPr>
            <a:spLocks noGrp="1"/>
          </p:cNvSpPr>
          <p:nvPr>
            <p:ph type="sldNum" sz="quarter" idx="10"/>
          </p:nvPr>
        </p:nvSpPr>
        <p:spPr/>
        <p:txBody>
          <a:bodyPr/>
          <a:lstStyle/>
          <a:p>
            <a:pPr fontAlgn="base">
              <a:spcBef>
                <a:spcPct val="0"/>
              </a:spcBef>
              <a:spcAft>
                <a:spcPct val="0"/>
              </a:spcAft>
              <a:defRPr/>
            </a:pPr>
            <a:fld id="{948CB885-B624-4B5B-B98A-46235973F606}" type="slidenum">
              <a:rPr lang="ja-JP" altLang="en-US">
                <a:latin typeface="Arial"/>
              </a:rPr>
              <a:pPr fontAlgn="base">
                <a:spcBef>
                  <a:spcPct val="0"/>
                </a:spcBef>
                <a:spcAft>
                  <a:spcPct val="0"/>
                </a:spcAft>
                <a:defRPr/>
              </a:pPr>
              <a:t>69</a:t>
            </a:fld>
            <a:endParaRPr lang="en-US" altLang="ja-JP">
              <a:latin typeface="Arial"/>
            </a:endParaRPr>
          </a:p>
        </p:txBody>
      </p:sp>
      <p:sp>
        <p:nvSpPr>
          <p:cNvPr id="681987" name="Rectangle 2">
            <a:extLst>
              <a:ext uri="{FF2B5EF4-FFF2-40B4-BE49-F238E27FC236}">
                <a16:creationId xmlns:a16="http://schemas.microsoft.com/office/drawing/2014/main" id="{9CF49249-10FA-4C9B-B784-9421FA199CDE}"/>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81988" name="Rectangle 3">
            <a:extLst>
              <a:ext uri="{FF2B5EF4-FFF2-40B4-BE49-F238E27FC236}">
                <a16:creationId xmlns:a16="http://schemas.microsoft.com/office/drawing/2014/main" id="{AEBCB4F2-9A9C-48B2-932D-FE4B82AE99E8}"/>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841732" name="AutoShape 4">
            <a:extLst>
              <a:ext uri="{FF2B5EF4-FFF2-40B4-BE49-F238E27FC236}">
                <a16:creationId xmlns:a16="http://schemas.microsoft.com/office/drawing/2014/main" id="{5107A0BE-A9B9-453F-8A9D-0A3163006917}"/>
              </a:ext>
            </a:extLst>
          </p:cNvPr>
          <p:cNvSpPr>
            <a:spLocks noChangeArrowheads="1"/>
          </p:cNvSpPr>
          <p:nvPr/>
        </p:nvSpPr>
        <p:spPr bwMode="auto">
          <a:xfrm>
            <a:off x="5384800" y="5797550"/>
            <a:ext cx="2700338" cy="1060450"/>
          </a:xfrm>
          <a:prstGeom prst="wedgeRectCallout">
            <a:avLst>
              <a:gd name="adj1" fmla="val -75514"/>
              <a:gd name="adj2" fmla="val -68116"/>
            </a:avLst>
          </a:prstGeom>
          <a:gradFill rotWithShape="1">
            <a:gsLst>
              <a:gs pos="0">
                <a:srgbClr val="33CCCC">
                  <a:alpha val="39998"/>
                </a:srgbClr>
              </a:gs>
              <a:gs pos="100000">
                <a:schemeClr val="bg1"/>
              </a:gs>
            </a:gsLst>
            <a:path path="rect">
              <a:fillToRect l="100000" t="100000"/>
            </a:path>
          </a:gradFill>
          <a:ln w="9525" algn="ctr">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endParaRPr lang="zh-CN" altLang="zh-CN" sz="2600">
              <a:solidFill>
                <a:srgbClr val="000000"/>
              </a:solidFill>
              <a:latin typeface="Times New Roman" panose="02020603050405020304" pitchFamily="18" charset="0"/>
            </a:endParaRPr>
          </a:p>
        </p:txBody>
      </p:sp>
      <p:sp>
        <p:nvSpPr>
          <p:cNvPr id="681990" name="Rectangle 5">
            <a:extLst>
              <a:ext uri="{FF2B5EF4-FFF2-40B4-BE49-F238E27FC236}">
                <a16:creationId xmlns:a16="http://schemas.microsoft.com/office/drawing/2014/main" id="{C6933FC4-8E1D-4F2B-A0E0-8A39FD2F5825}"/>
              </a:ext>
            </a:extLst>
          </p:cNvPr>
          <p:cNvSpPr>
            <a:spLocks noChangeArrowheads="1"/>
          </p:cNvSpPr>
          <p:nvPr/>
        </p:nvSpPr>
        <p:spPr bwMode="auto">
          <a:xfrm>
            <a:off x="1782763" y="755650"/>
            <a:ext cx="8642350" cy="5856288"/>
          </a:xfrm>
          <a:prstGeom prst="rect">
            <a:avLst/>
          </a:prstGeom>
          <a:gradFill rotWithShape="1">
            <a:gsLst>
              <a:gs pos="0">
                <a:srgbClr val="99FF99">
                  <a:alpha val="29999"/>
                </a:srgbClr>
              </a:gs>
              <a:gs pos="100000">
                <a:schemeClr val="bg1"/>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71500" indent="-5715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66788" indent="-49530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47788" indent="-43815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pPr>
            <a:r>
              <a:rPr lang="zh-CN" altLang="en-US" b="1">
                <a:solidFill>
                  <a:srgbClr val="000000"/>
                </a:solidFill>
                <a:latin typeface="宋体" panose="02010600030101010101" pitchFamily="2" charset="-122"/>
              </a:rPr>
              <a:t>声波有两个主要特征：振幅和频率。</a:t>
            </a:r>
            <a:r>
              <a:rPr lang="zh-CN" altLang="en-US" b="1">
                <a:solidFill>
                  <a:srgbClr val="000000"/>
                </a:solidFill>
                <a:latin typeface="Times New Roman" panose="02020603050405020304" pitchFamily="18" charset="0"/>
              </a:rPr>
              <a:t> </a:t>
            </a:r>
          </a:p>
          <a:p>
            <a:pPr fontAlgn="base">
              <a:spcAft>
                <a:spcPct val="0"/>
              </a:spcAft>
              <a:buClr>
                <a:srgbClr val="CC0000"/>
              </a:buClr>
            </a:pPr>
            <a:endParaRPr lang="zh-CN" altLang="en-US" b="1">
              <a:solidFill>
                <a:srgbClr val="000000"/>
              </a:solidFill>
              <a:latin typeface="Times New Roman" panose="02020603050405020304" pitchFamily="18" charset="0"/>
            </a:endParaRPr>
          </a:p>
          <a:p>
            <a:pPr fontAlgn="base">
              <a:spcAft>
                <a:spcPct val="0"/>
              </a:spcAft>
              <a:buClr>
                <a:srgbClr val="CC0000"/>
              </a:buClr>
            </a:pPr>
            <a:endParaRPr lang="zh-CN" altLang="en-US" b="1">
              <a:solidFill>
                <a:srgbClr val="000000"/>
              </a:solidFill>
              <a:latin typeface="Times New Roman" panose="02020603050405020304" pitchFamily="18" charset="0"/>
            </a:endParaRPr>
          </a:p>
          <a:p>
            <a:pPr fontAlgn="base">
              <a:spcAft>
                <a:spcPct val="0"/>
              </a:spcAft>
              <a:buClr>
                <a:srgbClr val="CC0000"/>
              </a:buClr>
            </a:pPr>
            <a:endParaRPr lang="zh-CN" altLang="en-US" b="1">
              <a:solidFill>
                <a:srgbClr val="000000"/>
              </a:solidFill>
              <a:latin typeface="Times New Roman" panose="02020603050405020304" pitchFamily="18" charset="0"/>
            </a:endParaRPr>
          </a:p>
          <a:p>
            <a:pPr fontAlgn="base">
              <a:spcAft>
                <a:spcPct val="0"/>
              </a:spcAft>
              <a:buClr>
                <a:srgbClr val="CC0000"/>
              </a:buClr>
            </a:pPr>
            <a:endParaRPr lang="zh-CN" altLang="en-US" b="1">
              <a:solidFill>
                <a:srgbClr val="000000"/>
              </a:solidFill>
              <a:latin typeface="Times New Roman" panose="02020603050405020304" pitchFamily="18" charset="0"/>
            </a:endParaRPr>
          </a:p>
          <a:p>
            <a:pPr fontAlgn="base">
              <a:spcAft>
                <a:spcPct val="0"/>
              </a:spcAft>
              <a:buClr>
                <a:srgbClr val="CC0000"/>
              </a:buClr>
            </a:pPr>
            <a:endParaRPr lang="zh-CN" altLang="en-US" b="1">
              <a:solidFill>
                <a:srgbClr val="000000"/>
              </a:solidFill>
              <a:latin typeface="Times New Roman" panose="02020603050405020304" pitchFamily="18" charset="0"/>
            </a:endParaRPr>
          </a:p>
          <a:p>
            <a:pPr fontAlgn="base">
              <a:spcAft>
                <a:spcPct val="0"/>
              </a:spcAft>
              <a:buClr>
                <a:srgbClr val="CC0000"/>
              </a:buClr>
            </a:pPr>
            <a:r>
              <a:rPr lang="zh-CN" altLang="en-US" b="1">
                <a:solidFill>
                  <a:srgbClr val="000000"/>
                </a:solidFill>
                <a:latin typeface="Times New Roman" panose="02020603050405020304" pitchFamily="18" charset="0"/>
              </a:rPr>
              <a:t>线性预测编码（</a:t>
            </a:r>
            <a:r>
              <a:rPr lang="en-US" altLang="zh-CN" b="1">
                <a:solidFill>
                  <a:srgbClr val="000000"/>
                </a:solidFill>
                <a:latin typeface="Times New Roman" panose="02020603050405020304" pitchFamily="18" charset="0"/>
              </a:rPr>
              <a:t>LPC)</a:t>
            </a:r>
            <a:r>
              <a:rPr lang="zh-CN" altLang="en-US" b="1">
                <a:solidFill>
                  <a:srgbClr val="000000"/>
                </a:solidFill>
                <a:latin typeface="Times New Roman" panose="02020603050405020304" pitchFamily="18" charset="0"/>
              </a:rPr>
              <a:t>：</a:t>
            </a:r>
          </a:p>
          <a:p>
            <a:pPr fontAlgn="base">
              <a:spcAft>
                <a:spcPct val="0"/>
              </a:spcAft>
              <a:buClr>
                <a:srgbClr val="CC0000"/>
              </a:buClr>
              <a:buNone/>
            </a:pPr>
            <a:r>
              <a:rPr lang="zh-CN" altLang="en-US" b="1">
                <a:solidFill>
                  <a:srgbClr val="000000"/>
                </a:solidFill>
                <a:latin typeface="Times New Roman" panose="02020603050405020304" pitchFamily="18" charset="0"/>
              </a:rPr>
              <a:t>      基本思想：由于语音样点之间存在相关性，所以可以用过去</a:t>
            </a:r>
            <a:r>
              <a:rPr lang="en-US" altLang="zh-CN" b="1" i="1">
                <a:solidFill>
                  <a:srgbClr val="000000"/>
                </a:solidFill>
                <a:latin typeface="Times New Roman" panose="02020603050405020304" pitchFamily="18" charset="0"/>
              </a:rPr>
              <a:t>p</a:t>
            </a:r>
            <a:r>
              <a:rPr lang="zh-CN" altLang="en-US" b="1">
                <a:solidFill>
                  <a:srgbClr val="000000"/>
                </a:solidFill>
                <a:latin typeface="Times New Roman" panose="02020603050405020304" pitchFamily="18" charset="0"/>
              </a:rPr>
              <a:t>个样点值来预测现在或</a:t>
            </a:r>
            <a:r>
              <a:rPr lang="zh-CN" altLang="en-US" b="1">
                <a:solidFill>
                  <a:srgbClr val="000000"/>
                </a:solidFill>
              </a:rPr>
              <a:t>未来的样点值。</a:t>
            </a:r>
          </a:p>
        </p:txBody>
      </p:sp>
      <p:sp>
        <p:nvSpPr>
          <p:cNvPr id="841734" name="Rectangle 6">
            <a:extLst>
              <a:ext uri="{FF2B5EF4-FFF2-40B4-BE49-F238E27FC236}">
                <a16:creationId xmlns:a16="http://schemas.microsoft.com/office/drawing/2014/main" id="{30401AD0-4981-45BD-BF27-533226CA7170}"/>
              </a:ext>
            </a:extLst>
          </p:cNvPr>
          <p:cNvSpPr>
            <a:spLocks noChangeArrowheads="1"/>
          </p:cNvSpPr>
          <p:nvPr/>
        </p:nvSpPr>
        <p:spPr bwMode="auto">
          <a:xfrm>
            <a:off x="3600450" y="2362201"/>
            <a:ext cx="9144000" cy="371513"/>
          </a:xfrm>
          <a:prstGeom prst="rect">
            <a:avLst/>
          </a:prstGeom>
          <a:noFill/>
          <a:ln>
            <a:noFill/>
          </a:ln>
          <a:effectLst/>
          <a:extLst>
            <a:ext uri="{909E8E84-426E-40DD-AFC4-6F175D3DCCD1}">
              <a14:hiddenFill xmlns:a14="http://schemas.microsoft.com/office/drawing/2010/main">
                <a:gradFill rotWithShape="0">
                  <a:gsLst>
                    <a:gs pos="0">
                      <a:schemeClr val="accent2"/>
                    </a:gs>
                    <a:gs pos="50000">
                      <a:schemeClr val="bg1"/>
                    </a:gs>
                    <a:gs pos="100000">
                      <a:schemeClr val="accent2"/>
                    </a:gs>
                  </a:gsLst>
                  <a:lin ang="2700000" scaled="1"/>
                </a:gra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fontAlgn="base">
              <a:spcBef>
                <a:spcPct val="0"/>
              </a:spcBef>
              <a:spcAft>
                <a:spcPct val="0"/>
              </a:spcAft>
              <a:defRPr/>
            </a:pPr>
            <a:endParaRPr lang="zh-CN" altLang="en-US">
              <a:solidFill>
                <a:srgbClr val="000000"/>
              </a:solidFill>
              <a:latin typeface="Verdana" panose="020B0604030504040204" pitchFamily="34" charset="0"/>
              <a:ea typeface="宋体" panose="02010600030101010101" pitchFamily="2" charset="-122"/>
            </a:endParaRPr>
          </a:p>
        </p:txBody>
      </p:sp>
      <p:pic>
        <p:nvPicPr>
          <p:cNvPr id="681992" name="Picture 7">
            <a:extLst>
              <a:ext uri="{FF2B5EF4-FFF2-40B4-BE49-F238E27FC236}">
                <a16:creationId xmlns:a16="http://schemas.microsoft.com/office/drawing/2014/main" id="{ADFC3353-943E-4BD6-A023-8EC35820E9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2675" y="1325564"/>
            <a:ext cx="7981950" cy="341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1993" name="Rectangle 8">
            <a:extLst>
              <a:ext uri="{FF2B5EF4-FFF2-40B4-BE49-F238E27FC236}">
                <a16:creationId xmlns:a16="http://schemas.microsoft.com/office/drawing/2014/main" id="{EA627917-ADB5-4ABD-9B5E-5FA4E27956EA}"/>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rPr>
              <a:t>12.4.2  </a:t>
            </a:r>
            <a:r>
              <a:rPr lang="zh-CN" altLang="en-US" dirty="0">
                <a:latin typeface="Times New Roman" panose="02020603050405020304" pitchFamily="18" charset="0"/>
              </a:rPr>
              <a:t>语音识别的主要过程</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841732"/>
                                        </p:tgtEl>
                                        <p:attrNameLst>
                                          <p:attrName>style.visibility</p:attrName>
                                        </p:attrNameLst>
                                      </p:cBhvr>
                                      <p:to>
                                        <p:strVal val="visible"/>
                                      </p:to>
                                    </p:set>
                                  </p:childTnLst>
                                  <p:subTnLst>
                                    <p:set>
                                      <p:cBhvr override="childStyle">
                                        <p:cTn dur="1" fill="hold" display="0" masterRel="nextClick" afterEffect="1"/>
                                        <p:tgtEl>
                                          <p:spTgt spid="84173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1732" grpId="0" animBg="1"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a:extLst>
              <a:ext uri="{FF2B5EF4-FFF2-40B4-BE49-F238E27FC236}">
                <a16:creationId xmlns:a16="http://schemas.microsoft.com/office/drawing/2014/main" id="{A98D7283-17B9-479B-B0DB-0A040B6E52F4}"/>
              </a:ext>
            </a:extLst>
          </p:cNvPr>
          <p:cNvSpPr>
            <a:spLocks noGrp="1"/>
          </p:cNvSpPr>
          <p:nvPr>
            <p:ph type="sldNum" sz="quarter" idx="10"/>
          </p:nvPr>
        </p:nvSpPr>
        <p:spPr/>
        <p:txBody>
          <a:bodyPr/>
          <a:lstStyle/>
          <a:p>
            <a:pPr fontAlgn="base">
              <a:spcBef>
                <a:spcPct val="0"/>
              </a:spcBef>
              <a:spcAft>
                <a:spcPct val="0"/>
              </a:spcAft>
              <a:defRPr/>
            </a:pPr>
            <a:fld id="{67F9139E-9476-4881-AC74-5163AD7BADBE}" type="slidenum">
              <a:rPr lang="ja-JP" altLang="en-US">
                <a:latin typeface="Arial"/>
              </a:rPr>
              <a:pPr fontAlgn="base">
                <a:spcBef>
                  <a:spcPct val="0"/>
                </a:spcBef>
                <a:spcAft>
                  <a:spcPct val="0"/>
                </a:spcAft>
                <a:defRPr/>
              </a:pPr>
              <a:t>70</a:t>
            </a:fld>
            <a:endParaRPr lang="en-US" altLang="ja-JP">
              <a:latin typeface="Arial"/>
            </a:endParaRPr>
          </a:p>
        </p:txBody>
      </p:sp>
      <p:sp>
        <p:nvSpPr>
          <p:cNvPr id="683011" name="Rectangle 2">
            <a:extLst>
              <a:ext uri="{FF2B5EF4-FFF2-40B4-BE49-F238E27FC236}">
                <a16:creationId xmlns:a16="http://schemas.microsoft.com/office/drawing/2014/main" id="{2417BD9E-5F98-4C8B-96E6-15C3840DB4CD}"/>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83012" name="Rectangle 3">
            <a:extLst>
              <a:ext uri="{FF2B5EF4-FFF2-40B4-BE49-F238E27FC236}">
                <a16:creationId xmlns:a16="http://schemas.microsoft.com/office/drawing/2014/main" id="{5B7F3648-0042-4971-B209-E473B8EA9797}"/>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683013" name="Rectangle 4">
            <a:extLst>
              <a:ext uri="{FF2B5EF4-FFF2-40B4-BE49-F238E27FC236}">
                <a16:creationId xmlns:a16="http://schemas.microsoft.com/office/drawing/2014/main" id="{A427CBEC-1180-4C45-A708-509F83D79005}"/>
              </a:ext>
            </a:extLst>
          </p:cNvPr>
          <p:cNvSpPr>
            <a:spLocks noChangeArrowheads="1"/>
          </p:cNvSpPr>
          <p:nvPr/>
        </p:nvSpPr>
        <p:spPr bwMode="auto">
          <a:xfrm>
            <a:off x="1768475" y="1660525"/>
            <a:ext cx="8642350" cy="4979988"/>
          </a:xfrm>
          <a:prstGeom prst="rect">
            <a:avLst/>
          </a:prstGeom>
          <a:gradFill rotWithShape="1">
            <a:gsLst>
              <a:gs pos="0">
                <a:srgbClr val="99FF99">
                  <a:alpha val="29999"/>
                </a:srgbClr>
              </a:gs>
              <a:gs pos="100000">
                <a:schemeClr val="bg1"/>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71500" indent="-5715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66788" indent="-49530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47788" indent="-43815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pPr>
            <a:r>
              <a:rPr lang="zh-CN" altLang="en-US" b="1">
                <a:solidFill>
                  <a:srgbClr val="000000"/>
                </a:solidFill>
                <a:latin typeface="Times New Roman" panose="02020603050405020304" pitchFamily="18" charset="0"/>
              </a:rPr>
              <a:t>矢量量化（</a:t>
            </a:r>
            <a:r>
              <a:rPr lang="en-US" altLang="zh-CN" b="1">
                <a:solidFill>
                  <a:srgbClr val="000000"/>
                </a:solidFill>
                <a:latin typeface="Times New Roman" panose="02020603050405020304" pitchFamily="18" charset="0"/>
              </a:rPr>
              <a:t>vector quantization</a:t>
            </a:r>
            <a:r>
              <a:rPr lang="zh-CN" altLang="en-US" b="1">
                <a:solidFill>
                  <a:srgbClr val="000000"/>
                </a:solidFill>
                <a:latin typeface="Times New Roman" panose="02020603050405020304" pitchFamily="18" charset="0"/>
              </a:rPr>
              <a:t>，</a:t>
            </a:r>
            <a:r>
              <a:rPr lang="en-US" altLang="zh-CN" b="1">
                <a:solidFill>
                  <a:srgbClr val="000000"/>
                </a:solidFill>
                <a:latin typeface="Times New Roman" panose="02020603050405020304" pitchFamily="18" charset="0"/>
              </a:rPr>
              <a:t>VQ</a:t>
            </a:r>
            <a:r>
              <a:rPr lang="zh-CN" altLang="en-US" b="1">
                <a:solidFill>
                  <a:srgbClr val="000000"/>
                </a:solidFill>
                <a:latin typeface="Times New Roman" panose="02020603050405020304" pitchFamily="18" charset="0"/>
              </a:rPr>
              <a:t>）技术是七十年代后期发展起来的一种数据压缩和编码技术。</a:t>
            </a:r>
          </a:p>
          <a:p>
            <a:pPr fontAlgn="base">
              <a:spcAft>
                <a:spcPct val="0"/>
              </a:spcAft>
              <a:buClr>
                <a:srgbClr val="CC0000"/>
              </a:buClr>
            </a:pPr>
            <a:r>
              <a:rPr lang="zh-CN" altLang="en-US" b="1">
                <a:solidFill>
                  <a:srgbClr val="000000"/>
                </a:solidFill>
              </a:rPr>
              <a:t>在标量量化中整个动态范围被分成若干个小区间，每个小区间有一个代表值，对于一个输入的标题信号，量化时落入小区间的值就用这个代表值代替。</a:t>
            </a:r>
          </a:p>
        </p:txBody>
      </p:sp>
      <p:sp>
        <p:nvSpPr>
          <p:cNvPr id="842757" name="Rectangle 5">
            <a:extLst>
              <a:ext uri="{FF2B5EF4-FFF2-40B4-BE49-F238E27FC236}">
                <a16:creationId xmlns:a16="http://schemas.microsoft.com/office/drawing/2014/main" id="{DF9BA7C1-F2F0-49E2-A59A-3FC7F6A17397}"/>
              </a:ext>
            </a:extLst>
          </p:cNvPr>
          <p:cNvSpPr>
            <a:spLocks noChangeArrowheads="1"/>
          </p:cNvSpPr>
          <p:nvPr/>
        </p:nvSpPr>
        <p:spPr bwMode="auto">
          <a:xfrm>
            <a:off x="1808163" y="4519614"/>
            <a:ext cx="8642350" cy="1743075"/>
          </a:xfrm>
          <a:prstGeom prst="rect">
            <a:avLst/>
          </a:prstGeom>
          <a:gradFill rotWithShape="1">
            <a:gsLst>
              <a:gs pos="0">
                <a:srgbClr val="99FF99">
                  <a:alpha val="29999"/>
                </a:srgbClr>
              </a:gs>
              <a:gs pos="100000">
                <a:schemeClr val="bg1"/>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71500" indent="-571500">
              <a:lnSpc>
                <a:spcPct val="120000"/>
              </a:lnSpc>
              <a:spcBef>
                <a:spcPct val="40000"/>
              </a:spcBef>
              <a:buClr>
                <a:schemeClr val="accent2"/>
              </a:buClr>
              <a:buFont typeface="Wingdings" panose="05000000000000000000" pitchFamily="2" charset="2"/>
              <a:buChar char="o"/>
              <a:defRPr sz="2800">
                <a:solidFill>
                  <a:schemeClr val="tx1"/>
                </a:solidFill>
                <a:latin typeface="Arial" panose="020B0604020202020204" pitchFamily="34" charset="0"/>
                <a:ea typeface="宋体" panose="02010600030101010101" pitchFamily="2" charset="-122"/>
              </a:defRPr>
            </a:lvl1pPr>
            <a:lvl2pPr marL="966788" indent="-495300">
              <a:spcBef>
                <a:spcPct val="20000"/>
              </a:spcBef>
              <a:buClr>
                <a:schemeClr val="accent2"/>
              </a:buClr>
              <a:buFont typeface="Wingdings" panose="05000000000000000000" pitchFamily="2" charset="2"/>
              <a:buChar char="n"/>
              <a:defRPr sz="2600">
                <a:solidFill>
                  <a:schemeClr val="folHlink"/>
                </a:solidFill>
                <a:latin typeface="Arial" panose="020B0604020202020204" pitchFamily="34" charset="0"/>
                <a:ea typeface="宋体" panose="02010600030101010101" pitchFamily="2" charset="-122"/>
              </a:defRPr>
            </a:lvl2pPr>
            <a:lvl3pPr marL="1347788" indent="-438150">
              <a:spcBef>
                <a:spcPct val="20000"/>
              </a:spcBef>
              <a:buClr>
                <a:schemeClr val="accent2"/>
              </a:buClr>
              <a:buFont typeface="Wingdings" panose="05000000000000000000" pitchFamily="2" charset="2"/>
              <a:buChar char="o"/>
              <a:defRPr sz="2300">
                <a:solidFill>
                  <a:srgbClr val="009900"/>
                </a:solidFill>
                <a:latin typeface="Arial" panose="020B060402020202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rgbClr val="0099CC"/>
                </a:solidFill>
                <a:latin typeface="Arial" panose="020B060402020202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rgbClr val="99CC00"/>
                </a:solidFill>
                <a:latin typeface="Arial" panose="020B0604020202020204" pitchFamily="34" charset="0"/>
                <a:ea typeface="宋体" panose="02010600030101010101" pitchFamily="2" charset="-122"/>
              </a:defRPr>
            </a:lvl9pPr>
          </a:lstStyle>
          <a:p>
            <a:pPr fontAlgn="base">
              <a:spcAft>
                <a:spcPct val="0"/>
              </a:spcAft>
              <a:buClr>
                <a:srgbClr val="CC0000"/>
              </a:buClr>
            </a:pPr>
            <a:r>
              <a:rPr lang="zh-CN" altLang="en-US" b="1">
                <a:solidFill>
                  <a:srgbClr val="000000"/>
                </a:solidFill>
              </a:rPr>
              <a:t>矢量量化的基本原理：将若干个标量数据组成一个矢量在多维空间给予整体量化，从而可以在信息量损失较小的情况下压缩数据量。</a:t>
            </a:r>
          </a:p>
        </p:txBody>
      </p:sp>
      <p:sp>
        <p:nvSpPr>
          <p:cNvPr id="683015" name="Rectangle 6">
            <a:extLst>
              <a:ext uri="{FF2B5EF4-FFF2-40B4-BE49-F238E27FC236}">
                <a16:creationId xmlns:a16="http://schemas.microsoft.com/office/drawing/2014/main" id="{560051C0-AF76-4FC3-A69C-C6748E8FD518}"/>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rPr>
              <a:t>12.4.2  </a:t>
            </a:r>
            <a:r>
              <a:rPr lang="zh-CN" altLang="en-US" dirty="0">
                <a:latin typeface="Times New Roman" panose="02020603050405020304" pitchFamily="18" charset="0"/>
              </a:rPr>
              <a:t>语音识别的主要过程</a:t>
            </a:r>
          </a:p>
        </p:txBody>
      </p:sp>
      <p:sp>
        <p:nvSpPr>
          <p:cNvPr id="842759" name="Text Box 7">
            <a:extLst>
              <a:ext uri="{FF2B5EF4-FFF2-40B4-BE49-F238E27FC236}">
                <a16:creationId xmlns:a16="http://schemas.microsoft.com/office/drawing/2014/main" id="{02674EBD-5B6D-4830-BCEF-C300DD492A65}"/>
              </a:ext>
            </a:extLst>
          </p:cNvPr>
          <p:cNvSpPr txBox="1">
            <a:spLocks noChangeArrowheads="1"/>
          </p:cNvSpPr>
          <p:nvPr/>
        </p:nvSpPr>
        <p:spPr bwMode="auto">
          <a:xfrm>
            <a:off x="2061841" y="1012826"/>
            <a:ext cx="2137421" cy="586957"/>
          </a:xfrm>
          <a:prstGeom prst="rect">
            <a:avLst/>
          </a:prstGeom>
          <a:noFill/>
          <a:ln>
            <a:noFill/>
          </a:ln>
          <a:effectLst/>
          <a:extLst>
            <a:ext uri="{909E8E84-426E-40DD-AFC4-6F175D3DCCD1}">
              <a14:hiddenFill xmlns:a14="http://schemas.microsoft.com/office/drawing/2010/main">
                <a:gradFill rotWithShape="0">
                  <a:gsLst>
                    <a:gs pos="0">
                      <a:schemeClr val="accent2"/>
                    </a:gs>
                    <a:gs pos="50000">
                      <a:schemeClr val="bg1"/>
                    </a:gs>
                    <a:gs pos="100000">
                      <a:schemeClr val="accent2"/>
                    </a:gs>
                  </a:gsLst>
                  <a:lin ang="2700000" scaled="1"/>
                </a:gra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just" fontAlgn="base">
              <a:spcBef>
                <a:spcPct val="0"/>
              </a:spcBef>
              <a:spcAft>
                <a:spcPct val="0"/>
              </a:spcAft>
              <a:defRPr/>
            </a:pPr>
            <a:r>
              <a:rPr lang="en-US" altLang="zh-CN" sz="3200" b="1">
                <a:solidFill>
                  <a:srgbClr val="000000"/>
                </a:solidFill>
                <a:latin typeface="Times New Roman" panose="02020603050405020304" pitchFamily="18" charset="0"/>
                <a:ea typeface="宋体" panose="02010600030101010101" pitchFamily="2" charset="-122"/>
              </a:rPr>
              <a:t>4.</a:t>
            </a:r>
            <a:r>
              <a:rPr lang="zh-CN" altLang="en-US" sz="3200" b="1">
                <a:solidFill>
                  <a:srgbClr val="000000"/>
                </a:solidFill>
                <a:latin typeface="Times New Roman" panose="02020603050405020304" pitchFamily="18" charset="0"/>
                <a:ea typeface="宋体" panose="02010600030101010101" pitchFamily="2" charset="-122"/>
              </a:rPr>
              <a:t>向量量化</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42757"/>
                                        </p:tgtEl>
                                        <p:attrNameLst>
                                          <p:attrName>style.visibility</p:attrName>
                                        </p:attrNameLst>
                                      </p:cBhvr>
                                      <p:to>
                                        <p:strVal val="visible"/>
                                      </p:to>
                                    </p:set>
                                    <p:animEffect transition="in" filter="wipe(up)">
                                      <p:cBhvr>
                                        <p:cTn id="7" dur="500"/>
                                        <p:tgtEl>
                                          <p:spTgt spid="8427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275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A7C896C-AD76-42F6-8E8D-484718104FC5}"/>
              </a:ext>
            </a:extLst>
          </p:cNvPr>
          <p:cNvSpPr>
            <a:spLocks noGrp="1"/>
          </p:cNvSpPr>
          <p:nvPr>
            <p:ph type="sldNum" sz="quarter" idx="10"/>
          </p:nvPr>
        </p:nvSpPr>
        <p:spPr/>
        <p:txBody>
          <a:bodyPr/>
          <a:lstStyle/>
          <a:p>
            <a:pPr fontAlgn="base">
              <a:spcBef>
                <a:spcPct val="0"/>
              </a:spcBef>
              <a:spcAft>
                <a:spcPct val="0"/>
              </a:spcAft>
              <a:defRPr/>
            </a:pPr>
            <a:fld id="{F7646666-D8E2-4DDB-BA4F-F9497EC9E211}" type="slidenum">
              <a:rPr lang="ja-JP" altLang="en-US">
                <a:latin typeface="Arial"/>
              </a:rPr>
              <a:pPr fontAlgn="base">
                <a:spcBef>
                  <a:spcPct val="0"/>
                </a:spcBef>
                <a:spcAft>
                  <a:spcPct val="0"/>
                </a:spcAft>
                <a:defRPr/>
              </a:pPr>
              <a:t>71</a:t>
            </a:fld>
            <a:endParaRPr lang="en-US" altLang="ja-JP">
              <a:latin typeface="Arial"/>
            </a:endParaRPr>
          </a:p>
        </p:txBody>
      </p:sp>
      <p:sp>
        <p:nvSpPr>
          <p:cNvPr id="684035" name="Rectangle 2">
            <a:extLst>
              <a:ext uri="{FF2B5EF4-FFF2-40B4-BE49-F238E27FC236}">
                <a16:creationId xmlns:a16="http://schemas.microsoft.com/office/drawing/2014/main" id="{AC280222-AB5C-4989-9A32-DBC6627278DD}"/>
              </a:ext>
            </a:extLst>
          </p:cNvPr>
          <p:cNvSpPr>
            <a:spLocks noGrp="1" noChangeArrowheads="1"/>
          </p:cNvSpPr>
          <p:nvPr>
            <p:ph type="body" idx="1"/>
          </p:nvPr>
        </p:nvSpPr>
        <p:spPr>
          <a:xfrm>
            <a:off x="1524000" y="908050"/>
            <a:ext cx="9144000" cy="5949950"/>
          </a:xfrm>
          <a:gradFill rotWithShape="0">
            <a:gsLst>
              <a:gs pos="0">
                <a:srgbClr val="CCFFFF"/>
              </a:gs>
              <a:gs pos="100000">
                <a:schemeClr val="bg1"/>
              </a:gs>
            </a:gsLst>
            <a:path path="rect">
              <a:fillToRect l="100000" t="100000"/>
            </a:path>
          </a:gradFill>
          <a:ln>
            <a:solidFill>
              <a:srgbClr val="808080"/>
            </a:solidFill>
            <a:miter lim="800000"/>
            <a:headEnd/>
            <a:tailEnd/>
          </a:ln>
        </p:spPr>
        <p:txBody>
          <a:bodyPr/>
          <a:lstStyle/>
          <a:p>
            <a:pPr marL="571500" indent="-571500" eaLnBrk="1" hangingPunct="1">
              <a:lnSpc>
                <a:spcPct val="110000"/>
              </a:lnSpc>
              <a:spcBef>
                <a:spcPct val="30000"/>
              </a:spcBef>
              <a:buNone/>
            </a:pPr>
            <a:r>
              <a:rPr lang="en-US" altLang="zh-CN" sz="2600" b="1">
                <a:latin typeface="宋体" panose="02010600030101010101" pitchFamily="2" charset="-122"/>
              </a:rPr>
              <a:t>5.</a:t>
            </a:r>
            <a:r>
              <a:rPr lang="zh-CN" altLang="en-US" sz="2600" b="1">
                <a:latin typeface="宋体" panose="02010600030101010101" pitchFamily="2" charset="-122"/>
              </a:rPr>
              <a:t>识别。识别系统的输入是从语音信号中提出的特征参数</a:t>
            </a:r>
          </a:p>
          <a:p>
            <a:pPr marL="571500" indent="-571500" eaLnBrk="1" hangingPunct="1">
              <a:lnSpc>
                <a:spcPct val="110000"/>
              </a:lnSpc>
              <a:spcBef>
                <a:spcPct val="30000"/>
              </a:spcBef>
            </a:pPr>
            <a:r>
              <a:rPr lang="zh-CN" altLang="en-US" sz="2600" b="1">
                <a:latin typeface="宋体" panose="02010600030101010101" pitchFamily="2" charset="-122"/>
              </a:rPr>
              <a:t>语音识别所采用的方法一般有：</a:t>
            </a:r>
            <a:endParaRPr lang="zh-CN" altLang="en-US" sz="2600" b="1"/>
          </a:p>
          <a:p>
            <a:pPr marL="571500" indent="-571500" eaLnBrk="1" hangingPunct="1">
              <a:lnSpc>
                <a:spcPct val="110000"/>
              </a:lnSpc>
              <a:spcBef>
                <a:spcPct val="30000"/>
              </a:spcBef>
              <a:buNone/>
            </a:pPr>
            <a:r>
              <a:rPr lang="zh-CN" altLang="en-US" sz="2600" b="1">
                <a:latin typeface="宋体" panose="02010600030101010101" pitchFamily="2" charset="-122"/>
              </a:rPr>
              <a:t>（</a:t>
            </a:r>
            <a:r>
              <a:rPr lang="en-US" altLang="zh-CN" sz="2600" b="1">
                <a:latin typeface="宋体" panose="02010600030101010101" pitchFamily="2" charset="-122"/>
              </a:rPr>
              <a:t>1</a:t>
            </a:r>
            <a:r>
              <a:rPr lang="zh-CN" altLang="en-US" sz="2600" b="1">
                <a:latin typeface="宋体" panose="02010600030101010101" pitchFamily="2" charset="-122"/>
              </a:rPr>
              <a:t>）模板匹配法。在训练阶段，用户将词汇表中的每一个词依次说一遍，将其特征矢量作为模板存入模板库。在识别阶段，将输入语音的特征矢量序列依次与模板库中的每个模板进行相似度比较，将相似度最高者作为识别结果输出。</a:t>
            </a:r>
            <a:r>
              <a:rPr lang="zh-CN" altLang="en-US" sz="2600" b="1"/>
              <a:t>  </a:t>
            </a:r>
          </a:p>
          <a:p>
            <a:pPr marL="571500" indent="-571500" eaLnBrk="1" hangingPunct="1">
              <a:lnSpc>
                <a:spcPct val="110000"/>
              </a:lnSpc>
              <a:spcBef>
                <a:spcPct val="30000"/>
              </a:spcBef>
              <a:buNone/>
            </a:pPr>
            <a:r>
              <a:rPr lang="zh-CN" altLang="en-US" sz="2600" b="1">
                <a:latin typeface="宋体" panose="02010600030101010101" pitchFamily="2" charset="-122"/>
              </a:rPr>
              <a:t>（</a:t>
            </a:r>
            <a:r>
              <a:rPr lang="en-US" altLang="zh-CN" sz="2600" b="1">
                <a:latin typeface="宋体" panose="02010600030101010101" pitchFamily="2" charset="-122"/>
              </a:rPr>
              <a:t>2</a:t>
            </a:r>
            <a:r>
              <a:rPr lang="zh-CN" altLang="en-US" sz="2600" b="1">
                <a:latin typeface="宋体" panose="02010600030101010101" pitchFamily="2" charset="-122"/>
              </a:rPr>
              <a:t>）随机模型法。如隐马尔可夫模型</a:t>
            </a:r>
            <a:r>
              <a:rPr lang="en-US" altLang="zh-CN" sz="2600" b="1">
                <a:latin typeface="Times New Roman" panose="02020603050405020304" pitchFamily="18" charset="0"/>
                <a:cs typeface="Times New Roman" panose="02020603050405020304" pitchFamily="18" charset="0"/>
              </a:rPr>
              <a:t>(HMM)</a:t>
            </a:r>
            <a:r>
              <a:rPr lang="zh-CN" altLang="en-US" sz="2600" b="1">
                <a:latin typeface="宋体" panose="02010600030101010101" pitchFamily="2" charset="-122"/>
              </a:rPr>
              <a:t>。用</a:t>
            </a:r>
            <a:r>
              <a:rPr lang="en-US" altLang="zh-CN" sz="2600" b="1">
                <a:latin typeface="Times New Roman" panose="02020603050405020304" pitchFamily="18" charset="0"/>
                <a:cs typeface="Times New Roman" panose="02020603050405020304" pitchFamily="18" charset="0"/>
              </a:rPr>
              <a:t>HMM</a:t>
            </a:r>
            <a:r>
              <a:rPr lang="zh-CN" altLang="en-US" sz="2600" b="1">
                <a:latin typeface="宋体" panose="02010600030101010101" pitchFamily="2" charset="-122"/>
              </a:rPr>
              <a:t>的概率参数来对似然函数进行估计与判决，从而得到识别结果。</a:t>
            </a:r>
            <a:r>
              <a:rPr lang="zh-CN" altLang="en-US" sz="2600" b="1"/>
              <a:t> </a:t>
            </a:r>
          </a:p>
          <a:p>
            <a:pPr marL="571500" indent="-571500" eaLnBrk="1" hangingPunct="1">
              <a:lnSpc>
                <a:spcPct val="110000"/>
              </a:lnSpc>
              <a:spcBef>
                <a:spcPct val="30000"/>
              </a:spcBef>
              <a:buNone/>
            </a:pPr>
            <a:r>
              <a:rPr lang="zh-CN" altLang="en-US" sz="2600" b="1">
                <a:latin typeface="宋体" panose="02010600030101010101" pitchFamily="2" charset="-122"/>
              </a:rPr>
              <a:t>（</a:t>
            </a:r>
            <a:r>
              <a:rPr lang="en-US" altLang="zh-CN" sz="2600" b="1">
                <a:latin typeface="宋体" panose="02010600030101010101" pitchFamily="2" charset="-122"/>
              </a:rPr>
              <a:t>3</a:t>
            </a:r>
            <a:r>
              <a:rPr lang="zh-CN" altLang="en-US" sz="2600" b="1">
                <a:latin typeface="宋体" panose="02010600030101010101" pitchFamily="2" charset="-122"/>
              </a:rPr>
              <a:t>）概率语法分析法。不同的人说同一些语音时，相应的语谱总有一些共同的特点以区分于其他语音。将区别性特征与来自构词、句法、语义等语用约束相互结合，构成由底向上或自顶向下的交互作用知识系统。 </a:t>
            </a:r>
            <a:r>
              <a:rPr lang="zh-CN" altLang="en-US" sz="2600" b="1"/>
              <a:t> </a:t>
            </a:r>
          </a:p>
        </p:txBody>
      </p:sp>
      <p:sp>
        <p:nvSpPr>
          <p:cNvPr id="684036" name="Rectangle 3">
            <a:extLst>
              <a:ext uri="{FF2B5EF4-FFF2-40B4-BE49-F238E27FC236}">
                <a16:creationId xmlns:a16="http://schemas.microsoft.com/office/drawing/2014/main" id="{1688BE91-A6D4-457D-A7D2-CF059EF40A3F}"/>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rPr>
              <a:t>12.4.2  </a:t>
            </a:r>
            <a:r>
              <a:rPr lang="zh-CN" altLang="en-US" dirty="0">
                <a:latin typeface="Times New Roman" panose="02020603050405020304" pitchFamily="18" charset="0"/>
              </a:rPr>
              <a:t>语音识别的主要过程</a:t>
            </a:r>
          </a:p>
        </p:txBody>
      </p:sp>
    </p:spTree>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1">
            <a:extLst>
              <a:ext uri="{FF2B5EF4-FFF2-40B4-BE49-F238E27FC236}">
                <a16:creationId xmlns:a16="http://schemas.microsoft.com/office/drawing/2014/main" id="{87EAF3A3-8BFF-4E12-B8EF-036D14423B28}"/>
              </a:ext>
            </a:extLst>
          </p:cNvPr>
          <p:cNvSpPr>
            <a:spLocks noGrp="1"/>
          </p:cNvSpPr>
          <p:nvPr>
            <p:ph type="sldNum" sz="quarter" idx="10"/>
          </p:nvPr>
        </p:nvSpPr>
        <p:spPr/>
        <p:txBody>
          <a:bodyPr/>
          <a:lstStyle/>
          <a:p>
            <a:pPr fontAlgn="base">
              <a:spcBef>
                <a:spcPct val="0"/>
              </a:spcBef>
              <a:spcAft>
                <a:spcPct val="0"/>
              </a:spcAft>
              <a:defRPr/>
            </a:pPr>
            <a:fld id="{01C06F6E-CDC9-4F7F-8839-63749BC80F41}" type="slidenum">
              <a:rPr lang="ja-JP" altLang="en-US">
                <a:latin typeface="Arial"/>
              </a:rPr>
              <a:pPr fontAlgn="base">
                <a:spcBef>
                  <a:spcPct val="0"/>
                </a:spcBef>
                <a:spcAft>
                  <a:spcPct val="0"/>
                </a:spcAft>
                <a:defRPr/>
              </a:pPr>
              <a:t>72</a:t>
            </a:fld>
            <a:endParaRPr lang="en-US" altLang="ja-JP">
              <a:latin typeface="Arial"/>
            </a:endParaRPr>
          </a:p>
        </p:txBody>
      </p:sp>
      <p:sp>
        <p:nvSpPr>
          <p:cNvPr id="685059" name="Rectangle 2">
            <a:extLst>
              <a:ext uri="{FF2B5EF4-FFF2-40B4-BE49-F238E27FC236}">
                <a16:creationId xmlns:a16="http://schemas.microsoft.com/office/drawing/2014/main" id="{6F4B5B50-595F-4568-A9DF-984B148279C7}"/>
              </a:ext>
            </a:extLst>
          </p:cNvPr>
          <p:cNvSpPr>
            <a:spLocks noChangeArrowheads="1"/>
          </p:cNvSpPr>
          <p:nvPr/>
        </p:nvSpPr>
        <p:spPr bwMode="auto">
          <a:xfrm>
            <a:off x="0" y="1"/>
            <a:ext cx="12192000" cy="7651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dirty="0">
                <a:solidFill>
                  <a:srgbClr val="FFFFFF"/>
                </a:solidFill>
                <a:latin typeface="Times New Roman" panose="02020603050405020304" pitchFamily="18" charset="0"/>
                <a:ea typeface="黑体" panose="02010609060101010101" pitchFamily="49" charset="-122"/>
              </a:rPr>
              <a:t>12.4.3 </a:t>
            </a:r>
            <a:r>
              <a:rPr lang="zh-CN" altLang="en-US" sz="3600" dirty="0">
                <a:solidFill>
                  <a:srgbClr val="FFFFFF"/>
                </a:solidFill>
                <a:latin typeface="Times New Roman" panose="02020603050405020304" pitchFamily="18" charset="0"/>
                <a:ea typeface="黑体" panose="02010609060101010101" pitchFamily="49" charset="-122"/>
              </a:rPr>
              <a:t>隐马尔可夫模型</a:t>
            </a:r>
          </a:p>
        </p:txBody>
      </p:sp>
      <p:sp>
        <p:nvSpPr>
          <p:cNvPr id="685060" name="Rectangle 3">
            <a:extLst>
              <a:ext uri="{FF2B5EF4-FFF2-40B4-BE49-F238E27FC236}">
                <a16:creationId xmlns:a16="http://schemas.microsoft.com/office/drawing/2014/main" id="{6B141219-146A-4448-9EB5-8F1ECE214DF8}"/>
              </a:ext>
            </a:extLst>
          </p:cNvPr>
          <p:cNvSpPr>
            <a:spLocks noChangeArrowheads="1"/>
          </p:cNvSpPr>
          <p:nvPr/>
        </p:nvSpPr>
        <p:spPr bwMode="auto">
          <a:xfrm>
            <a:off x="1903413" y="908051"/>
            <a:ext cx="8337550" cy="669925"/>
          </a:xfrm>
          <a:prstGeom prst="rect">
            <a:avLst/>
          </a:prstGeom>
          <a:gradFill rotWithShape="0">
            <a:gsLst>
              <a:gs pos="0">
                <a:srgbClr val="CCFFFF"/>
              </a:gs>
              <a:gs pos="100000">
                <a:schemeClr val="bg1"/>
              </a:gs>
            </a:gsLst>
            <a:path path="rect">
              <a:fillToRect l="100000" t="100000"/>
            </a:path>
          </a:gra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571500" indent="-571500">
              <a:defRPr>
                <a:solidFill>
                  <a:schemeClr val="tx1"/>
                </a:solidFill>
                <a:latin typeface="Verdana" panose="020B0604030504040204" pitchFamily="34" charset="0"/>
                <a:ea typeface="宋体" panose="02010600030101010101" pitchFamily="2" charset="-122"/>
              </a:defRPr>
            </a:lvl1pPr>
            <a:lvl2pPr marL="966788" indent="-495300">
              <a:defRPr>
                <a:solidFill>
                  <a:schemeClr val="tx1"/>
                </a:solidFill>
                <a:latin typeface="Verdana" panose="020B0604030504040204" pitchFamily="34" charset="0"/>
                <a:ea typeface="宋体" panose="02010600030101010101" pitchFamily="2" charset="-122"/>
              </a:defRPr>
            </a:lvl2pPr>
            <a:lvl3pPr marL="1347788" indent="-438150">
              <a:defRPr>
                <a:solidFill>
                  <a:schemeClr val="tx1"/>
                </a:solidFill>
                <a:latin typeface="Verdana" panose="020B0604030504040204" pitchFamily="34" charset="0"/>
                <a:ea typeface="宋体" panose="02010600030101010101" pitchFamily="2" charset="-122"/>
              </a:defRPr>
            </a:lvl3pPr>
            <a:lvl4pPr marL="1693863" indent="-387350">
              <a:defRPr>
                <a:solidFill>
                  <a:schemeClr val="tx1"/>
                </a:solidFill>
                <a:latin typeface="Verdana" panose="020B0604030504040204" pitchFamily="34" charset="0"/>
                <a:ea typeface="宋体" panose="02010600030101010101" pitchFamily="2" charset="-122"/>
              </a:defRPr>
            </a:lvl4pPr>
            <a:lvl5pPr marL="2093913" indent="-398463">
              <a:defRPr>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lnSpc>
                <a:spcPct val="120000"/>
              </a:lnSpc>
              <a:spcBef>
                <a:spcPct val="30000"/>
              </a:spcBef>
              <a:spcAft>
                <a:spcPct val="0"/>
              </a:spcAft>
              <a:buClr>
                <a:srgbClr val="CC0000"/>
              </a:buClr>
              <a:buBlip>
                <a:blip r:embed="rId2"/>
              </a:buBlip>
            </a:pPr>
            <a:r>
              <a:rPr lang="zh-CN" altLang="en-US" sz="2600" b="1">
                <a:solidFill>
                  <a:srgbClr val="000000"/>
                </a:solidFill>
                <a:latin typeface="Times New Roman" panose="02020603050405020304" pitchFamily="18" charset="0"/>
              </a:rPr>
              <a:t>隐马尔可夫模型：</a:t>
            </a:r>
            <a:r>
              <a:rPr lang="zh-CN" altLang="en-US" sz="2600" b="1">
                <a:solidFill>
                  <a:srgbClr val="000000"/>
                </a:solidFill>
                <a:latin typeface="Arial" panose="020B0604020202020204" pitchFamily="34" charset="0"/>
              </a:rPr>
              <a:t> 表示序列可能出现的一种方法。</a:t>
            </a:r>
            <a:r>
              <a:rPr lang="zh-CN" altLang="en-US" sz="2600">
                <a:solidFill>
                  <a:srgbClr val="003366"/>
                </a:solidFill>
                <a:latin typeface="Arial" panose="020B0604020202020204" pitchFamily="34" charset="0"/>
              </a:rPr>
              <a:t> </a:t>
            </a:r>
            <a:endParaRPr lang="zh-CN" altLang="en-US" sz="2800" b="1">
              <a:solidFill>
                <a:srgbClr val="000000"/>
              </a:solidFill>
              <a:latin typeface="Times New Roman" panose="02020603050405020304" pitchFamily="18" charset="0"/>
            </a:endParaRPr>
          </a:p>
        </p:txBody>
      </p:sp>
      <p:pic>
        <p:nvPicPr>
          <p:cNvPr id="844804" name="Picture 4">
            <a:extLst>
              <a:ext uri="{FF2B5EF4-FFF2-40B4-BE49-F238E27FC236}">
                <a16:creationId xmlns:a16="http://schemas.microsoft.com/office/drawing/2014/main" id="{4809132F-07B1-40F2-A3C7-AA5137D726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0239" y="1809751"/>
            <a:ext cx="8296275" cy="409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4805" name="AutoShape 5">
            <a:extLst>
              <a:ext uri="{FF2B5EF4-FFF2-40B4-BE49-F238E27FC236}">
                <a16:creationId xmlns:a16="http://schemas.microsoft.com/office/drawing/2014/main" id="{7A365899-A101-406E-ADB1-E8AC59B3CB7F}"/>
              </a:ext>
            </a:extLst>
          </p:cNvPr>
          <p:cNvSpPr>
            <a:spLocks noChangeArrowheads="1"/>
          </p:cNvSpPr>
          <p:nvPr/>
        </p:nvSpPr>
        <p:spPr bwMode="auto">
          <a:xfrm>
            <a:off x="6589713" y="1784351"/>
            <a:ext cx="3802062" cy="841375"/>
          </a:xfrm>
          <a:prstGeom prst="wedgeRectCallout">
            <a:avLst>
              <a:gd name="adj1" fmla="val -73130"/>
              <a:gd name="adj2" fmla="val -69810"/>
            </a:avLst>
          </a:prstGeom>
          <a:gradFill rotWithShape="1">
            <a:gsLst>
              <a:gs pos="0">
                <a:srgbClr val="FFFF00">
                  <a:alpha val="39998"/>
                </a:srgbClr>
              </a:gs>
              <a:gs pos="100000">
                <a:schemeClr val="bg1"/>
              </a:gs>
            </a:gsLst>
            <a:path path="rect">
              <a:fillToRect r="100000" b="100000"/>
            </a:path>
          </a:gradFill>
          <a:ln w="9525"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en-US" altLang="zh-CN" sz="2600" i="1">
                <a:solidFill>
                  <a:srgbClr val="000000"/>
                </a:solidFill>
                <a:latin typeface="Times New Roman" panose="02020603050405020304" pitchFamily="18" charset="0"/>
              </a:rPr>
              <a:t>y</a:t>
            </a:r>
            <a:r>
              <a:rPr lang="zh-CN" altLang="en-US" sz="2600">
                <a:solidFill>
                  <a:srgbClr val="000000"/>
                </a:solidFill>
                <a:latin typeface="Times New Roman" panose="02020603050405020304" pitchFamily="18" charset="0"/>
              </a:rPr>
              <a:t>跟在</a:t>
            </a:r>
            <a:r>
              <a:rPr lang="en-US" altLang="zh-CN" sz="2600" i="1">
                <a:solidFill>
                  <a:srgbClr val="000000"/>
                </a:solidFill>
                <a:latin typeface="Times New Roman" panose="02020603050405020304" pitchFamily="18" charset="0"/>
              </a:rPr>
              <a:t>ph</a:t>
            </a:r>
            <a:r>
              <a:rPr lang="zh-CN" altLang="en-US" sz="2600">
                <a:solidFill>
                  <a:srgbClr val="000000"/>
                </a:solidFill>
                <a:latin typeface="Times New Roman" panose="02020603050405020304" pitchFamily="18" charset="0"/>
              </a:rPr>
              <a:t>后面出现的概率</a:t>
            </a:r>
            <a:r>
              <a:rPr lang="en-US" altLang="zh-CN" sz="2600">
                <a:solidFill>
                  <a:srgbClr val="000000"/>
                </a:solidFill>
                <a:latin typeface="Times New Roman" panose="02020603050405020304" pitchFamily="18" charset="0"/>
              </a:rPr>
              <a:t>&gt;</a:t>
            </a:r>
            <a:r>
              <a:rPr lang="zh-CN" altLang="en-US" sz="2600">
                <a:solidFill>
                  <a:srgbClr val="000000"/>
                </a:solidFill>
                <a:latin typeface="Times New Roman" panose="02020603050405020304" pitchFamily="18" charset="0"/>
              </a:rPr>
              <a:t>跟在</a:t>
            </a:r>
            <a:r>
              <a:rPr lang="en-US" altLang="zh-CN" sz="2600" i="1">
                <a:solidFill>
                  <a:srgbClr val="000000"/>
                </a:solidFill>
                <a:latin typeface="Times New Roman" panose="02020603050405020304" pitchFamily="18" charset="0"/>
              </a:rPr>
              <a:t>t</a:t>
            </a:r>
            <a:r>
              <a:rPr lang="zh-CN" altLang="en-US" sz="2600">
                <a:solidFill>
                  <a:srgbClr val="000000"/>
                </a:solidFill>
                <a:latin typeface="Times New Roman" panose="02020603050405020304" pitchFamily="18" charset="0"/>
              </a:rPr>
              <a:t>后面出现的概率</a:t>
            </a:r>
          </a:p>
        </p:txBody>
      </p:sp>
      <p:sp>
        <p:nvSpPr>
          <p:cNvPr id="844806" name="AutoShape 6">
            <a:extLst>
              <a:ext uri="{FF2B5EF4-FFF2-40B4-BE49-F238E27FC236}">
                <a16:creationId xmlns:a16="http://schemas.microsoft.com/office/drawing/2014/main" id="{172135FE-779A-4D8F-B15B-D1B209B527EF}"/>
              </a:ext>
            </a:extLst>
          </p:cNvPr>
          <p:cNvSpPr>
            <a:spLocks/>
          </p:cNvSpPr>
          <p:nvPr/>
        </p:nvSpPr>
        <p:spPr bwMode="auto">
          <a:xfrm>
            <a:off x="2239964" y="6083300"/>
            <a:ext cx="7908925" cy="609600"/>
          </a:xfrm>
          <a:prstGeom prst="accentBorderCallout2">
            <a:avLst>
              <a:gd name="adj1" fmla="val 18750"/>
              <a:gd name="adj2" fmla="val -963"/>
              <a:gd name="adj3" fmla="val 18750"/>
              <a:gd name="adj4" fmla="val -2407"/>
              <a:gd name="adj5" fmla="val -26565"/>
              <a:gd name="adj6" fmla="val -3912"/>
            </a:avLst>
          </a:prstGeom>
          <a:gradFill rotWithShape="1">
            <a:gsLst>
              <a:gs pos="0">
                <a:srgbClr val="0000FF">
                  <a:alpha val="39998"/>
                </a:srgbClr>
              </a:gs>
              <a:gs pos="100000">
                <a:schemeClr val="bg1"/>
              </a:gs>
            </a:gsLst>
            <a:path path="rect">
              <a:fillToRect l="100000" t="100000"/>
            </a:path>
          </a:gradFill>
          <a:ln w="9525" algn="ctr">
            <a:solidFill>
              <a:srgbClr val="FFFF00"/>
            </a:solidFill>
            <a:miter lim="800000"/>
            <a:headEnd type="triangle" w="med" len="me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fontAlgn="base">
              <a:spcBef>
                <a:spcPct val="0"/>
              </a:spcBef>
              <a:spcAft>
                <a:spcPct val="0"/>
              </a:spcAft>
            </a:pPr>
            <a:r>
              <a:rPr lang="zh-CN" altLang="en-US" sz="2600" b="1">
                <a:solidFill>
                  <a:srgbClr val="000000"/>
                </a:solidFill>
                <a:latin typeface="Times New Roman" panose="02020603050405020304" pitchFamily="18" charset="0"/>
              </a:rPr>
              <a:t>例</a:t>
            </a:r>
            <a:r>
              <a:rPr lang="zh-CN" altLang="en-US" sz="2600">
                <a:solidFill>
                  <a:srgbClr val="000000"/>
                </a:solidFill>
                <a:latin typeface="Times New Roman" panose="02020603050405020304" pitchFamily="18" charset="0"/>
              </a:rPr>
              <a:t>   序列：</a:t>
            </a:r>
            <a:r>
              <a:rPr lang="en-US" altLang="zh-CN" sz="2600">
                <a:solidFill>
                  <a:srgbClr val="000000"/>
                </a:solidFill>
                <a:latin typeface="Times New Roman" panose="02020603050405020304" pitchFamily="18" charset="0"/>
              </a:rPr>
              <a:t>1 2 3 3 4</a:t>
            </a:r>
            <a:r>
              <a:rPr lang="zh-CN" altLang="en-US" sz="2600">
                <a:solidFill>
                  <a:srgbClr val="000000"/>
                </a:solidFill>
                <a:latin typeface="Times New Roman" panose="02020603050405020304" pitchFamily="18" charset="0"/>
              </a:rPr>
              <a:t>。则概率</a:t>
            </a:r>
            <a:r>
              <a:rPr lang="en-US" altLang="zh-CN" sz="2600">
                <a:solidFill>
                  <a:srgbClr val="000000"/>
                </a:solidFill>
                <a:latin typeface="Times New Roman" panose="02020603050405020304" pitchFamily="18" charset="0"/>
              </a:rPr>
              <a:t>0.9×0.5×0.4×0.6=0.108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44805"/>
                                        </p:tgtEl>
                                        <p:attrNameLst>
                                          <p:attrName>style.visibility</p:attrName>
                                        </p:attrNameLst>
                                      </p:cBhvr>
                                      <p:to>
                                        <p:strVal val="visible"/>
                                      </p:to>
                                    </p:set>
                                    <p:anim calcmode="lin" valueType="num">
                                      <p:cBhvr additive="base">
                                        <p:cTn id="7" dur="500" fill="hold"/>
                                        <p:tgtEl>
                                          <p:spTgt spid="844805"/>
                                        </p:tgtEl>
                                        <p:attrNameLst>
                                          <p:attrName>ppt_x</p:attrName>
                                        </p:attrNameLst>
                                      </p:cBhvr>
                                      <p:tavLst>
                                        <p:tav tm="0">
                                          <p:val>
                                            <p:strVal val="1+#ppt_w/2"/>
                                          </p:val>
                                        </p:tav>
                                        <p:tav tm="100000">
                                          <p:val>
                                            <p:strVal val="#ppt_x"/>
                                          </p:val>
                                        </p:tav>
                                      </p:tavLst>
                                    </p:anim>
                                    <p:anim calcmode="lin" valueType="num">
                                      <p:cBhvr additive="base">
                                        <p:cTn id="8" dur="500" fill="hold"/>
                                        <p:tgtEl>
                                          <p:spTgt spid="844805"/>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844805"/>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44804"/>
                                        </p:tgtEl>
                                        <p:attrNameLst>
                                          <p:attrName>style.visibility</p:attrName>
                                        </p:attrNameLst>
                                      </p:cBhvr>
                                      <p:to>
                                        <p:strVal val="visible"/>
                                      </p:to>
                                    </p:set>
                                    <p:anim calcmode="lin" valueType="num">
                                      <p:cBhvr additive="base">
                                        <p:cTn id="13" dur="500" fill="hold"/>
                                        <p:tgtEl>
                                          <p:spTgt spid="844804"/>
                                        </p:tgtEl>
                                        <p:attrNameLst>
                                          <p:attrName>ppt_x</p:attrName>
                                        </p:attrNameLst>
                                      </p:cBhvr>
                                      <p:tavLst>
                                        <p:tav tm="0">
                                          <p:val>
                                            <p:strVal val="#ppt_x"/>
                                          </p:val>
                                        </p:tav>
                                        <p:tav tm="100000">
                                          <p:val>
                                            <p:strVal val="#ppt_x"/>
                                          </p:val>
                                        </p:tav>
                                      </p:tavLst>
                                    </p:anim>
                                    <p:anim calcmode="lin" valueType="num">
                                      <p:cBhvr additive="base">
                                        <p:cTn id="14" dur="500" fill="hold"/>
                                        <p:tgtEl>
                                          <p:spTgt spid="844804"/>
                                        </p:tgtEl>
                                        <p:attrNameLst>
                                          <p:attrName>ppt_y</p:attrName>
                                        </p:attrNameLst>
                                      </p:cBhvr>
                                      <p:tavLst>
                                        <p:tav tm="0">
                                          <p:val>
                                            <p:strVal val="1+#ppt_h/2"/>
                                          </p:val>
                                        </p:tav>
                                        <p:tav tm="100000">
                                          <p:val>
                                            <p:strVal val="#ppt_y"/>
                                          </p:val>
                                        </p:tav>
                                      </p:tavLst>
                                    </p:anim>
                                  </p:childTnLst>
                                </p:cTn>
                              </p:par>
                            </p:childTnLst>
                          </p:cTn>
                        </p:par>
                        <p:par>
                          <p:cTn id="15" fill="hold" nodeType="afterGroup">
                            <p:stCondLst>
                              <p:cond delay="500"/>
                            </p:stCondLst>
                            <p:childTnLst>
                              <p:par>
                                <p:cTn id="16" presetID="2" presetClass="entr" presetSubtype="4" fill="hold" grpId="0" nodeType="afterEffect">
                                  <p:stCondLst>
                                    <p:cond delay="0"/>
                                  </p:stCondLst>
                                  <p:childTnLst>
                                    <p:set>
                                      <p:cBhvr>
                                        <p:cTn id="17" dur="1" fill="hold">
                                          <p:stCondLst>
                                            <p:cond delay="0"/>
                                          </p:stCondLst>
                                        </p:cTn>
                                        <p:tgtEl>
                                          <p:spTgt spid="844806"/>
                                        </p:tgtEl>
                                        <p:attrNameLst>
                                          <p:attrName>style.visibility</p:attrName>
                                        </p:attrNameLst>
                                      </p:cBhvr>
                                      <p:to>
                                        <p:strVal val="visible"/>
                                      </p:to>
                                    </p:set>
                                    <p:anim calcmode="lin" valueType="num">
                                      <p:cBhvr additive="base">
                                        <p:cTn id="18" dur="500" fill="hold"/>
                                        <p:tgtEl>
                                          <p:spTgt spid="844806"/>
                                        </p:tgtEl>
                                        <p:attrNameLst>
                                          <p:attrName>ppt_x</p:attrName>
                                        </p:attrNameLst>
                                      </p:cBhvr>
                                      <p:tavLst>
                                        <p:tav tm="0">
                                          <p:val>
                                            <p:strVal val="#ppt_x"/>
                                          </p:val>
                                        </p:tav>
                                        <p:tav tm="100000">
                                          <p:val>
                                            <p:strVal val="#ppt_x"/>
                                          </p:val>
                                        </p:tav>
                                      </p:tavLst>
                                    </p:anim>
                                    <p:anim calcmode="lin" valueType="num">
                                      <p:cBhvr additive="base">
                                        <p:cTn id="19" dur="500" fill="hold"/>
                                        <p:tgtEl>
                                          <p:spTgt spid="8448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4805" grpId="0" animBg="1" autoUpdateAnimBg="0"/>
      <p:bldP spid="844806" grpId="0" animBg="1"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灯片编号占位符 3">
            <a:extLst>
              <a:ext uri="{FF2B5EF4-FFF2-40B4-BE49-F238E27FC236}">
                <a16:creationId xmlns:a16="http://schemas.microsoft.com/office/drawing/2014/main" id="{B14C045F-9A59-4DD1-BD4B-F0D9A9140A4B}"/>
              </a:ext>
            </a:extLst>
          </p:cNvPr>
          <p:cNvSpPr>
            <a:spLocks noGrp="1"/>
          </p:cNvSpPr>
          <p:nvPr>
            <p:ph type="sldNum" sz="quarter" idx="10"/>
          </p:nvPr>
        </p:nvSpPr>
        <p:spPr/>
        <p:txBody>
          <a:bodyPr/>
          <a:lstStyle/>
          <a:p>
            <a:pPr fontAlgn="base">
              <a:spcBef>
                <a:spcPct val="0"/>
              </a:spcBef>
              <a:spcAft>
                <a:spcPct val="0"/>
              </a:spcAft>
              <a:defRPr/>
            </a:pPr>
            <a:fld id="{CE32EB49-7542-4596-8A7A-1D5AA296E7DA}" type="slidenum">
              <a:rPr lang="ja-JP" altLang="en-US">
                <a:latin typeface="Arial"/>
              </a:rPr>
              <a:pPr fontAlgn="base">
                <a:spcBef>
                  <a:spcPct val="0"/>
                </a:spcBef>
                <a:spcAft>
                  <a:spcPct val="0"/>
                </a:spcAft>
                <a:defRPr/>
              </a:pPr>
              <a:t>73</a:t>
            </a:fld>
            <a:endParaRPr lang="en-US" altLang="ja-JP">
              <a:latin typeface="Arial"/>
            </a:endParaRPr>
          </a:p>
        </p:txBody>
      </p:sp>
      <p:sp>
        <p:nvSpPr>
          <p:cNvPr id="686083" name="Rectangle 2">
            <a:extLst>
              <a:ext uri="{FF2B5EF4-FFF2-40B4-BE49-F238E27FC236}">
                <a16:creationId xmlns:a16="http://schemas.microsoft.com/office/drawing/2014/main" id="{DBEF3DFA-9E92-48A9-A39B-CF953BF2EC83}"/>
              </a:ext>
            </a:extLst>
          </p:cNvPr>
          <p:cNvSpPr>
            <a:spLocks noGrp="1" noChangeArrowheads="1"/>
          </p:cNvSpPr>
          <p:nvPr>
            <p:ph type="title"/>
          </p:nvPr>
        </p:nvSpPr>
        <p:spPr/>
        <p:txBody>
          <a:bodyPr/>
          <a:lstStyle/>
          <a:p>
            <a:pPr eaLnBrk="1" hangingPunct="1"/>
            <a:endParaRPr lang="zh-CN" altLang="zh-CN">
              <a:latin typeface="Times New Roman" panose="02020603050405020304" pitchFamily="18" charset="0"/>
            </a:endParaRPr>
          </a:p>
        </p:txBody>
      </p:sp>
      <p:sp>
        <p:nvSpPr>
          <p:cNvPr id="686084" name="Rectangle 3">
            <a:extLst>
              <a:ext uri="{FF2B5EF4-FFF2-40B4-BE49-F238E27FC236}">
                <a16:creationId xmlns:a16="http://schemas.microsoft.com/office/drawing/2014/main" id="{2CEC718F-90F7-40A9-972B-2B30BA9F6D5E}"/>
              </a:ext>
            </a:extLst>
          </p:cNvPr>
          <p:cNvSpPr>
            <a:spLocks noGrp="1" noChangeArrowheads="1"/>
          </p:cNvSpPr>
          <p:nvPr>
            <p:ph type="body" idx="1"/>
          </p:nvPr>
        </p:nvSpPr>
        <p:spPr>
          <a:xfrm>
            <a:off x="1774825" y="1022350"/>
            <a:ext cx="8642350" cy="596900"/>
          </a:xfrm>
          <a:noFill/>
        </p:spPr>
        <p:txBody>
          <a:bodyPr/>
          <a:lstStyle/>
          <a:p>
            <a:pPr algn="just" eaLnBrk="1" hangingPunct="1">
              <a:lnSpc>
                <a:spcPct val="110000"/>
              </a:lnSpc>
              <a:spcBef>
                <a:spcPct val="30000"/>
              </a:spcBef>
              <a:buFont typeface="Wingdings" panose="05000000000000000000" pitchFamily="2" charset="2"/>
              <a:buChar char="§"/>
            </a:pPr>
            <a:r>
              <a:rPr lang="zh-CN" altLang="en-US" b="1">
                <a:latin typeface="Times New Roman" panose="02020603050405020304" pitchFamily="18" charset="0"/>
              </a:rPr>
              <a:t>状态隐含，观察可测</a:t>
            </a:r>
          </a:p>
        </p:txBody>
      </p:sp>
      <p:sp>
        <p:nvSpPr>
          <p:cNvPr id="686085" name="Rectangle 4">
            <a:extLst>
              <a:ext uri="{FF2B5EF4-FFF2-40B4-BE49-F238E27FC236}">
                <a16:creationId xmlns:a16="http://schemas.microsoft.com/office/drawing/2014/main" id="{5F5644A6-CEC8-4A98-8B50-5690021DE94E}"/>
              </a:ext>
            </a:extLst>
          </p:cNvPr>
          <p:cNvSpPr>
            <a:spLocks noChangeArrowheads="1"/>
          </p:cNvSpPr>
          <p:nvPr/>
        </p:nvSpPr>
        <p:spPr bwMode="auto">
          <a:xfrm>
            <a:off x="1" y="80963"/>
            <a:ext cx="10653714" cy="633412"/>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dirty="0">
                <a:solidFill>
                  <a:srgbClr val="FFFFFF"/>
                </a:solidFill>
                <a:latin typeface="Times New Roman" panose="02020603050405020304" pitchFamily="18" charset="0"/>
                <a:ea typeface="黑体" panose="02010609060101010101" pitchFamily="49" charset="-122"/>
              </a:rPr>
              <a:t>12.4.4  </a:t>
            </a:r>
            <a:r>
              <a:rPr lang="zh-CN" altLang="en-US" sz="3600" dirty="0">
                <a:solidFill>
                  <a:srgbClr val="FFFFFF"/>
                </a:solidFill>
                <a:latin typeface="Times New Roman" panose="02020603050405020304" pitchFamily="18" charset="0"/>
                <a:ea typeface="黑体" panose="02010609060101010101" pitchFamily="49" charset="-122"/>
              </a:rPr>
              <a:t>基于隐马尔可夫模型的语音识别方法</a:t>
            </a:r>
          </a:p>
        </p:txBody>
      </p:sp>
      <p:sp>
        <p:nvSpPr>
          <p:cNvPr id="845829" name="Rectangle 5">
            <a:extLst>
              <a:ext uri="{FF2B5EF4-FFF2-40B4-BE49-F238E27FC236}">
                <a16:creationId xmlns:a16="http://schemas.microsoft.com/office/drawing/2014/main" id="{D482170F-6715-46F4-8506-EA3B3A22AC1D}"/>
              </a:ext>
            </a:extLst>
          </p:cNvPr>
          <p:cNvSpPr>
            <a:spLocks noChangeArrowheads="1"/>
          </p:cNvSpPr>
          <p:nvPr/>
        </p:nvSpPr>
        <p:spPr bwMode="auto">
          <a:xfrm>
            <a:off x="2055814" y="1704975"/>
            <a:ext cx="5449887" cy="895350"/>
          </a:xfrm>
          <a:prstGeom prst="rect">
            <a:avLst/>
          </a:prstGeom>
          <a:gradFill rotWithShape="1">
            <a:gsLst>
              <a:gs pos="0">
                <a:srgbClr val="008000">
                  <a:alpha val="39999"/>
                </a:srgbClr>
              </a:gs>
              <a:gs pos="50000">
                <a:schemeClr val="bg1"/>
              </a:gs>
              <a:gs pos="100000">
                <a:srgbClr val="008000">
                  <a:alpha val="39999"/>
                </a:srgbClr>
              </a:gs>
            </a:gsLst>
            <a:lin ang="18900000" scaled="1"/>
          </a:gradFill>
          <a:ln w="9525"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Clr>
                <a:srgbClr val="CC0000"/>
              </a:buClr>
              <a:buSzPct val="60000"/>
              <a:defRPr/>
            </a:pPr>
            <a:r>
              <a:rPr lang="zh-CN" altLang="en-US" sz="2600">
                <a:solidFill>
                  <a:srgbClr val="000000"/>
                </a:solidFill>
                <a:latin typeface="Times New Roman" panose="02020603050405020304" pitchFamily="18" charset="0"/>
              </a:rPr>
              <a:t>（</a:t>
            </a:r>
            <a:r>
              <a:rPr lang="en-US" altLang="zh-CN" sz="2600">
                <a:solidFill>
                  <a:srgbClr val="000000"/>
                </a:solidFill>
                <a:latin typeface="Times New Roman" panose="02020603050405020304" pitchFamily="18" charset="0"/>
              </a:rPr>
              <a:t>1</a:t>
            </a:r>
            <a:r>
              <a:rPr lang="zh-CN" altLang="en-US" sz="2600">
                <a:solidFill>
                  <a:srgbClr val="000000"/>
                </a:solidFill>
                <a:latin typeface="Times New Roman" panose="02020603050405020304" pitchFamily="18" charset="0"/>
              </a:rPr>
              <a:t>）观察符号是一帧帧的语音参数</a:t>
            </a:r>
          </a:p>
          <a:p>
            <a:pPr fontAlgn="base">
              <a:spcBef>
                <a:spcPct val="0"/>
              </a:spcBef>
              <a:spcAft>
                <a:spcPct val="0"/>
              </a:spcAft>
              <a:buClr>
                <a:srgbClr val="CC0000"/>
              </a:buClr>
              <a:buSzPct val="60000"/>
              <a:defRPr/>
            </a:pPr>
            <a:r>
              <a:rPr lang="zh-CN" altLang="en-US" sz="2600">
                <a:solidFill>
                  <a:srgbClr val="000000"/>
                </a:solidFill>
                <a:latin typeface="Times New Roman" panose="02020603050405020304" pitchFamily="18" charset="0"/>
              </a:rPr>
              <a:t>（</a:t>
            </a:r>
            <a:r>
              <a:rPr lang="en-US" altLang="zh-CN" sz="2600">
                <a:solidFill>
                  <a:srgbClr val="000000"/>
                </a:solidFill>
                <a:latin typeface="Times New Roman" panose="02020603050405020304" pitchFamily="18" charset="0"/>
              </a:rPr>
              <a:t>2</a:t>
            </a:r>
            <a:r>
              <a:rPr lang="zh-CN" altLang="en-US" sz="2600">
                <a:solidFill>
                  <a:srgbClr val="000000"/>
                </a:solidFill>
                <a:latin typeface="Times New Roman" panose="02020603050405020304" pitchFamily="18" charset="0"/>
              </a:rPr>
              <a:t>）状态序列是具体的语音内容</a:t>
            </a:r>
          </a:p>
        </p:txBody>
      </p:sp>
      <p:sp>
        <p:nvSpPr>
          <p:cNvPr id="845830" name="AutoShape 6">
            <a:extLst>
              <a:ext uri="{FF2B5EF4-FFF2-40B4-BE49-F238E27FC236}">
                <a16:creationId xmlns:a16="http://schemas.microsoft.com/office/drawing/2014/main" id="{46FE9E41-EA30-4B1C-8055-A49A272DF9A5}"/>
              </a:ext>
            </a:extLst>
          </p:cNvPr>
          <p:cNvSpPr>
            <a:spLocks/>
          </p:cNvSpPr>
          <p:nvPr/>
        </p:nvSpPr>
        <p:spPr bwMode="auto">
          <a:xfrm>
            <a:off x="7854951" y="1060450"/>
            <a:ext cx="2176463" cy="609600"/>
          </a:xfrm>
          <a:prstGeom prst="accentBorderCallout2">
            <a:avLst>
              <a:gd name="adj1" fmla="val 18750"/>
              <a:gd name="adj2" fmla="val -3500"/>
              <a:gd name="adj3" fmla="val 18750"/>
              <a:gd name="adj4" fmla="val -26185"/>
              <a:gd name="adj5" fmla="val 109375"/>
              <a:gd name="adj6" fmla="val -49454"/>
            </a:avLst>
          </a:prstGeom>
          <a:gradFill rotWithShape="0">
            <a:gsLst>
              <a:gs pos="0">
                <a:schemeClr val="accent2">
                  <a:alpha val="20000"/>
                </a:schemeClr>
              </a:gs>
              <a:gs pos="50000">
                <a:schemeClr val="bg1"/>
              </a:gs>
              <a:gs pos="100000">
                <a:schemeClr val="accent2">
                  <a:alpha val="20000"/>
                </a:schemeClr>
              </a:gs>
            </a:gsLst>
            <a:lin ang="2700000" scaled="1"/>
          </a:gradFill>
          <a:ln w="9525" algn="ctr">
            <a:solidFill>
              <a:srgbClr val="FF0000"/>
            </a:solidFill>
            <a:miter lim="800000"/>
            <a:headEnd type="triangle" w="med" len="me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algn="ctr" fontAlgn="base">
              <a:spcBef>
                <a:spcPct val="0"/>
              </a:spcBef>
              <a:spcAft>
                <a:spcPct val="0"/>
              </a:spcAft>
              <a:defRPr/>
            </a:pPr>
            <a:r>
              <a:rPr lang="en-US" altLang="zh-CN" sz="2600">
                <a:solidFill>
                  <a:srgbClr val="000000"/>
                </a:solidFill>
                <a:latin typeface="Times New Roman" panose="02020603050405020304" pitchFamily="18" charset="0"/>
                <a:ea typeface="宋体" panose="02010600030101010101" pitchFamily="2" charset="-122"/>
              </a:rPr>
              <a:t>LPC</a:t>
            </a:r>
            <a:r>
              <a:rPr lang="zh-CN" altLang="en-US" sz="2600">
                <a:solidFill>
                  <a:srgbClr val="000000"/>
                </a:solidFill>
                <a:latin typeface="Times New Roman" panose="02020603050405020304" pitchFamily="18" charset="0"/>
                <a:ea typeface="宋体" panose="02010600030101010101" pitchFamily="2" charset="-122"/>
              </a:rPr>
              <a:t>或</a:t>
            </a:r>
            <a:r>
              <a:rPr lang="en-US" altLang="zh-CN" sz="2600">
                <a:solidFill>
                  <a:srgbClr val="000000"/>
                </a:solidFill>
                <a:latin typeface="Times New Roman" panose="02020603050405020304" pitchFamily="18" charset="0"/>
                <a:ea typeface="宋体" panose="02010600030101010101" pitchFamily="2" charset="-122"/>
              </a:rPr>
              <a:t>MFCC</a:t>
            </a:r>
          </a:p>
        </p:txBody>
      </p:sp>
      <p:sp>
        <p:nvSpPr>
          <p:cNvPr id="845831" name="AutoShape 7">
            <a:extLst>
              <a:ext uri="{FF2B5EF4-FFF2-40B4-BE49-F238E27FC236}">
                <a16:creationId xmlns:a16="http://schemas.microsoft.com/office/drawing/2014/main" id="{08BE0438-0272-4B92-B710-423228FDB696}"/>
              </a:ext>
            </a:extLst>
          </p:cNvPr>
          <p:cNvSpPr>
            <a:spLocks/>
          </p:cNvSpPr>
          <p:nvPr/>
        </p:nvSpPr>
        <p:spPr bwMode="auto">
          <a:xfrm>
            <a:off x="7793038" y="2628900"/>
            <a:ext cx="1930400" cy="609600"/>
          </a:xfrm>
          <a:prstGeom prst="borderCallout2">
            <a:avLst>
              <a:gd name="adj1" fmla="val 18750"/>
              <a:gd name="adj2" fmla="val -3949"/>
              <a:gd name="adj3" fmla="val 18750"/>
              <a:gd name="adj4" fmla="val -33060"/>
              <a:gd name="adj5" fmla="val -14583"/>
              <a:gd name="adj6" fmla="val -63324"/>
            </a:avLst>
          </a:prstGeom>
          <a:gradFill rotWithShape="0">
            <a:gsLst>
              <a:gs pos="0">
                <a:schemeClr val="accent2">
                  <a:alpha val="20000"/>
                </a:schemeClr>
              </a:gs>
              <a:gs pos="50000">
                <a:schemeClr val="bg1"/>
              </a:gs>
              <a:gs pos="100000">
                <a:schemeClr val="accent2">
                  <a:alpha val="20000"/>
                </a:schemeClr>
              </a:gs>
            </a:gsLst>
            <a:lin ang="2700000" scaled="1"/>
          </a:gradFill>
          <a:ln w="9525" algn="ctr">
            <a:solidFill>
              <a:srgbClr val="FF0000"/>
            </a:solidFill>
            <a:miter lim="800000"/>
            <a:headEnd type="triangle" w="med" len="me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algn="ctr" fontAlgn="base">
              <a:spcBef>
                <a:spcPct val="0"/>
              </a:spcBef>
              <a:spcAft>
                <a:spcPct val="0"/>
              </a:spcAft>
              <a:defRPr/>
            </a:pPr>
            <a:r>
              <a:rPr lang="zh-CN" altLang="en-US" sz="2600">
                <a:solidFill>
                  <a:srgbClr val="000000"/>
                </a:solidFill>
                <a:latin typeface="Times New Roman" panose="02020603050405020304" pitchFamily="18" charset="0"/>
                <a:ea typeface="宋体" panose="02010600030101010101" pitchFamily="2" charset="-122"/>
              </a:rPr>
              <a:t>前进，后退</a:t>
            </a:r>
          </a:p>
        </p:txBody>
      </p:sp>
      <p:sp>
        <p:nvSpPr>
          <p:cNvPr id="845832" name="Text Box 8">
            <a:extLst>
              <a:ext uri="{FF2B5EF4-FFF2-40B4-BE49-F238E27FC236}">
                <a16:creationId xmlns:a16="http://schemas.microsoft.com/office/drawing/2014/main" id="{B3BB2549-FA3B-47A2-962A-ADDF696C833E}"/>
              </a:ext>
            </a:extLst>
          </p:cNvPr>
          <p:cNvSpPr txBox="1">
            <a:spLocks noChangeArrowheads="1"/>
          </p:cNvSpPr>
          <p:nvPr/>
        </p:nvSpPr>
        <p:spPr bwMode="auto">
          <a:xfrm>
            <a:off x="2074864" y="3294064"/>
            <a:ext cx="928687" cy="525401"/>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zh-CN" altLang="en-US" sz="2800" b="1">
                <a:solidFill>
                  <a:srgbClr val="000000"/>
                </a:solidFill>
                <a:latin typeface="Times New Roman" panose="02020603050405020304" pitchFamily="18" charset="0"/>
                <a:ea typeface="宋体" panose="02010600030101010101" pitchFamily="2" charset="-122"/>
              </a:rPr>
              <a:t>例：</a:t>
            </a:r>
          </a:p>
        </p:txBody>
      </p:sp>
      <p:pic>
        <p:nvPicPr>
          <p:cNvPr id="845833" name="Picture 9" descr="前进">
            <a:extLst>
              <a:ext uri="{FF2B5EF4-FFF2-40B4-BE49-F238E27FC236}">
                <a16:creationId xmlns:a16="http://schemas.microsoft.com/office/drawing/2014/main" id="{227F5966-A8D8-43D4-98D7-3AB45CEA2D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5750" y="3817938"/>
            <a:ext cx="2249488"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5834" name="Picture 10" descr="后退">
            <a:extLst>
              <a:ext uri="{FF2B5EF4-FFF2-40B4-BE49-F238E27FC236}">
                <a16:creationId xmlns:a16="http://schemas.microsoft.com/office/drawing/2014/main" id="{B91232C7-25C2-4DB5-B1D0-006276FDF6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950" y="3789363"/>
            <a:ext cx="2249488"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5835" name="Picture 11" descr="左移">
            <a:extLst>
              <a:ext uri="{FF2B5EF4-FFF2-40B4-BE49-F238E27FC236}">
                <a16:creationId xmlns:a16="http://schemas.microsoft.com/office/drawing/2014/main" id="{64D1C2EE-1135-4636-80B7-91EE1D1D38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4164" y="5197475"/>
            <a:ext cx="2249487"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5836" name="Picture 12" descr="右移">
            <a:extLst>
              <a:ext uri="{FF2B5EF4-FFF2-40B4-BE49-F238E27FC236}">
                <a16:creationId xmlns:a16="http://schemas.microsoft.com/office/drawing/2014/main" id="{11C664E6-1AAA-4C61-8A2C-630E6B683A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1239" y="5167314"/>
            <a:ext cx="2274887" cy="125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45830"/>
                                        </p:tgtEl>
                                        <p:attrNameLst>
                                          <p:attrName>style.visibility</p:attrName>
                                        </p:attrNameLst>
                                      </p:cBhvr>
                                      <p:to>
                                        <p:strVal val="visible"/>
                                      </p:to>
                                    </p:set>
                                    <p:anim calcmode="lin" valueType="num">
                                      <p:cBhvr additive="base">
                                        <p:cTn id="7" dur="1000" fill="hold"/>
                                        <p:tgtEl>
                                          <p:spTgt spid="845830"/>
                                        </p:tgtEl>
                                        <p:attrNameLst>
                                          <p:attrName>ppt_x</p:attrName>
                                        </p:attrNameLst>
                                      </p:cBhvr>
                                      <p:tavLst>
                                        <p:tav tm="0">
                                          <p:val>
                                            <p:strVal val="1+#ppt_w/2"/>
                                          </p:val>
                                        </p:tav>
                                        <p:tav tm="100000">
                                          <p:val>
                                            <p:strVal val="#ppt_x"/>
                                          </p:val>
                                        </p:tav>
                                      </p:tavLst>
                                    </p:anim>
                                    <p:anim calcmode="lin" valueType="num">
                                      <p:cBhvr additive="base">
                                        <p:cTn id="8" dur="1000" fill="hold"/>
                                        <p:tgtEl>
                                          <p:spTgt spid="845830"/>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845830"/>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45831"/>
                                        </p:tgtEl>
                                        <p:attrNameLst>
                                          <p:attrName>style.visibility</p:attrName>
                                        </p:attrNameLst>
                                      </p:cBhvr>
                                      <p:to>
                                        <p:strVal val="visible"/>
                                      </p:to>
                                    </p:set>
                                    <p:anim calcmode="lin" valueType="num">
                                      <p:cBhvr additive="base">
                                        <p:cTn id="13" dur="1000" fill="hold"/>
                                        <p:tgtEl>
                                          <p:spTgt spid="845831"/>
                                        </p:tgtEl>
                                        <p:attrNameLst>
                                          <p:attrName>ppt_x</p:attrName>
                                        </p:attrNameLst>
                                      </p:cBhvr>
                                      <p:tavLst>
                                        <p:tav tm="0">
                                          <p:val>
                                            <p:strVal val="1+#ppt_w/2"/>
                                          </p:val>
                                        </p:tav>
                                        <p:tav tm="100000">
                                          <p:val>
                                            <p:strVal val="#ppt_x"/>
                                          </p:val>
                                        </p:tav>
                                      </p:tavLst>
                                    </p:anim>
                                    <p:anim calcmode="lin" valueType="num">
                                      <p:cBhvr additive="base">
                                        <p:cTn id="14" dur="1000" fill="hold"/>
                                        <p:tgtEl>
                                          <p:spTgt spid="845831"/>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845831"/>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845832"/>
                                        </p:tgtEl>
                                        <p:attrNameLst>
                                          <p:attrName>style.visibility</p:attrName>
                                        </p:attrNameLst>
                                      </p:cBhvr>
                                      <p:to>
                                        <p:strVal val="visible"/>
                                      </p:to>
                                    </p:set>
                                    <p:animEffect transition="in" filter="wipe(down)">
                                      <p:cBhvr>
                                        <p:cTn id="19" dur="500"/>
                                        <p:tgtEl>
                                          <p:spTgt spid="845832"/>
                                        </p:tgtEl>
                                      </p:cBhvr>
                                    </p:animEffect>
                                  </p:childTnLst>
                                </p:cTn>
                              </p:par>
                            </p:childTnLst>
                          </p:cTn>
                        </p:par>
                        <p:par>
                          <p:cTn id="20" fill="hold" nodeType="afterGroup">
                            <p:stCondLst>
                              <p:cond delay="500"/>
                            </p:stCondLst>
                            <p:childTnLst>
                              <p:par>
                                <p:cTn id="21" presetID="18" presetClass="entr" presetSubtype="12" fill="hold" nodeType="afterEffect">
                                  <p:stCondLst>
                                    <p:cond delay="0"/>
                                  </p:stCondLst>
                                  <p:childTnLst>
                                    <p:set>
                                      <p:cBhvr>
                                        <p:cTn id="22" dur="1" fill="hold">
                                          <p:stCondLst>
                                            <p:cond delay="0"/>
                                          </p:stCondLst>
                                        </p:cTn>
                                        <p:tgtEl>
                                          <p:spTgt spid="845833"/>
                                        </p:tgtEl>
                                        <p:attrNameLst>
                                          <p:attrName>style.visibility</p:attrName>
                                        </p:attrNameLst>
                                      </p:cBhvr>
                                      <p:to>
                                        <p:strVal val="visible"/>
                                      </p:to>
                                    </p:set>
                                    <p:animEffect transition="in" filter="strips(downLeft)">
                                      <p:cBhvr>
                                        <p:cTn id="23" dur="500"/>
                                        <p:tgtEl>
                                          <p:spTgt spid="845833"/>
                                        </p:tgtEl>
                                      </p:cBhvr>
                                    </p:animEffect>
                                  </p:childTnLst>
                                </p:cTn>
                              </p:par>
                            </p:childTnLst>
                          </p:cTn>
                        </p:par>
                        <p:par>
                          <p:cTn id="24" fill="hold" nodeType="afterGroup">
                            <p:stCondLst>
                              <p:cond delay="1000"/>
                            </p:stCondLst>
                            <p:childTnLst>
                              <p:par>
                                <p:cTn id="25" presetID="21" presetClass="entr" presetSubtype="4" fill="hold" nodeType="afterEffect">
                                  <p:stCondLst>
                                    <p:cond delay="0"/>
                                  </p:stCondLst>
                                  <p:childTnLst>
                                    <p:set>
                                      <p:cBhvr>
                                        <p:cTn id="26" dur="1" fill="hold">
                                          <p:stCondLst>
                                            <p:cond delay="0"/>
                                          </p:stCondLst>
                                        </p:cTn>
                                        <p:tgtEl>
                                          <p:spTgt spid="845834"/>
                                        </p:tgtEl>
                                        <p:attrNameLst>
                                          <p:attrName>style.visibility</p:attrName>
                                        </p:attrNameLst>
                                      </p:cBhvr>
                                      <p:to>
                                        <p:strVal val="visible"/>
                                      </p:to>
                                    </p:set>
                                    <p:animEffect transition="in" filter="wheel(4)">
                                      <p:cBhvr>
                                        <p:cTn id="27" dur="1000"/>
                                        <p:tgtEl>
                                          <p:spTgt spid="845834"/>
                                        </p:tgtEl>
                                      </p:cBhvr>
                                    </p:animEffect>
                                  </p:childTnLst>
                                </p:cTn>
                              </p:par>
                            </p:childTnLst>
                          </p:cTn>
                        </p:par>
                        <p:par>
                          <p:cTn id="28" fill="hold" nodeType="afterGroup">
                            <p:stCondLst>
                              <p:cond delay="2000"/>
                            </p:stCondLst>
                            <p:childTnLst>
                              <p:par>
                                <p:cTn id="29" presetID="5" presetClass="entr" presetSubtype="10" fill="hold" nodeType="afterEffect">
                                  <p:stCondLst>
                                    <p:cond delay="0"/>
                                  </p:stCondLst>
                                  <p:childTnLst>
                                    <p:set>
                                      <p:cBhvr>
                                        <p:cTn id="30" dur="1" fill="hold">
                                          <p:stCondLst>
                                            <p:cond delay="0"/>
                                          </p:stCondLst>
                                        </p:cTn>
                                        <p:tgtEl>
                                          <p:spTgt spid="845835"/>
                                        </p:tgtEl>
                                        <p:attrNameLst>
                                          <p:attrName>style.visibility</p:attrName>
                                        </p:attrNameLst>
                                      </p:cBhvr>
                                      <p:to>
                                        <p:strVal val="visible"/>
                                      </p:to>
                                    </p:set>
                                    <p:animEffect transition="in" filter="checkerboard(across)">
                                      <p:cBhvr>
                                        <p:cTn id="31" dur="500"/>
                                        <p:tgtEl>
                                          <p:spTgt spid="845835"/>
                                        </p:tgtEl>
                                      </p:cBhvr>
                                    </p:animEffect>
                                  </p:childTnLst>
                                </p:cTn>
                              </p:par>
                            </p:childTnLst>
                          </p:cTn>
                        </p:par>
                        <p:par>
                          <p:cTn id="32" fill="hold" nodeType="afterGroup">
                            <p:stCondLst>
                              <p:cond delay="2500"/>
                            </p:stCondLst>
                            <p:childTnLst>
                              <p:par>
                                <p:cTn id="33" presetID="8" presetClass="entr" presetSubtype="16" fill="hold" nodeType="afterEffect">
                                  <p:stCondLst>
                                    <p:cond delay="0"/>
                                  </p:stCondLst>
                                  <p:childTnLst>
                                    <p:set>
                                      <p:cBhvr>
                                        <p:cTn id="34" dur="1" fill="hold">
                                          <p:stCondLst>
                                            <p:cond delay="0"/>
                                          </p:stCondLst>
                                        </p:cTn>
                                        <p:tgtEl>
                                          <p:spTgt spid="845836"/>
                                        </p:tgtEl>
                                        <p:attrNameLst>
                                          <p:attrName>style.visibility</p:attrName>
                                        </p:attrNameLst>
                                      </p:cBhvr>
                                      <p:to>
                                        <p:strVal val="visible"/>
                                      </p:to>
                                    </p:set>
                                    <p:animEffect transition="in" filter="diamond(in)">
                                      <p:cBhvr>
                                        <p:cTn id="35" dur="1000"/>
                                        <p:tgtEl>
                                          <p:spTgt spid="8458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5830" grpId="0" animBg="1"/>
      <p:bldP spid="845831" grpId="0" animBg="1"/>
      <p:bldP spid="845832" grpId="0"/>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灯片编号占位符 5">
            <a:extLst>
              <a:ext uri="{FF2B5EF4-FFF2-40B4-BE49-F238E27FC236}">
                <a16:creationId xmlns:a16="http://schemas.microsoft.com/office/drawing/2014/main" id="{CBB955E9-B707-45A6-BB08-5F178DAF83CB}"/>
              </a:ext>
            </a:extLst>
          </p:cNvPr>
          <p:cNvSpPr>
            <a:spLocks noGrp="1"/>
          </p:cNvSpPr>
          <p:nvPr>
            <p:ph type="sldNum" sz="quarter" idx="10"/>
          </p:nvPr>
        </p:nvSpPr>
        <p:spPr/>
        <p:txBody>
          <a:bodyPr/>
          <a:lstStyle/>
          <a:p>
            <a:pPr fontAlgn="base">
              <a:spcBef>
                <a:spcPct val="0"/>
              </a:spcBef>
              <a:spcAft>
                <a:spcPct val="0"/>
              </a:spcAft>
              <a:defRPr/>
            </a:pPr>
            <a:fld id="{4C9F8330-BC61-49B6-9038-FF1698EDC009}" type="slidenum">
              <a:rPr lang="ja-JP" altLang="en-US">
                <a:latin typeface="Arial"/>
              </a:rPr>
              <a:pPr fontAlgn="base">
                <a:spcBef>
                  <a:spcPct val="0"/>
                </a:spcBef>
                <a:spcAft>
                  <a:spcPct val="0"/>
                </a:spcAft>
                <a:defRPr/>
              </a:pPr>
              <a:t>74</a:t>
            </a:fld>
            <a:endParaRPr lang="en-US" altLang="ja-JP">
              <a:latin typeface="Arial"/>
            </a:endParaRPr>
          </a:p>
        </p:txBody>
      </p:sp>
      <p:sp>
        <p:nvSpPr>
          <p:cNvPr id="687107" name="Rectangle 2">
            <a:extLst>
              <a:ext uri="{FF2B5EF4-FFF2-40B4-BE49-F238E27FC236}">
                <a16:creationId xmlns:a16="http://schemas.microsoft.com/office/drawing/2014/main" id="{799D6F96-8574-4FF9-A1B8-50892D413B27}"/>
              </a:ext>
            </a:extLst>
          </p:cNvPr>
          <p:cNvSpPr>
            <a:spLocks noGrp="1" noChangeArrowheads="1"/>
          </p:cNvSpPr>
          <p:nvPr>
            <p:ph type="body" sz="half" idx="1"/>
          </p:nvPr>
        </p:nvSpPr>
        <p:spPr>
          <a:xfrm>
            <a:off x="1774825" y="908051"/>
            <a:ext cx="8642350" cy="5400675"/>
          </a:xfrm>
          <a:noFill/>
        </p:spPr>
        <p:txBody>
          <a:bodyPr/>
          <a:lstStyle/>
          <a:p>
            <a:pPr algn="just" eaLnBrk="1" hangingPunct="1">
              <a:lnSpc>
                <a:spcPct val="110000"/>
              </a:lnSpc>
              <a:spcBef>
                <a:spcPct val="30000"/>
              </a:spcBef>
              <a:buFont typeface="Wingdings" panose="05000000000000000000" pitchFamily="2" charset="2"/>
              <a:buChar char="§"/>
            </a:pPr>
            <a:r>
              <a:rPr lang="zh-CN" altLang="en-US" sz="2600" b="1">
                <a:latin typeface="Times New Roman" panose="02020603050405020304" pitchFamily="18" charset="0"/>
              </a:rPr>
              <a:t>解决三个基本问题：</a:t>
            </a:r>
          </a:p>
        </p:txBody>
      </p:sp>
      <p:sp>
        <p:nvSpPr>
          <p:cNvPr id="846851" name="Rectangle 3">
            <a:extLst>
              <a:ext uri="{FF2B5EF4-FFF2-40B4-BE49-F238E27FC236}">
                <a16:creationId xmlns:a16="http://schemas.microsoft.com/office/drawing/2014/main" id="{F84D21C5-898B-4EA2-92A2-00EEC631CAFD}"/>
              </a:ext>
            </a:extLst>
          </p:cNvPr>
          <p:cNvSpPr>
            <a:spLocks noChangeArrowheads="1"/>
          </p:cNvSpPr>
          <p:nvPr/>
        </p:nvSpPr>
        <p:spPr bwMode="auto">
          <a:xfrm>
            <a:off x="1878014" y="1701800"/>
            <a:ext cx="8410575" cy="3594100"/>
          </a:xfrm>
          <a:prstGeom prst="rect">
            <a:avLst/>
          </a:prstGeom>
          <a:gradFill rotWithShape="1">
            <a:gsLst>
              <a:gs pos="0">
                <a:srgbClr val="008000">
                  <a:alpha val="39999"/>
                </a:srgbClr>
              </a:gs>
              <a:gs pos="50000">
                <a:schemeClr val="bg1"/>
              </a:gs>
              <a:gs pos="100000">
                <a:srgbClr val="008000">
                  <a:alpha val="39999"/>
                </a:srgbClr>
              </a:gs>
            </a:gsLst>
            <a:lin ang="18900000" scaled="1"/>
          </a:gradFill>
          <a:ln w="9525" algn="ctr">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800100" indent="-342900">
              <a:defRPr>
                <a:solidFill>
                  <a:schemeClr val="tx1"/>
                </a:solidFill>
                <a:latin typeface="Arial" panose="020B0604020202020204" pitchFamily="34" charset="0"/>
                <a:ea typeface="宋体" panose="02010600030101010101" pitchFamily="2" charset="-122"/>
              </a:defRPr>
            </a:lvl2pPr>
            <a:lvl3pPr marL="1257300" indent="-3429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71700" indent="-342900">
              <a:defRPr>
                <a:solidFill>
                  <a:schemeClr val="tx1"/>
                </a:solidFill>
                <a:latin typeface="Arial" panose="020B0604020202020204" pitchFamily="34" charset="0"/>
                <a:ea typeface="宋体" panose="02010600030101010101" pitchFamily="2" charset="-122"/>
              </a:defRPr>
            </a:lvl5pPr>
            <a:lvl6pPr marL="26289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861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433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000500" indent="-3429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40000"/>
              </a:lnSpc>
              <a:spcBef>
                <a:spcPct val="20000"/>
              </a:spcBef>
              <a:spcAft>
                <a:spcPct val="0"/>
              </a:spcAft>
              <a:buClr>
                <a:srgbClr val="CC0000"/>
              </a:buClr>
              <a:buSzPct val="60000"/>
              <a:defRPr/>
            </a:pPr>
            <a:r>
              <a:rPr lang="zh-CN" altLang="en-US" sz="2600">
                <a:solidFill>
                  <a:srgbClr val="000000"/>
                </a:solidFill>
                <a:latin typeface="Times New Roman" panose="02020603050405020304" pitchFamily="18" charset="0"/>
              </a:rPr>
              <a:t>（</a:t>
            </a:r>
            <a:r>
              <a:rPr lang="en-US" altLang="zh-CN" sz="2600">
                <a:solidFill>
                  <a:srgbClr val="000000"/>
                </a:solidFill>
                <a:latin typeface="Times New Roman" panose="02020603050405020304" pitchFamily="18" charset="0"/>
              </a:rPr>
              <a:t>1</a:t>
            </a:r>
            <a:r>
              <a:rPr lang="zh-CN" altLang="en-US" sz="2600">
                <a:solidFill>
                  <a:srgbClr val="000000"/>
                </a:solidFill>
                <a:latin typeface="Times New Roman" panose="02020603050405020304" pitchFamily="18" charset="0"/>
              </a:rPr>
              <a:t>）输出概率计算问题：给定观察序列                          和</a:t>
            </a:r>
            <a:r>
              <a:rPr lang="en-US" altLang="zh-CN" sz="2600">
                <a:solidFill>
                  <a:srgbClr val="000000"/>
                </a:solidFill>
                <a:latin typeface="Times New Roman" panose="02020603050405020304" pitchFamily="18" charset="0"/>
              </a:rPr>
              <a:t>HMM</a:t>
            </a:r>
            <a:r>
              <a:rPr lang="zh-CN" altLang="en-US" sz="2600">
                <a:solidFill>
                  <a:srgbClr val="000000"/>
                </a:solidFill>
                <a:latin typeface="Times New Roman" panose="02020603050405020304" pitchFamily="18" charset="0"/>
              </a:rPr>
              <a:t>模型，计算输出概率 </a:t>
            </a:r>
            <a:r>
              <a:rPr lang="zh-CN" altLang="en-US" sz="2600" i="1">
                <a:solidFill>
                  <a:srgbClr val="000000"/>
                </a:solidFill>
                <a:latin typeface="Times New Roman" panose="02020603050405020304" pitchFamily="18" charset="0"/>
              </a:rPr>
              <a:t>              </a:t>
            </a:r>
            <a:r>
              <a:rPr lang="zh-CN" altLang="en-US" sz="2600">
                <a:solidFill>
                  <a:srgbClr val="000000"/>
                </a:solidFill>
                <a:latin typeface="Times New Roman" panose="02020603050405020304" pitchFamily="18" charset="0"/>
              </a:rPr>
              <a:t>。</a:t>
            </a:r>
          </a:p>
          <a:p>
            <a:pPr fontAlgn="base">
              <a:lnSpc>
                <a:spcPct val="140000"/>
              </a:lnSpc>
              <a:spcBef>
                <a:spcPct val="20000"/>
              </a:spcBef>
              <a:spcAft>
                <a:spcPct val="0"/>
              </a:spcAft>
              <a:buClr>
                <a:srgbClr val="CC0000"/>
              </a:buClr>
              <a:buSzPct val="60000"/>
              <a:defRPr/>
            </a:pPr>
            <a:r>
              <a:rPr lang="zh-CN" altLang="en-US" sz="2600">
                <a:solidFill>
                  <a:srgbClr val="000000"/>
                </a:solidFill>
                <a:latin typeface="Times New Roman" panose="02020603050405020304" pitchFamily="18" charset="0"/>
              </a:rPr>
              <a:t>（</a:t>
            </a:r>
            <a:r>
              <a:rPr lang="en-US" altLang="zh-CN" sz="2600">
                <a:solidFill>
                  <a:srgbClr val="000000"/>
                </a:solidFill>
                <a:latin typeface="Times New Roman" panose="02020603050405020304" pitchFamily="18" charset="0"/>
              </a:rPr>
              <a:t>2</a:t>
            </a:r>
            <a:r>
              <a:rPr lang="zh-CN" altLang="en-US" sz="2600">
                <a:solidFill>
                  <a:srgbClr val="000000"/>
                </a:solidFill>
                <a:latin typeface="Times New Roman" panose="02020603050405020304" pitchFamily="18" charset="0"/>
              </a:rPr>
              <a:t>）状态序列解码问题：给定观察序列                          和</a:t>
            </a:r>
            <a:r>
              <a:rPr lang="en-US" altLang="zh-CN" sz="2600">
                <a:solidFill>
                  <a:srgbClr val="000000"/>
                </a:solidFill>
                <a:latin typeface="Times New Roman" panose="02020603050405020304" pitchFamily="18" charset="0"/>
              </a:rPr>
              <a:t>HMM</a:t>
            </a:r>
            <a:r>
              <a:rPr lang="zh-CN" altLang="en-US" sz="2600">
                <a:solidFill>
                  <a:srgbClr val="000000"/>
                </a:solidFill>
                <a:latin typeface="Times New Roman" panose="02020603050405020304" pitchFamily="18" charset="0"/>
              </a:rPr>
              <a:t>模型，确定最优的转移序列。</a:t>
            </a:r>
          </a:p>
          <a:p>
            <a:pPr fontAlgn="base">
              <a:lnSpc>
                <a:spcPct val="140000"/>
              </a:lnSpc>
              <a:spcBef>
                <a:spcPct val="20000"/>
              </a:spcBef>
              <a:spcAft>
                <a:spcPct val="0"/>
              </a:spcAft>
              <a:buClr>
                <a:srgbClr val="CC0000"/>
              </a:buClr>
              <a:buSzPct val="60000"/>
              <a:defRPr/>
            </a:pPr>
            <a:r>
              <a:rPr lang="zh-CN" altLang="en-US" sz="2600">
                <a:solidFill>
                  <a:srgbClr val="000000"/>
                </a:solidFill>
                <a:latin typeface="Times New Roman" panose="02020603050405020304" pitchFamily="18" charset="0"/>
              </a:rPr>
              <a:t>（</a:t>
            </a:r>
            <a:r>
              <a:rPr lang="en-US" altLang="zh-CN" sz="2600">
                <a:solidFill>
                  <a:srgbClr val="000000"/>
                </a:solidFill>
                <a:latin typeface="Times New Roman" panose="02020603050405020304" pitchFamily="18" charset="0"/>
              </a:rPr>
              <a:t>3</a:t>
            </a:r>
            <a:r>
              <a:rPr lang="zh-CN" altLang="en-US" sz="2600">
                <a:solidFill>
                  <a:srgbClr val="000000"/>
                </a:solidFill>
                <a:latin typeface="Times New Roman" panose="02020603050405020304" pitchFamily="18" charset="0"/>
              </a:rPr>
              <a:t>）模型参数估计问题：调整模型                    </a:t>
            </a:r>
            <a:r>
              <a:rPr lang="zh-CN" altLang="en-US" sz="2400">
                <a:solidFill>
                  <a:srgbClr val="000000"/>
                </a:solidFill>
                <a:latin typeface="Times New Roman" panose="02020603050405020304" pitchFamily="18" charset="0"/>
              </a:rPr>
              <a:t>的参数，以使 </a:t>
            </a:r>
            <a:r>
              <a:rPr lang="zh-CN" altLang="en-US" sz="2600" i="1">
                <a:solidFill>
                  <a:srgbClr val="000000"/>
                </a:solidFill>
                <a:latin typeface="Times New Roman" panose="02020603050405020304" pitchFamily="18" charset="0"/>
              </a:rPr>
              <a:t>              </a:t>
            </a:r>
            <a:r>
              <a:rPr lang="zh-CN" altLang="en-US" sz="2600">
                <a:solidFill>
                  <a:srgbClr val="000000"/>
                </a:solidFill>
                <a:latin typeface="Times New Roman" panose="02020603050405020304" pitchFamily="18" charset="0"/>
              </a:rPr>
              <a:t>最大。</a:t>
            </a:r>
          </a:p>
        </p:txBody>
      </p:sp>
      <p:graphicFrame>
        <p:nvGraphicFramePr>
          <p:cNvPr id="687111" name="Object 4">
            <a:extLst>
              <a:ext uri="{FF2B5EF4-FFF2-40B4-BE49-F238E27FC236}">
                <a16:creationId xmlns:a16="http://schemas.microsoft.com/office/drawing/2014/main" id="{C35E964E-EDFB-40CC-9A98-A6CD97EEA916}"/>
              </a:ext>
            </a:extLst>
          </p:cNvPr>
          <p:cNvGraphicFramePr>
            <a:graphicFrameLocks noGrp="1" noChangeAspect="1"/>
          </p:cNvGraphicFramePr>
          <p:nvPr>
            <p:ph sz="quarter" idx="3"/>
          </p:nvPr>
        </p:nvGraphicFramePr>
        <p:xfrm>
          <a:off x="7762876" y="3082926"/>
          <a:ext cx="2320925" cy="474663"/>
        </p:xfrm>
        <a:graphic>
          <a:graphicData uri="http://schemas.openxmlformats.org/presentationml/2006/ole">
            <mc:AlternateContent xmlns:mc="http://schemas.openxmlformats.org/markup-compatibility/2006">
              <mc:Choice xmlns:v="urn:schemas-microsoft-com:vml" Requires="v">
                <p:oleObj spid="_x0000_s3260" name="公式" r:id="rId3" imgW="1117600" imgH="228600" progId="Equation.3">
                  <p:embed/>
                </p:oleObj>
              </mc:Choice>
              <mc:Fallback>
                <p:oleObj name="公式" r:id="rId3" imgW="1117600" imgH="228600" progId="Equation.3">
                  <p:embed/>
                  <p:pic>
                    <p:nvPicPr>
                      <p:cNvPr id="687111" name="Object 4">
                        <a:extLst>
                          <a:ext uri="{FF2B5EF4-FFF2-40B4-BE49-F238E27FC236}">
                            <a16:creationId xmlns:a16="http://schemas.microsoft.com/office/drawing/2014/main" id="{C35E964E-EDFB-40CC-9A98-A6CD97EEA9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62876" y="3082926"/>
                        <a:ext cx="2320925"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7112" name="Object 5">
            <a:extLst>
              <a:ext uri="{FF2B5EF4-FFF2-40B4-BE49-F238E27FC236}">
                <a16:creationId xmlns:a16="http://schemas.microsoft.com/office/drawing/2014/main" id="{BB5118BA-FF61-4E47-86C8-56B2AEE3FAAB}"/>
              </a:ext>
            </a:extLst>
          </p:cNvPr>
          <p:cNvGraphicFramePr>
            <a:graphicFrameLocks noGrp="1" noChangeAspect="1"/>
          </p:cNvGraphicFramePr>
          <p:nvPr>
            <p:ph sz="quarter" idx="2"/>
          </p:nvPr>
        </p:nvGraphicFramePr>
        <p:xfrm>
          <a:off x="7889876" y="1920876"/>
          <a:ext cx="2297113" cy="468313"/>
        </p:xfrm>
        <a:graphic>
          <a:graphicData uri="http://schemas.openxmlformats.org/presentationml/2006/ole">
            <mc:AlternateContent xmlns:mc="http://schemas.openxmlformats.org/markup-compatibility/2006">
              <mc:Choice xmlns:v="urn:schemas-microsoft-com:vml" Requires="v">
                <p:oleObj spid="_x0000_s3261" name="公式" r:id="rId5" imgW="1117600" imgH="228600" progId="Equation.3">
                  <p:embed/>
                </p:oleObj>
              </mc:Choice>
              <mc:Fallback>
                <p:oleObj name="公式" r:id="rId5" imgW="1117600" imgH="228600" progId="Equation.3">
                  <p:embed/>
                  <p:pic>
                    <p:nvPicPr>
                      <p:cNvPr id="687112" name="Object 5">
                        <a:extLst>
                          <a:ext uri="{FF2B5EF4-FFF2-40B4-BE49-F238E27FC236}">
                            <a16:creationId xmlns:a16="http://schemas.microsoft.com/office/drawing/2014/main" id="{BB5118BA-FF61-4E47-86C8-56B2AEE3FA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9876" y="1920876"/>
                        <a:ext cx="2297113" cy="468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7113" name="Object 6">
            <a:extLst>
              <a:ext uri="{FF2B5EF4-FFF2-40B4-BE49-F238E27FC236}">
                <a16:creationId xmlns:a16="http://schemas.microsoft.com/office/drawing/2014/main" id="{A98B3AF9-E131-40A2-B47E-295A505F363D}"/>
              </a:ext>
            </a:extLst>
          </p:cNvPr>
          <p:cNvGraphicFramePr>
            <a:graphicFrameLocks noChangeAspect="1"/>
          </p:cNvGraphicFramePr>
          <p:nvPr/>
        </p:nvGraphicFramePr>
        <p:xfrm>
          <a:off x="7123114" y="4291014"/>
          <a:ext cx="1685925" cy="401637"/>
        </p:xfrm>
        <a:graphic>
          <a:graphicData uri="http://schemas.openxmlformats.org/presentationml/2006/ole">
            <mc:AlternateContent xmlns:mc="http://schemas.openxmlformats.org/markup-compatibility/2006">
              <mc:Choice xmlns:v="urn:schemas-microsoft-com:vml" Requires="v">
                <p:oleObj spid="_x0000_s3262" name="公式" r:id="rId6" imgW="850531" imgH="203112" progId="Equation.3">
                  <p:embed/>
                </p:oleObj>
              </mc:Choice>
              <mc:Fallback>
                <p:oleObj name="公式" r:id="rId6" imgW="850531" imgH="203112" progId="Equation.3">
                  <p:embed/>
                  <p:pic>
                    <p:nvPicPr>
                      <p:cNvPr id="687113" name="Object 6">
                        <a:extLst>
                          <a:ext uri="{FF2B5EF4-FFF2-40B4-BE49-F238E27FC236}">
                            <a16:creationId xmlns:a16="http://schemas.microsoft.com/office/drawing/2014/main" id="{A98B3AF9-E131-40A2-B47E-295A505F363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23114" y="4291014"/>
                        <a:ext cx="1685925" cy="401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87114" name="Rectangle 7">
            <a:extLst>
              <a:ext uri="{FF2B5EF4-FFF2-40B4-BE49-F238E27FC236}">
                <a16:creationId xmlns:a16="http://schemas.microsoft.com/office/drawing/2014/main" id="{414BF55D-AE3E-4CFD-AD9B-A757F6741645}"/>
              </a:ext>
            </a:extLst>
          </p:cNvPr>
          <p:cNvSpPr>
            <a:spLocks noChangeArrowheads="1"/>
          </p:cNvSpPr>
          <p:nvPr/>
        </p:nvSpPr>
        <p:spPr bwMode="auto">
          <a:xfrm>
            <a:off x="0" y="1"/>
            <a:ext cx="12192000" cy="7143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dirty="0">
                <a:solidFill>
                  <a:srgbClr val="FFFFFF"/>
                </a:solidFill>
                <a:latin typeface="Times New Roman" panose="02020603050405020304" pitchFamily="18" charset="0"/>
                <a:ea typeface="黑体" panose="02010609060101010101" pitchFamily="49" charset="-122"/>
              </a:rPr>
              <a:t>12.4.4  </a:t>
            </a:r>
            <a:r>
              <a:rPr lang="zh-CN" altLang="en-US" sz="3600" dirty="0">
                <a:solidFill>
                  <a:srgbClr val="FFFFFF"/>
                </a:solidFill>
                <a:latin typeface="Times New Roman" panose="02020603050405020304" pitchFamily="18" charset="0"/>
                <a:ea typeface="黑体" panose="02010609060101010101" pitchFamily="49" charset="-122"/>
              </a:rPr>
              <a:t>基于隐马尔可夫模型的语音识别方法</a:t>
            </a:r>
          </a:p>
        </p:txBody>
      </p:sp>
      <p:graphicFrame>
        <p:nvGraphicFramePr>
          <p:cNvPr id="687115" name="Object 8">
            <a:extLst>
              <a:ext uri="{FF2B5EF4-FFF2-40B4-BE49-F238E27FC236}">
                <a16:creationId xmlns:a16="http://schemas.microsoft.com/office/drawing/2014/main" id="{87D23821-B910-491E-B983-51C70C81393B}"/>
              </a:ext>
            </a:extLst>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3263" name="公式" r:id="rId8" imgW="114151" imgH="215619" progId="Equation.3">
                  <p:embed/>
                </p:oleObj>
              </mc:Choice>
              <mc:Fallback>
                <p:oleObj name="公式" r:id="rId8" imgW="114151" imgH="215619" progId="Equation.3">
                  <p:embed/>
                  <p:pic>
                    <p:nvPicPr>
                      <p:cNvPr id="687115" name="Object 8">
                        <a:extLst>
                          <a:ext uri="{FF2B5EF4-FFF2-40B4-BE49-F238E27FC236}">
                            <a16:creationId xmlns:a16="http://schemas.microsoft.com/office/drawing/2014/main" id="{87D23821-B910-491E-B983-51C70C81393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7116" name="Object 9">
            <a:extLst>
              <a:ext uri="{FF2B5EF4-FFF2-40B4-BE49-F238E27FC236}">
                <a16:creationId xmlns:a16="http://schemas.microsoft.com/office/drawing/2014/main" id="{6A76F876-1932-4471-A43C-4785AF464EF4}"/>
              </a:ext>
            </a:extLst>
          </p:cNvPr>
          <p:cNvGraphicFramePr>
            <a:graphicFrameLocks noChangeAspect="1"/>
          </p:cNvGraphicFramePr>
          <p:nvPr/>
        </p:nvGraphicFramePr>
        <p:xfrm>
          <a:off x="6462713" y="2430464"/>
          <a:ext cx="1098550" cy="511175"/>
        </p:xfrm>
        <a:graphic>
          <a:graphicData uri="http://schemas.openxmlformats.org/presentationml/2006/ole">
            <mc:AlternateContent xmlns:mc="http://schemas.openxmlformats.org/markup-compatibility/2006">
              <mc:Choice xmlns:v="urn:schemas-microsoft-com:vml" Requires="v">
                <p:oleObj spid="_x0000_s3264" name="公式" r:id="rId10" imgW="545626" imgH="253780" progId="Equation.3">
                  <p:embed/>
                </p:oleObj>
              </mc:Choice>
              <mc:Fallback>
                <p:oleObj name="公式" r:id="rId10" imgW="545626" imgH="253780" progId="Equation.3">
                  <p:embed/>
                  <p:pic>
                    <p:nvPicPr>
                      <p:cNvPr id="687116" name="Object 9">
                        <a:extLst>
                          <a:ext uri="{FF2B5EF4-FFF2-40B4-BE49-F238E27FC236}">
                            <a16:creationId xmlns:a16="http://schemas.microsoft.com/office/drawing/2014/main" id="{6A76F876-1932-4471-A43C-4785AF464EF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62713" y="2430464"/>
                        <a:ext cx="1098550"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7117" name="Object 10">
            <a:extLst>
              <a:ext uri="{FF2B5EF4-FFF2-40B4-BE49-F238E27FC236}">
                <a16:creationId xmlns:a16="http://schemas.microsoft.com/office/drawing/2014/main" id="{C9E4930E-8CB6-4752-A0B2-CA365584DD63}"/>
              </a:ext>
            </a:extLst>
          </p:cNvPr>
          <p:cNvGraphicFramePr>
            <a:graphicFrameLocks noChangeAspect="1"/>
          </p:cNvGraphicFramePr>
          <p:nvPr/>
        </p:nvGraphicFramePr>
        <p:xfrm>
          <a:off x="3001963" y="4757739"/>
          <a:ext cx="1098550" cy="511175"/>
        </p:xfrm>
        <a:graphic>
          <a:graphicData uri="http://schemas.openxmlformats.org/presentationml/2006/ole">
            <mc:AlternateContent xmlns:mc="http://schemas.openxmlformats.org/markup-compatibility/2006">
              <mc:Choice xmlns:v="urn:schemas-microsoft-com:vml" Requires="v">
                <p:oleObj spid="_x0000_s3265" name="公式" r:id="rId12" imgW="545626" imgH="253780" progId="Equation.3">
                  <p:embed/>
                </p:oleObj>
              </mc:Choice>
              <mc:Fallback>
                <p:oleObj name="公式" r:id="rId12" imgW="545626" imgH="253780" progId="Equation.3">
                  <p:embed/>
                  <p:pic>
                    <p:nvPicPr>
                      <p:cNvPr id="687117" name="Object 10">
                        <a:extLst>
                          <a:ext uri="{FF2B5EF4-FFF2-40B4-BE49-F238E27FC236}">
                            <a16:creationId xmlns:a16="http://schemas.microsoft.com/office/drawing/2014/main" id="{C9E4930E-8CB6-4752-A0B2-CA365584DD6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01963" y="4757739"/>
                        <a:ext cx="1098550"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 name="灯片编号占位符 3">
            <a:extLst>
              <a:ext uri="{FF2B5EF4-FFF2-40B4-BE49-F238E27FC236}">
                <a16:creationId xmlns:a16="http://schemas.microsoft.com/office/drawing/2014/main" id="{32911C58-19C1-4438-8A5D-19DB01610AE6}"/>
              </a:ext>
            </a:extLst>
          </p:cNvPr>
          <p:cNvSpPr>
            <a:spLocks noGrp="1"/>
          </p:cNvSpPr>
          <p:nvPr>
            <p:ph type="sldNum" sz="quarter" idx="10"/>
          </p:nvPr>
        </p:nvSpPr>
        <p:spPr/>
        <p:txBody>
          <a:bodyPr/>
          <a:lstStyle/>
          <a:p>
            <a:pPr fontAlgn="base">
              <a:spcBef>
                <a:spcPct val="0"/>
              </a:spcBef>
              <a:spcAft>
                <a:spcPct val="0"/>
              </a:spcAft>
              <a:defRPr/>
            </a:pPr>
            <a:fld id="{0C32949B-456C-466F-B670-5632E718AF0F}" type="slidenum">
              <a:rPr lang="ja-JP" altLang="en-US">
                <a:latin typeface="Arial"/>
              </a:rPr>
              <a:pPr fontAlgn="base">
                <a:spcBef>
                  <a:spcPct val="0"/>
                </a:spcBef>
                <a:spcAft>
                  <a:spcPct val="0"/>
                </a:spcAft>
                <a:defRPr/>
              </a:pPr>
              <a:t>75</a:t>
            </a:fld>
            <a:endParaRPr lang="en-US" altLang="ja-JP">
              <a:latin typeface="Arial"/>
            </a:endParaRPr>
          </a:p>
        </p:txBody>
      </p:sp>
      <p:sp>
        <p:nvSpPr>
          <p:cNvPr id="847874" name="Rectangle 2">
            <a:extLst>
              <a:ext uri="{FF2B5EF4-FFF2-40B4-BE49-F238E27FC236}">
                <a16:creationId xmlns:a16="http://schemas.microsoft.com/office/drawing/2014/main" id="{16ED8B7D-B0F1-4639-9518-F22D2D3432C7}"/>
              </a:ext>
            </a:extLst>
          </p:cNvPr>
          <p:cNvSpPr>
            <a:spLocks noChangeArrowheads="1"/>
          </p:cNvSpPr>
          <p:nvPr/>
        </p:nvSpPr>
        <p:spPr bwMode="auto">
          <a:xfrm>
            <a:off x="4775201" y="1155701"/>
            <a:ext cx="1552575" cy="536575"/>
          </a:xfrm>
          <a:prstGeom prst="rect">
            <a:avLst/>
          </a:prstGeom>
          <a:gradFill rotWithShape="1">
            <a:gsLst>
              <a:gs pos="0">
                <a:schemeClr val="bg1"/>
              </a:gs>
              <a:gs pos="50000">
                <a:srgbClr val="33CCCC">
                  <a:alpha val="39999"/>
                </a:srgbClr>
              </a:gs>
              <a:gs pos="100000">
                <a:schemeClr val="bg1"/>
              </a:gs>
            </a:gsLst>
            <a:lin ang="18900000" scaled="1"/>
          </a:gradFill>
          <a:ln w="9525"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fontAlgn="base">
              <a:spcBef>
                <a:spcPct val="0"/>
              </a:spcBef>
              <a:spcAft>
                <a:spcPct val="0"/>
              </a:spcAft>
              <a:defRPr/>
            </a:pPr>
            <a:r>
              <a:rPr lang="zh-CN" altLang="en-US" sz="2600" b="1">
                <a:solidFill>
                  <a:srgbClr val="000000"/>
                </a:solidFill>
                <a:latin typeface="Times New Roman" panose="02020603050405020304" pitchFamily="18" charset="0"/>
                <a:ea typeface="宋体" panose="02010600030101010101" pitchFamily="2" charset="-122"/>
              </a:rPr>
              <a:t>输入语音</a:t>
            </a:r>
          </a:p>
        </p:txBody>
      </p:sp>
      <p:sp>
        <p:nvSpPr>
          <p:cNvPr id="847875" name="Oval 3">
            <a:extLst>
              <a:ext uri="{FF2B5EF4-FFF2-40B4-BE49-F238E27FC236}">
                <a16:creationId xmlns:a16="http://schemas.microsoft.com/office/drawing/2014/main" id="{1A323DFA-3E79-4E2C-B1F0-5DE4F0F9658C}"/>
              </a:ext>
            </a:extLst>
          </p:cNvPr>
          <p:cNvSpPr>
            <a:spLocks noChangeArrowheads="1"/>
          </p:cNvSpPr>
          <p:nvPr/>
        </p:nvSpPr>
        <p:spPr bwMode="auto">
          <a:xfrm>
            <a:off x="6572251" y="5341939"/>
            <a:ext cx="1901825" cy="898525"/>
          </a:xfrm>
          <a:prstGeom prst="ellipse">
            <a:avLst/>
          </a:prstGeom>
          <a:gradFill rotWithShape="1">
            <a:gsLst>
              <a:gs pos="0">
                <a:schemeClr val="bg1"/>
              </a:gs>
              <a:gs pos="50000">
                <a:srgbClr val="33CCCC">
                  <a:alpha val="39999"/>
                </a:srgbClr>
              </a:gs>
              <a:gs pos="100000">
                <a:schemeClr val="bg1"/>
              </a:gs>
            </a:gsLst>
            <a:lin ang="18900000" scaled="1"/>
          </a:gradFill>
          <a:ln w="9525" algn="ctr">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fontAlgn="base">
              <a:spcBef>
                <a:spcPct val="0"/>
              </a:spcBef>
              <a:spcAft>
                <a:spcPct val="0"/>
              </a:spcAft>
              <a:defRPr/>
            </a:pPr>
            <a:r>
              <a:rPr lang="zh-CN" altLang="en-US" sz="2600" b="1">
                <a:solidFill>
                  <a:srgbClr val="000000"/>
                </a:solidFill>
                <a:latin typeface="Times New Roman" panose="02020603050405020304" pitchFamily="18" charset="0"/>
                <a:ea typeface="宋体" panose="02010600030101010101" pitchFamily="2" charset="-122"/>
              </a:rPr>
              <a:t>比较结果</a:t>
            </a:r>
          </a:p>
        </p:txBody>
      </p:sp>
      <p:grpSp>
        <p:nvGrpSpPr>
          <p:cNvPr id="847876" name="Group 4">
            <a:extLst>
              <a:ext uri="{FF2B5EF4-FFF2-40B4-BE49-F238E27FC236}">
                <a16:creationId xmlns:a16="http://schemas.microsoft.com/office/drawing/2014/main" id="{CC9036DC-811C-488D-840B-A96DA7C8375A}"/>
              </a:ext>
            </a:extLst>
          </p:cNvPr>
          <p:cNvGrpSpPr>
            <a:grpSpLocks/>
          </p:cNvGrpSpPr>
          <p:nvPr/>
        </p:nvGrpSpPr>
        <p:grpSpPr bwMode="auto">
          <a:xfrm>
            <a:off x="4800601" y="1692275"/>
            <a:ext cx="1611313" cy="819150"/>
            <a:chOff x="2064" y="1399"/>
            <a:chExt cx="878" cy="516"/>
          </a:xfrm>
        </p:grpSpPr>
        <p:sp>
          <p:nvSpPr>
            <p:cNvPr id="847877" name="Rectangle 5">
              <a:extLst>
                <a:ext uri="{FF2B5EF4-FFF2-40B4-BE49-F238E27FC236}">
                  <a16:creationId xmlns:a16="http://schemas.microsoft.com/office/drawing/2014/main" id="{E3FE950B-1913-451D-9D59-7AF734DD5EAF}"/>
                </a:ext>
              </a:extLst>
            </p:cNvPr>
            <p:cNvSpPr>
              <a:spLocks noChangeArrowheads="1"/>
            </p:cNvSpPr>
            <p:nvPr/>
          </p:nvSpPr>
          <p:spPr bwMode="auto">
            <a:xfrm>
              <a:off x="2064" y="1577"/>
              <a:ext cx="878" cy="338"/>
            </a:xfrm>
            <a:prstGeom prst="rect">
              <a:avLst/>
            </a:prstGeom>
            <a:gradFill rotWithShape="1">
              <a:gsLst>
                <a:gs pos="0">
                  <a:schemeClr val="bg1"/>
                </a:gs>
                <a:gs pos="50000">
                  <a:srgbClr val="33CCCC">
                    <a:alpha val="39999"/>
                  </a:srgbClr>
                </a:gs>
                <a:gs pos="100000">
                  <a:schemeClr val="bg1"/>
                </a:gs>
              </a:gsLst>
              <a:lin ang="18900000" scaled="1"/>
            </a:gradFill>
            <a:ln w="9525"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fontAlgn="base">
                <a:spcBef>
                  <a:spcPct val="0"/>
                </a:spcBef>
                <a:spcAft>
                  <a:spcPct val="0"/>
                </a:spcAft>
                <a:defRPr/>
              </a:pPr>
              <a:r>
                <a:rPr lang="zh-CN" altLang="en-US" sz="2600" b="1">
                  <a:solidFill>
                    <a:srgbClr val="000000"/>
                  </a:solidFill>
                  <a:latin typeface="Times New Roman" panose="02020603050405020304" pitchFamily="18" charset="0"/>
                  <a:ea typeface="宋体" panose="02010600030101010101" pitchFamily="2" charset="-122"/>
                </a:rPr>
                <a:t>语音分析</a:t>
              </a:r>
            </a:p>
          </p:txBody>
        </p:sp>
        <p:sp>
          <p:nvSpPr>
            <p:cNvPr id="688158" name="Line 6">
              <a:extLst>
                <a:ext uri="{FF2B5EF4-FFF2-40B4-BE49-F238E27FC236}">
                  <a16:creationId xmlns:a16="http://schemas.microsoft.com/office/drawing/2014/main" id="{637418D6-6D66-4029-986B-600D7B52024C}"/>
                </a:ext>
              </a:extLst>
            </p:cNvPr>
            <p:cNvSpPr>
              <a:spLocks noChangeShapeType="1"/>
            </p:cNvSpPr>
            <p:nvPr/>
          </p:nvSpPr>
          <p:spPr bwMode="auto">
            <a:xfrm>
              <a:off x="2469" y="1399"/>
              <a:ext cx="0" cy="174"/>
            </a:xfrm>
            <a:prstGeom prst="line">
              <a:avLst/>
            </a:prstGeom>
            <a:noFill/>
            <a:ln w="476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847879" name="Group 7">
            <a:extLst>
              <a:ext uri="{FF2B5EF4-FFF2-40B4-BE49-F238E27FC236}">
                <a16:creationId xmlns:a16="http://schemas.microsoft.com/office/drawing/2014/main" id="{FB07D339-34F1-4E1F-A0BA-C5053F4D7767}"/>
              </a:ext>
            </a:extLst>
          </p:cNvPr>
          <p:cNvGrpSpPr>
            <a:grpSpLocks/>
          </p:cNvGrpSpPr>
          <p:nvPr/>
        </p:nvGrpSpPr>
        <p:grpSpPr bwMode="auto">
          <a:xfrm>
            <a:off x="4805364" y="2541589"/>
            <a:ext cx="1698625" cy="865187"/>
            <a:chOff x="2067" y="1934"/>
            <a:chExt cx="878" cy="509"/>
          </a:xfrm>
        </p:grpSpPr>
        <p:sp>
          <p:nvSpPr>
            <p:cNvPr id="847880" name="Rectangle 8">
              <a:extLst>
                <a:ext uri="{FF2B5EF4-FFF2-40B4-BE49-F238E27FC236}">
                  <a16:creationId xmlns:a16="http://schemas.microsoft.com/office/drawing/2014/main" id="{018BD7FA-DE3B-4694-B7D1-3583F9D42BFD}"/>
                </a:ext>
              </a:extLst>
            </p:cNvPr>
            <p:cNvSpPr>
              <a:spLocks noChangeArrowheads="1"/>
            </p:cNvSpPr>
            <p:nvPr/>
          </p:nvSpPr>
          <p:spPr bwMode="auto">
            <a:xfrm>
              <a:off x="2067" y="2105"/>
              <a:ext cx="878" cy="338"/>
            </a:xfrm>
            <a:prstGeom prst="rect">
              <a:avLst/>
            </a:prstGeom>
            <a:gradFill rotWithShape="1">
              <a:gsLst>
                <a:gs pos="0">
                  <a:schemeClr val="bg1"/>
                </a:gs>
                <a:gs pos="50000">
                  <a:srgbClr val="33CCCC">
                    <a:alpha val="39999"/>
                  </a:srgbClr>
                </a:gs>
                <a:gs pos="100000">
                  <a:schemeClr val="bg1"/>
                </a:gs>
              </a:gsLst>
              <a:lin ang="18900000" scaled="1"/>
            </a:gradFill>
            <a:ln w="9525"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fontAlgn="base">
                <a:spcBef>
                  <a:spcPct val="0"/>
                </a:spcBef>
                <a:spcAft>
                  <a:spcPct val="0"/>
                </a:spcAft>
                <a:defRPr/>
              </a:pPr>
              <a:r>
                <a:rPr lang="zh-CN" altLang="en-US" sz="2600" b="1">
                  <a:solidFill>
                    <a:srgbClr val="000000"/>
                  </a:solidFill>
                  <a:latin typeface="Times New Roman" panose="02020603050405020304" pitchFamily="18" charset="0"/>
                  <a:ea typeface="宋体" panose="02010600030101010101" pitchFamily="2" charset="-122"/>
                </a:rPr>
                <a:t>矢量量化</a:t>
              </a:r>
            </a:p>
          </p:txBody>
        </p:sp>
        <p:sp>
          <p:nvSpPr>
            <p:cNvPr id="688156" name="Line 9">
              <a:extLst>
                <a:ext uri="{FF2B5EF4-FFF2-40B4-BE49-F238E27FC236}">
                  <a16:creationId xmlns:a16="http://schemas.microsoft.com/office/drawing/2014/main" id="{D93D8235-2969-485B-9818-820B9FBFCB44}"/>
                </a:ext>
              </a:extLst>
            </p:cNvPr>
            <p:cNvSpPr>
              <a:spLocks noChangeShapeType="1"/>
            </p:cNvSpPr>
            <p:nvPr/>
          </p:nvSpPr>
          <p:spPr bwMode="auto">
            <a:xfrm>
              <a:off x="2482" y="1934"/>
              <a:ext cx="0" cy="174"/>
            </a:xfrm>
            <a:prstGeom prst="line">
              <a:avLst/>
            </a:prstGeom>
            <a:noFill/>
            <a:ln w="476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847882" name="Group 10">
            <a:extLst>
              <a:ext uri="{FF2B5EF4-FFF2-40B4-BE49-F238E27FC236}">
                <a16:creationId xmlns:a16="http://schemas.microsoft.com/office/drawing/2014/main" id="{FF1BAE67-DC81-46FE-8BB8-D67E467A3E1E}"/>
              </a:ext>
            </a:extLst>
          </p:cNvPr>
          <p:cNvGrpSpPr>
            <a:grpSpLocks/>
          </p:cNvGrpSpPr>
          <p:nvPr/>
        </p:nvGrpSpPr>
        <p:grpSpPr bwMode="auto">
          <a:xfrm>
            <a:off x="2971800" y="4297364"/>
            <a:ext cx="1625600" cy="1227137"/>
            <a:chOff x="840" y="3058"/>
            <a:chExt cx="1024" cy="773"/>
          </a:xfrm>
        </p:grpSpPr>
        <p:sp>
          <p:nvSpPr>
            <p:cNvPr id="847883" name="Oval 11">
              <a:extLst>
                <a:ext uri="{FF2B5EF4-FFF2-40B4-BE49-F238E27FC236}">
                  <a16:creationId xmlns:a16="http://schemas.microsoft.com/office/drawing/2014/main" id="{AF06B98B-D5D8-471E-BFDE-3410C0B9A139}"/>
                </a:ext>
              </a:extLst>
            </p:cNvPr>
            <p:cNvSpPr>
              <a:spLocks noChangeArrowheads="1"/>
            </p:cNvSpPr>
            <p:nvPr/>
          </p:nvSpPr>
          <p:spPr bwMode="auto">
            <a:xfrm>
              <a:off x="840" y="3265"/>
              <a:ext cx="1024" cy="566"/>
            </a:xfrm>
            <a:prstGeom prst="ellipse">
              <a:avLst/>
            </a:prstGeom>
            <a:gradFill rotWithShape="1">
              <a:gsLst>
                <a:gs pos="0">
                  <a:schemeClr val="bg1"/>
                </a:gs>
                <a:gs pos="50000">
                  <a:srgbClr val="33CCCC">
                    <a:alpha val="39999"/>
                  </a:srgbClr>
                </a:gs>
                <a:gs pos="100000">
                  <a:schemeClr val="bg1"/>
                </a:gs>
              </a:gsLst>
              <a:lin ang="18900000" scaled="1"/>
            </a:gradFill>
            <a:ln w="9525" algn="ctr">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fontAlgn="base">
                <a:spcBef>
                  <a:spcPct val="0"/>
                </a:spcBef>
                <a:spcAft>
                  <a:spcPct val="0"/>
                </a:spcAft>
                <a:defRPr/>
              </a:pPr>
              <a:r>
                <a:rPr lang="zh-CN" altLang="en-US" sz="2600" b="1">
                  <a:solidFill>
                    <a:srgbClr val="000000"/>
                  </a:solidFill>
                  <a:latin typeface="Times New Roman" panose="02020603050405020304" pitchFamily="18" charset="0"/>
                  <a:ea typeface="宋体" panose="02010600030101010101" pitchFamily="2" charset="-122"/>
                </a:rPr>
                <a:t>语音模型</a:t>
              </a:r>
            </a:p>
          </p:txBody>
        </p:sp>
        <p:sp>
          <p:nvSpPr>
            <p:cNvPr id="688154" name="Line 12">
              <a:extLst>
                <a:ext uri="{FF2B5EF4-FFF2-40B4-BE49-F238E27FC236}">
                  <a16:creationId xmlns:a16="http://schemas.microsoft.com/office/drawing/2014/main" id="{C7E0C364-3EB2-463E-8670-50AB7F9ACC7E}"/>
                </a:ext>
              </a:extLst>
            </p:cNvPr>
            <p:cNvSpPr>
              <a:spLocks noChangeShapeType="1"/>
            </p:cNvSpPr>
            <p:nvPr/>
          </p:nvSpPr>
          <p:spPr bwMode="auto">
            <a:xfrm>
              <a:off x="1349" y="3058"/>
              <a:ext cx="0" cy="174"/>
            </a:xfrm>
            <a:prstGeom prst="line">
              <a:avLst/>
            </a:prstGeom>
            <a:noFill/>
            <a:ln w="476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847885" name="Group 13">
            <a:extLst>
              <a:ext uri="{FF2B5EF4-FFF2-40B4-BE49-F238E27FC236}">
                <a16:creationId xmlns:a16="http://schemas.microsoft.com/office/drawing/2014/main" id="{4F01A8F6-0E91-4FA5-A454-6376EBDAE2DE}"/>
              </a:ext>
            </a:extLst>
          </p:cNvPr>
          <p:cNvGrpSpPr>
            <a:grpSpLocks/>
          </p:cNvGrpSpPr>
          <p:nvPr/>
        </p:nvGrpSpPr>
        <p:grpSpPr bwMode="auto">
          <a:xfrm>
            <a:off x="6848476" y="4251326"/>
            <a:ext cx="1393825" cy="803275"/>
            <a:chOff x="3226" y="3011"/>
            <a:chExt cx="878" cy="506"/>
          </a:xfrm>
        </p:grpSpPr>
        <p:sp>
          <p:nvSpPr>
            <p:cNvPr id="847886" name="Rectangle 14">
              <a:extLst>
                <a:ext uri="{FF2B5EF4-FFF2-40B4-BE49-F238E27FC236}">
                  <a16:creationId xmlns:a16="http://schemas.microsoft.com/office/drawing/2014/main" id="{A0AC9F25-B46B-48C2-BBDC-2A43CC36E370}"/>
                </a:ext>
              </a:extLst>
            </p:cNvPr>
            <p:cNvSpPr>
              <a:spLocks noChangeArrowheads="1"/>
            </p:cNvSpPr>
            <p:nvPr/>
          </p:nvSpPr>
          <p:spPr bwMode="auto">
            <a:xfrm>
              <a:off x="3226" y="3179"/>
              <a:ext cx="878" cy="338"/>
            </a:xfrm>
            <a:prstGeom prst="rect">
              <a:avLst/>
            </a:prstGeom>
            <a:gradFill rotWithShape="1">
              <a:gsLst>
                <a:gs pos="0">
                  <a:schemeClr val="bg1"/>
                </a:gs>
                <a:gs pos="50000">
                  <a:srgbClr val="33CCCC">
                    <a:alpha val="39999"/>
                  </a:srgbClr>
                </a:gs>
                <a:gs pos="100000">
                  <a:schemeClr val="bg1"/>
                </a:gs>
              </a:gsLst>
              <a:lin ang="18900000" scaled="1"/>
            </a:gradFill>
            <a:ln w="9525"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fontAlgn="base">
                <a:spcBef>
                  <a:spcPct val="0"/>
                </a:spcBef>
                <a:spcAft>
                  <a:spcPct val="0"/>
                </a:spcAft>
                <a:defRPr/>
              </a:pPr>
              <a:r>
                <a:rPr lang="zh-CN" altLang="en-US" sz="2600" b="1">
                  <a:solidFill>
                    <a:srgbClr val="000000"/>
                  </a:solidFill>
                  <a:latin typeface="Times New Roman" panose="02020603050405020304" pitchFamily="18" charset="0"/>
                  <a:ea typeface="宋体" panose="02010600030101010101" pitchFamily="2" charset="-122"/>
                </a:rPr>
                <a:t>比较判断</a:t>
              </a:r>
            </a:p>
          </p:txBody>
        </p:sp>
        <p:sp>
          <p:nvSpPr>
            <p:cNvPr id="688152" name="Line 15">
              <a:extLst>
                <a:ext uri="{FF2B5EF4-FFF2-40B4-BE49-F238E27FC236}">
                  <a16:creationId xmlns:a16="http://schemas.microsoft.com/office/drawing/2014/main" id="{BC6F6C8C-B0AA-4157-A18D-CF6253208F5C}"/>
                </a:ext>
              </a:extLst>
            </p:cNvPr>
            <p:cNvSpPr>
              <a:spLocks noChangeShapeType="1"/>
            </p:cNvSpPr>
            <p:nvPr/>
          </p:nvSpPr>
          <p:spPr bwMode="auto">
            <a:xfrm>
              <a:off x="3636" y="3011"/>
              <a:ext cx="0" cy="174"/>
            </a:xfrm>
            <a:prstGeom prst="line">
              <a:avLst/>
            </a:prstGeom>
            <a:noFill/>
            <a:ln w="476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sp>
        <p:nvSpPr>
          <p:cNvPr id="847888" name="Line 16">
            <a:extLst>
              <a:ext uri="{FF2B5EF4-FFF2-40B4-BE49-F238E27FC236}">
                <a16:creationId xmlns:a16="http://schemas.microsoft.com/office/drawing/2014/main" id="{6FBEBF9A-F3EB-45D3-9029-C6869556F784}"/>
              </a:ext>
            </a:extLst>
          </p:cNvPr>
          <p:cNvSpPr>
            <a:spLocks noChangeShapeType="1"/>
          </p:cNvSpPr>
          <p:nvPr/>
        </p:nvSpPr>
        <p:spPr bwMode="auto">
          <a:xfrm>
            <a:off x="7323138" y="5067301"/>
            <a:ext cx="0" cy="276225"/>
          </a:xfrm>
          <a:prstGeom prst="line">
            <a:avLst/>
          </a:prstGeom>
          <a:noFill/>
          <a:ln w="476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nvGrpSpPr>
          <p:cNvPr id="847889" name="Group 17">
            <a:extLst>
              <a:ext uri="{FF2B5EF4-FFF2-40B4-BE49-F238E27FC236}">
                <a16:creationId xmlns:a16="http://schemas.microsoft.com/office/drawing/2014/main" id="{E46264D2-305E-4B5E-9A60-7D201F2DAD53}"/>
              </a:ext>
            </a:extLst>
          </p:cNvPr>
          <p:cNvGrpSpPr>
            <a:grpSpLocks/>
          </p:cNvGrpSpPr>
          <p:nvPr/>
        </p:nvGrpSpPr>
        <p:grpSpPr bwMode="auto">
          <a:xfrm>
            <a:off x="2947988" y="3389313"/>
            <a:ext cx="2870200" cy="836612"/>
            <a:chOff x="897" y="2468"/>
            <a:chExt cx="1580" cy="527"/>
          </a:xfrm>
        </p:grpSpPr>
        <p:sp>
          <p:nvSpPr>
            <p:cNvPr id="847890" name="Rectangle 18">
              <a:extLst>
                <a:ext uri="{FF2B5EF4-FFF2-40B4-BE49-F238E27FC236}">
                  <a16:creationId xmlns:a16="http://schemas.microsoft.com/office/drawing/2014/main" id="{A93AB178-80BB-4404-9D43-58E69D6FA54C}"/>
                </a:ext>
              </a:extLst>
            </p:cNvPr>
            <p:cNvSpPr>
              <a:spLocks noChangeArrowheads="1"/>
            </p:cNvSpPr>
            <p:nvPr/>
          </p:nvSpPr>
          <p:spPr bwMode="auto">
            <a:xfrm>
              <a:off x="897" y="2657"/>
              <a:ext cx="933" cy="338"/>
            </a:xfrm>
            <a:prstGeom prst="rect">
              <a:avLst/>
            </a:prstGeom>
            <a:gradFill rotWithShape="1">
              <a:gsLst>
                <a:gs pos="0">
                  <a:schemeClr val="bg1"/>
                </a:gs>
                <a:gs pos="50000">
                  <a:srgbClr val="33CCCC">
                    <a:alpha val="39999"/>
                  </a:srgbClr>
                </a:gs>
                <a:gs pos="100000">
                  <a:schemeClr val="bg1"/>
                </a:gs>
              </a:gsLst>
              <a:lin ang="18900000" scaled="1"/>
            </a:gradFill>
            <a:ln w="9525"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fontAlgn="base">
                <a:spcBef>
                  <a:spcPct val="0"/>
                </a:spcBef>
                <a:spcAft>
                  <a:spcPct val="0"/>
                </a:spcAft>
                <a:defRPr/>
              </a:pPr>
              <a:r>
                <a:rPr lang="en-US" altLang="zh-CN" sz="2600" b="1">
                  <a:solidFill>
                    <a:srgbClr val="000000"/>
                  </a:solidFill>
                  <a:latin typeface="Times New Roman" panose="02020603050405020304" pitchFamily="18" charset="0"/>
                  <a:ea typeface="宋体" panose="02010600030101010101" pitchFamily="2" charset="-122"/>
                </a:rPr>
                <a:t>HMM</a:t>
              </a:r>
              <a:r>
                <a:rPr lang="zh-CN" altLang="en-US" sz="2600" b="1">
                  <a:solidFill>
                    <a:srgbClr val="000000"/>
                  </a:solidFill>
                  <a:latin typeface="Times New Roman" panose="02020603050405020304" pitchFamily="18" charset="0"/>
                  <a:ea typeface="宋体" panose="02010600030101010101" pitchFamily="2" charset="-122"/>
                </a:rPr>
                <a:t>训练</a:t>
              </a:r>
            </a:p>
          </p:txBody>
        </p:sp>
        <p:sp>
          <p:nvSpPr>
            <p:cNvPr id="688150" name="Line 19">
              <a:extLst>
                <a:ext uri="{FF2B5EF4-FFF2-40B4-BE49-F238E27FC236}">
                  <a16:creationId xmlns:a16="http://schemas.microsoft.com/office/drawing/2014/main" id="{5FC296CD-15DD-480F-AEF9-103EF8FA3E09}"/>
                </a:ext>
              </a:extLst>
            </p:cNvPr>
            <p:cNvSpPr>
              <a:spLocks noChangeShapeType="1"/>
            </p:cNvSpPr>
            <p:nvPr/>
          </p:nvSpPr>
          <p:spPr bwMode="auto">
            <a:xfrm flipH="1">
              <a:off x="1371" y="2468"/>
              <a:ext cx="1106" cy="136"/>
            </a:xfrm>
            <a:prstGeom prst="line">
              <a:avLst/>
            </a:prstGeom>
            <a:noFill/>
            <a:ln w="476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847892" name="Group 20">
            <a:extLst>
              <a:ext uri="{FF2B5EF4-FFF2-40B4-BE49-F238E27FC236}">
                <a16:creationId xmlns:a16="http://schemas.microsoft.com/office/drawing/2014/main" id="{71BF2FBB-0938-48B1-AD29-BF76820E1CA9}"/>
              </a:ext>
            </a:extLst>
          </p:cNvPr>
          <p:cNvGrpSpPr>
            <a:grpSpLocks/>
          </p:cNvGrpSpPr>
          <p:nvPr/>
        </p:nvGrpSpPr>
        <p:grpSpPr bwMode="auto">
          <a:xfrm>
            <a:off x="5530850" y="3390901"/>
            <a:ext cx="2565400" cy="790575"/>
            <a:chOff x="2478" y="2469"/>
            <a:chExt cx="1616" cy="498"/>
          </a:xfrm>
        </p:grpSpPr>
        <p:sp>
          <p:nvSpPr>
            <p:cNvPr id="847893" name="Rectangle 21">
              <a:extLst>
                <a:ext uri="{FF2B5EF4-FFF2-40B4-BE49-F238E27FC236}">
                  <a16:creationId xmlns:a16="http://schemas.microsoft.com/office/drawing/2014/main" id="{56B81227-981D-45EE-BA7A-6096584E8562}"/>
                </a:ext>
              </a:extLst>
            </p:cNvPr>
            <p:cNvSpPr>
              <a:spLocks noChangeArrowheads="1"/>
            </p:cNvSpPr>
            <p:nvPr/>
          </p:nvSpPr>
          <p:spPr bwMode="auto">
            <a:xfrm>
              <a:off x="3216" y="2629"/>
              <a:ext cx="878" cy="338"/>
            </a:xfrm>
            <a:prstGeom prst="rect">
              <a:avLst/>
            </a:prstGeom>
            <a:gradFill rotWithShape="1">
              <a:gsLst>
                <a:gs pos="0">
                  <a:schemeClr val="bg1"/>
                </a:gs>
                <a:gs pos="50000">
                  <a:srgbClr val="33CCCC">
                    <a:alpha val="39999"/>
                  </a:srgbClr>
                </a:gs>
                <a:gs pos="100000">
                  <a:schemeClr val="bg1"/>
                </a:gs>
              </a:gsLst>
              <a:lin ang="18900000" scaled="1"/>
            </a:gradFill>
            <a:ln w="9525"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fontAlgn="base">
                <a:spcBef>
                  <a:spcPct val="0"/>
                </a:spcBef>
                <a:spcAft>
                  <a:spcPct val="0"/>
                </a:spcAft>
                <a:defRPr/>
              </a:pPr>
              <a:r>
                <a:rPr lang="zh-CN" altLang="en-US" sz="2600" b="1">
                  <a:solidFill>
                    <a:srgbClr val="000000"/>
                  </a:solidFill>
                  <a:latin typeface="Times New Roman" panose="02020603050405020304" pitchFamily="18" charset="0"/>
                  <a:ea typeface="宋体" panose="02010600030101010101" pitchFamily="2" charset="-122"/>
                </a:rPr>
                <a:t>概率计算</a:t>
              </a:r>
            </a:p>
          </p:txBody>
        </p:sp>
        <p:sp>
          <p:nvSpPr>
            <p:cNvPr id="688148" name="Line 22">
              <a:extLst>
                <a:ext uri="{FF2B5EF4-FFF2-40B4-BE49-F238E27FC236}">
                  <a16:creationId xmlns:a16="http://schemas.microsoft.com/office/drawing/2014/main" id="{1D18FE29-A7FB-4DFE-9464-EE09E1BCD026}"/>
                </a:ext>
              </a:extLst>
            </p:cNvPr>
            <p:cNvSpPr>
              <a:spLocks noChangeShapeType="1"/>
            </p:cNvSpPr>
            <p:nvPr/>
          </p:nvSpPr>
          <p:spPr bwMode="auto">
            <a:xfrm>
              <a:off x="2478" y="2469"/>
              <a:ext cx="1088" cy="128"/>
            </a:xfrm>
            <a:prstGeom prst="line">
              <a:avLst/>
            </a:prstGeom>
            <a:noFill/>
            <a:ln w="476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grpSp>
      <p:grpSp>
        <p:nvGrpSpPr>
          <p:cNvPr id="847895" name="Group 23">
            <a:extLst>
              <a:ext uri="{FF2B5EF4-FFF2-40B4-BE49-F238E27FC236}">
                <a16:creationId xmlns:a16="http://schemas.microsoft.com/office/drawing/2014/main" id="{9B5165AB-8B40-4596-B142-543B0788945C}"/>
              </a:ext>
            </a:extLst>
          </p:cNvPr>
          <p:cNvGrpSpPr>
            <a:grpSpLocks/>
          </p:cNvGrpSpPr>
          <p:nvPr/>
        </p:nvGrpSpPr>
        <p:grpSpPr bwMode="auto">
          <a:xfrm>
            <a:off x="6342064" y="2519363"/>
            <a:ext cx="2701925" cy="495300"/>
            <a:chOff x="3035" y="1591"/>
            <a:chExt cx="1702" cy="312"/>
          </a:xfrm>
        </p:grpSpPr>
        <p:sp>
          <p:nvSpPr>
            <p:cNvPr id="688143" name="Line 24">
              <a:extLst>
                <a:ext uri="{FF2B5EF4-FFF2-40B4-BE49-F238E27FC236}">
                  <a16:creationId xmlns:a16="http://schemas.microsoft.com/office/drawing/2014/main" id="{CC4CAD9B-5574-4997-B9AA-C7516CDC5A9A}"/>
                </a:ext>
              </a:extLst>
            </p:cNvPr>
            <p:cNvSpPr>
              <a:spLocks noChangeShapeType="1"/>
            </p:cNvSpPr>
            <p:nvPr/>
          </p:nvSpPr>
          <p:spPr bwMode="auto">
            <a:xfrm flipH="1">
              <a:off x="3035" y="1746"/>
              <a:ext cx="695" cy="0"/>
            </a:xfrm>
            <a:prstGeom prst="line">
              <a:avLst/>
            </a:prstGeom>
            <a:noFill/>
            <a:ln w="476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pPr eaLnBrk="0" fontAlgn="base" hangingPunct="0">
                <a:spcBef>
                  <a:spcPct val="0"/>
                </a:spcBef>
                <a:spcAft>
                  <a:spcPct val="0"/>
                </a:spcAft>
              </a:pPr>
              <a:endParaRPr lang="zh-CN" altLang="en-US">
                <a:solidFill>
                  <a:srgbClr val="000000"/>
                </a:solidFill>
                <a:latin typeface="Verdana" panose="020B0604030504040204" pitchFamily="34" charset="0"/>
                <a:ea typeface="宋体" panose="02010600030101010101" pitchFamily="2" charset="-122"/>
              </a:endParaRPr>
            </a:p>
          </p:txBody>
        </p:sp>
        <p:sp>
          <p:nvSpPr>
            <p:cNvPr id="847897" name="Text Box 25">
              <a:extLst>
                <a:ext uri="{FF2B5EF4-FFF2-40B4-BE49-F238E27FC236}">
                  <a16:creationId xmlns:a16="http://schemas.microsoft.com/office/drawing/2014/main" id="{65485C25-B321-419D-A3D9-19F5E96D6526}"/>
                </a:ext>
              </a:extLst>
            </p:cNvPr>
            <p:cNvSpPr txBox="1">
              <a:spLocks noChangeArrowheads="1"/>
            </p:cNvSpPr>
            <p:nvPr/>
          </p:nvSpPr>
          <p:spPr bwMode="auto">
            <a:xfrm>
              <a:off x="3740" y="1591"/>
              <a:ext cx="997" cy="312"/>
            </a:xfrm>
            <a:prstGeom prst="rect">
              <a:avLst/>
            </a:prstGeom>
            <a:gradFill rotWithShape="1">
              <a:gsLst>
                <a:gs pos="0">
                  <a:srgbClr val="FFFF00">
                    <a:alpha val="44000"/>
                  </a:srgbClr>
                </a:gs>
                <a:gs pos="50000">
                  <a:schemeClr val="bg1"/>
                </a:gs>
                <a:gs pos="100000">
                  <a:srgbClr val="FFFF00">
                    <a:alpha val="44000"/>
                  </a:srgbClr>
                </a:gs>
              </a:gsLst>
              <a:lin ang="18900000" scaled="1"/>
            </a:gradFill>
            <a:ln>
              <a:noFill/>
            </a:ln>
            <a:effectLst/>
            <a:extLst>
              <a:ext uri="{91240B29-F687-4F45-9708-019B960494DF}">
                <a14:hiddenLine xmlns:a14="http://schemas.microsoft.com/office/drawing/2010/main" w="476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just" fontAlgn="base">
                <a:spcBef>
                  <a:spcPct val="50000"/>
                </a:spcBef>
                <a:spcAft>
                  <a:spcPct val="0"/>
                </a:spcAft>
                <a:defRPr/>
              </a:pPr>
              <a:r>
                <a:rPr lang="zh-CN" altLang="en-US" sz="2600" b="1">
                  <a:solidFill>
                    <a:srgbClr val="000000"/>
                  </a:solidFill>
                  <a:latin typeface="Times New Roman" panose="02020603050405020304" pitchFamily="18" charset="0"/>
                  <a:ea typeface="宋体" panose="02010600030101010101" pitchFamily="2" charset="-122"/>
                </a:rPr>
                <a:t>特征提取</a:t>
              </a:r>
            </a:p>
          </p:txBody>
        </p:sp>
      </p:grpSp>
      <p:sp>
        <p:nvSpPr>
          <p:cNvPr id="688141" name="Rectangle 26">
            <a:extLst>
              <a:ext uri="{FF2B5EF4-FFF2-40B4-BE49-F238E27FC236}">
                <a16:creationId xmlns:a16="http://schemas.microsoft.com/office/drawing/2014/main" id="{95EDB28D-F9C2-44FD-8823-DC250B8E46DB}"/>
              </a:ext>
            </a:extLst>
          </p:cNvPr>
          <p:cNvSpPr>
            <a:spLocks noChangeArrowheads="1"/>
          </p:cNvSpPr>
          <p:nvPr/>
        </p:nvSpPr>
        <p:spPr bwMode="auto">
          <a:xfrm>
            <a:off x="0" y="1"/>
            <a:ext cx="12192000" cy="714375"/>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indent="176213">
              <a:defRPr>
                <a:solidFill>
                  <a:schemeClr val="tx1"/>
                </a:solidFill>
                <a:latin typeface="Verdana" panose="020B0604030504040204" pitchFamily="34" charset="0"/>
                <a:ea typeface="宋体" panose="02010600030101010101" pitchFamily="2" charset="-122"/>
              </a:defRPr>
            </a:lvl1pPr>
            <a:lvl2pPr indent="176213">
              <a:defRPr>
                <a:solidFill>
                  <a:schemeClr val="tx1"/>
                </a:solidFill>
                <a:latin typeface="Verdana" panose="020B0604030504040204" pitchFamily="34" charset="0"/>
                <a:ea typeface="宋体" panose="02010600030101010101" pitchFamily="2" charset="-122"/>
              </a:defRPr>
            </a:lvl2pPr>
            <a:lvl3pPr indent="176213">
              <a:defRPr>
                <a:solidFill>
                  <a:schemeClr val="tx1"/>
                </a:solidFill>
                <a:latin typeface="Verdana" panose="020B0604030504040204" pitchFamily="34" charset="0"/>
                <a:ea typeface="宋体" panose="02010600030101010101" pitchFamily="2" charset="-122"/>
              </a:defRPr>
            </a:lvl3pPr>
            <a:lvl4pPr indent="176213">
              <a:defRPr>
                <a:solidFill>
                  <a:schemeClr val="tx1"/>
                </a:solidFill>
                <a:latin typeface="Verdana" panose="020B0604030504040204" pitchFamily="34" charset="0"/>
                <a:ea typeface="宋体" panose="02010600030101010101" pitchFamily="2" charset="-122"/>
              </a:defRPr>
            </a:lvl4pPr>
            <a:lvl5pPr indent="176213">
              <a:defRPr>
                <a:solidFill>
                  <a:schemeClr val="tx1"/>
                </a:solidFill>
                <a:latin typeface="Verdana" panose="020B0604030504040204" pitchFamily="34" charset="0"/>
                <a:ea typeface="宋体" panose="02010600030101010101" pitchFamily="2" charset="-122"/>
              </a:defRPr>
            </a:lvl5pPr>
            <a:lvl6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indent="176213"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fontAlgn="base">
              <a:spcBef>
                <a:spcPct val="0"/>
              </a:spcBef>
              <a:spcAft>
                <a:spcPct val="0"/>
              </a:spcAft>
            </a:pPr>
            <a:r>
              <a:rPr lang="en-US" altLang="zh-CN" sz="3600" dirty="0">
                <a:solidFill>
                  <a:srgbClr val="FFFFFF"/>
                </a:solidFill>
                <a:latin typeface="Times New Roman" panose="02020603050405020304" pitchFamily="18" charset="0"/>
                <a:ea typeface="黑体" panose="02010609060101010101" pitchFamily="49" charset="-122"/>
              </a:rPr>
              <a:t>12.4.4  </a:t>
            </a:r>
            <a:r>
              <a:rPr lang="zh-CN" altLang="en-US" sz="3600" dirty="0">
                <a:solidFill>
                  <a:srgbClr val="FFFFFF"/>
                </a:solidFill>
                <a:latin typeface="Times New Roman" panose="02020603050405020304" pitchFamily="18" charset="0"/>
                <a:ea typeface="黑体" panose="02010609060101010101" pitchFamily="49" charset="-122"/>
              </a:rPr>
              <a:t>基于隐马尔可夫模型的语音识别方法</a:t>
            </a:r>
          </a:p>
        </p:txBody>
      </p:sp>
      <p:sp>
        <p:nvSpPr>
          <p:cNvPr id="847899" name="Text Box 27">
            <a:extLst>
              <a:ext uri="{FF2B5EF4-FFF2-40B4-BE49-F238E27FC236}">
                <a16:creationId xmlns:a16="http://schemas.microsoft.com/office/drawing/2014/main" id="{65AC2755-D047-48BD-A2AB-833F3680F3AC}"/>
              </a:ext>
            </a:extLst>
          </p:cNvPr>
          <p:cNvSpPr txBox="1">
            <a:spLocks noChangeArrowheads="1"/>
          </p:cNvSpPr>
          <p:nvPr/>
        </p:nvSpPr>
        <p:spPr bwMode="auto">
          <a:xfrm>
            <a:off x="2967581" y="6119813"/>
            <a:ext cx="3927976" cy="463846"/>
          </a:xfrm>
          <a:prstGeom prst="rect">
            <a:avLst/>
          </a:prstGeom>
          <a:noFill/>
          <a:ln>
            <a:noFill/>
          </a:ln>
          <a:effectLst/>
          <a:extLst>
            <a:ext uri="{909E8E84-426E-40DD-AFC4-6F175D3DCCD1}">
              <a14:hiddenFill xmlns:a14="http://schemas.microsoft.com/office/drawing/2010/main">
                <a:gradFill rotWithShape="0">
                  <a:gsLst>
                    <a:gs pos="0">
                      <a:schemeClr val="accent2">
                        <a:alpha val="20000"/>
                      </a:schemeClr>
                    </a:gs>
                    <a:gs pos="50000">
                      <a:schemeClr val="bg1"/>
                    </a:gs>
                    <a:gs pos="100000">
                      <a:schemeClr val="accent2">
                        <a:alpha val="20000"/>
                      </a:schemeClr>
                    </a:gs>
                  </a:gsLst>
                  <a:lin ang="2700000" scaled="1"/>
                </a:gra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pPr algn="just" fontAlgn="base">
              <a:spcBef>
                <a:spcPct val="0"/>
              </a:spcBef>
              <a:spcAft>
                <a:spcPct val="0"/>
              </a:spcAft>
              <a:defRPr/>
            </a:pPr>
            <a:r>
              <a:rPr lang="zh-CN" altLang="en-US" sz="2400">
                <a:solidFill>
                  <a:srgbClr val="000000"/>
                </a:solidFill>
                <a:latin typeface="Times New Roman" panose="02020603050405020304" pitchFamily="18" charset="0"/>
                <a:ea typeface="宋体" panose="02010600030101010101" pitchFamily="2" charset="-122"/>
              </a:rPr>
              <a:t>基于</a:t>
            </a:r>
            <a:r>
              <a:rPr lang="en-US" altLang="zh-CN" sz="2400">
                <a:solidFill>
                  <a:srgbClr val="000000"/>
                </a:solidFill>
                <a:latin typeface="Times New Roman" panose="02020603050405020304" pitchFamily="18" charset="0"/>
                <a:ea typeface="宋体" panose="02010600030101010101" pitchFamily="2" charset="-122"/>
              </a:rPr>
              <a:t>HMM</a:t>
            </a:r>
            <a:r>
              <a:rPr lang="zh-CN" altLang="en-US" sz="2400">
                <a:solidFill>
                  <a:srgbClr val="000000"/>
                </a:solidFill>
                <a:latin typeface="Times New Roman" panose="02020603050405020304" pitchFamily="18" charset="0"/>
                <a:ea typeface="宋体" panose="02010600030101010101" pitchFamily="2" charset="-122"/>
              </a:rPr>
              <a:t>的孤立字</a:t>
            </a:r>
            <a:r>
              <a:rPr lang="en-US" altLang="zh-CN" sz="2400">
                <a:solidFill>
                  <a:srgbClr val="000000"/>
                </a:solidFill>
                <a:latin typeface="Times New Roman" panose="02020603050405020304" pitchFamily="18" charset="0"/>
                <a:ea typeface="宋体" panose="02010600030101010101" pitchFamily="2" charset="-122"/>
              </a:rPr>
              <a:t>(</a:t>
            </a:r>
            <a:r>
              <a:rPr lang="zh-CN" altLang="en-US" sz="2400">
                <a:solidFill>
                  <a:srgbClr val="000000"/>
                </a:solidFill>
                <a:latin typeface="Times New Roman" panose="02020603050405020304" pitchFamily="18" charset="0"/>
                <a:ea typeface="宋体" panose="02010600030101010101" pitchFamily="2" charset="-122"/>
              </a:rPr>
              <a:t>词</a:t>
            </a:r>
            <a:r>
              <a:rPr lang="en-US" altLang="zh-CN" sz="2400">
                <a:solidFill>
                  <a:srgbClr val="000000"/>
                </a:solidFill>
                <a:latin typeface="Times New Roman" panose="02020603050405020304" pitchFamily="18" charset="0"/>
                <a:ea typeface="宋体" panose="02010600030101010101" pitchFamily="2" charset="-122"/>
              </a:rPr>
              <a:t>)</a:t>
            </a:r>
            <a:r>
              <a:rPr lang="zh-CN" altLang="en-US" sz="2400">
                <a:solidFill>
                  <a:srgbClr val="000000"/>
                </a:solidFill>
                <a:latin typeface="Times New Roman" panose="02020603050405020304" pitchFamily="18" charset="0"/>
                <a:ea typeface="宋体" panose="02010600030101010101" pitchFamily="2" charset="-122"/>
              </a:rPr>
              <a:t>识别</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847876"/>
                                        </p:tgtEl>
                                        <p:attrNameLst>
                                          <p:attrName>style.visibility</p:attrName>
                                        </p:attrNameLst>
                                      </p:cBhvr>
                                      <p:to>
                                        <p:strVal val="visible"/>
                                      </p:to>
                                    </p:set>
                                    <p:animEffect transition="in" filter="wipe(up)">
                                      <p:cBhvr>
                                        <p:cTn id="7" dur="500"/>
                                        <p:tgtEl>
                                          <p:spTgt spid="847876"/>
                                        </p:tgtEl>
                                      </p:cBhvr>
                                    </p:animEffect>
                                  </p:childTnLst>
                                </p:cTn>
                              </p:par>
                            </p:childTnLst>
                          </p:cTn>
                        </p:par>
                        <p:par>
                          <p:cTn id="8" fill="hold" nodeType="afterGroup">
                            <p:stCondLst>
                              <p:cond delay="500"/>
                            </p:stCondLst>
                            <p:childTnLst>
                              <p:par>
                                <p:cTn id="9" presetID="22" presetClass="entr" presetSubtype="2" fill="hold" nodeType="afterEffect">
                                  <p:stCondLst>
                                    <p:cond delay="0"/>
                                  </p:stCondLst>
                                  <p:childTnLst>
                                    <p:set>
                                      <p:cBhvr>
                                        <p:cTn id="10" dur="1" fill="hold">
                                          <p:stCondLst>
                                            <p:cond delay="0"/>
                                          </p:stCondLst>
                                        </p:cTn>
                                        <p:tgtEl>
                                          <p:spTgt spid="847895"/>
                                        </p:tgtEl>
                                        <p:attrNameLst>
                                          <p:attrName>style.visibility</p:attrName>
                                        </p:attrNameLst>
                                      </p:cBhvr>
                                      <p:to>
                                        <p:strVal val="visible"/>
                                      </p:to>
                                    </p:set>
                                    <p:animEffect transition="in" filter="wipe(right)">
                                      <p:cBhvr>
                                        <p:cTn id="11" dur="500"/>
                                        <p:tgtEl>
                                          <p:spTgt spid="847895"/>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847879"/>
                                        </p:tgtEl>
                                        <p:attrNameLst>
                                          <p:attrName>style.visibility</p:attrName>
                                        </p:attrNameLst>
                                      </p:cBhvr>
                                      <p:to>
                                        <p:strVal val="visible"/>
                                      </p:to>
                                    </p:set>
                                    <p:animEffect transition="in" filter="wipe(up)">
                                      <p:cBhvr>
                                        <p:cTn id="15" dur="500"/>
                                        <p:tgtEl>
                                          <p:spTgt spid="84787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847889"/>
                                        </p:tgtEl>
                                        <p:attrNameLst>
                                          <p:attrName>style.visibility</p:attrName>
                                        </p:attrNameLst>
                                      </p:cBhvr>
                                      <p:to>
                                        <p:strVal val="visible"/>
                                      </p:to>
                                    </p:set>
                                    <p:animEffect transition="in" filter="wipe(up)">
                                      <p:cBhvr>
                                        <p:cTn id="20" dur="500"/>
                                        <p:tgtEl>
                                          <p:spTgt spid="847889"/>
                                        </p:tgtEl>
                                      </p:cBhvr>
                                    </p:animEffect>
                                  </p:childTnLst>
                                </p:cTn>
                              </p:par>
                            </p:childTnLst>
                          </p:cTn>
                        </p:par>
                        <p:par>
                          <p:cTn id="21" fill="hold" nodeType="afterGroup">
                            <p:stCondLst>
                              <p:cond delay="500"/>
                            </p:stCondLst>
                            <p:childTnLst>
                              <p:par>
                                <p:cTn id="22" presetID="22" presetClass="entr" presetSubtype="1" fill="hold" nodeType="afterEffect">
                                  <p:stCondLst>
                                    <p:cond delay="0"/>
                                  </p:stCondLst>
                                  <p:childTnLst>
                                    <p:set>
                                      <p:cBhvr>
                                        <p:cTn id="23" dur="1" fill="hold">
                                          <p:stCondLst>
                                            <p:cond delay="0"/>
                                          </p:stCondLst>
                                        </p:cTn>
                                        <p:tgtEl>
                                          <p:spTgt spid="847882"/>
                                        </p:tgtEl>
                                        <p:attrNameLst>
                                          <p:attrName>style.visibility</p:attrName>
                                        </p:attrNameLst>
                                      </p:cBhvr>
                                      <p:to>
                                        <p:strVal val="visible"/>
                                      </p:to>
                                    </p:set>
                                    <p:animEffect transition="in" filter="wipe(up)">
                                      <p:cBhvr>
                                        <p:cTn id="24" dur="500"/>
                                        <p:tgtEl>
                                          <p:spTgt spid="84788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847892"/>
                                        </p:tgtEl>
                                        <p:attrNameLst>
                                          <p:attrName>style.visibility</p:attrName>
                                        </p:attrNameLst>
                                      </p:cBhvr>
                                      <p:to>
                                        <p:strVal val="visible"/>
                                      </p:to>
                                    </p:set>
                                    <p:animEffect transition="in" filter="wipe(up)">
                                      <p:cBhvr>
                                        <p:cTn id="29" dur="500"/>
                                        <p:tgtEl>
                                          <p:spTgt spid="847892"/>
                                        </p:tgtEl>
                                      </p:cBhvr>
                                    </p:animEffect>
                                  </p:childTnLst>
                                </p:cTn>
                              </p:par>
                            </p:childTnLst>
                          </p:cTn>
                        </p:par>
                        <p:par>
                          <p:cTn id="30" fill="hold" nodeType="afterGroup">
                            <p:stCondLst>
                              <p:cond delay="500"/>
                            </p:stCondLst>
                            <p:childTnLst>
                              <p:par>
                                <p:cTn id="31" presetID="22" presetClass="entr" presetSubtype="1" fill="hold" nodeType="afterEffect">
                                  <p:stCondLst>
                                    <p:cond delay="0"/>
                                  </p:stCondLst>
                                  <p:childTnLst>
                                    <p:set>
                                      <p:cBhvr>
                                        <p:cTn id="32" dur="1" fill="hold">
                                          <p:stCondLst>
                                            <p:cond delay="0"/>
                                          </p:stCondLst>
                                        </p:cTn>
                                        <p:tgtEl>
                                          <p:spTgt spid="847885"/>
                                        </p:tgtEl>
                                        <p:attrNameLst>
                                          <p:attrName>style.visibility</p:attrName>
                                        </p:attrNameLst>
                                      </p:cBhvr>
                                      <p:to>
                                        <p:strVal val="visible"/>
                                      </p:to>
                                    </p:set>
                                    <p:animEffect transition="in" filter="wipe(up)">
                                      <p:cBhvr>
                                        <p:cTn id="33" dur="500"/>
                                        <p:tgtEl>
                                          <p:spTgt spid="847885"/>
                                        </p:tgtEl>
                                      </p:cBhvr>
                                    </p:animEffect>
                                  </p:childTnLst>
                                </p:cTn>
                              </p:par>
                            </p:childTnLst>
                          </p:cTn>
                        </p:par>
                        <p:par>
                          <p:cTn id="34" fill="hold" nodeType="afterGroup">
                            <p:stCondLst>
                              <p:cond delay="1000"/>
                            </p:stCondLst>
                            <p:childTnLst>
                              <p:par>
                                <p:cTn id="35" presetID="22" presetClass="entr" presetSubtype="1" fill="hold" nodeType="afterEffect">
                                  <p:stCondLst>
                                    <p:cond delay="0"/>
                                  </p:stCondLst>
                                  <p:childTnLst>
                                    <p:set>
                                      <p:cBhvr>
                                        <p:cTn id="36" dur="1" fill="hold">
                                          <p:stCondLst>
                                            <p:cond delay="0"/>
                                          </p:stCondLst>
                                        </p:cTn>
                                        <p:tgtEl>
                                          <p:spTgt spid="847888"/>
                                        </p:tgtEl>
                                        <p:attrNameLst>
                                          <p:attrName>style.visibility</p:attrName>
                                        </p:attrNameLst>
                                      </p:cBhvr>
                                      <p:to>
                                        <p:strVal val="visible"/>
                                      </p:to>
                                    </p:set>
                                    <p:animEffect transition="in" filter="wipe(up)">
                                      <p:cBhvr>
                                        <p:cTn id="37" dur="500"/>
                                        <p:tgtEl>
                                          <p:spTgt spid="847888"/>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847875"/>
                                        </p:tgtEl>
                                        <p:attrNameLst>
                                          <p:attrName>style.visibility</p:attrName>
                                        </p:attrNameLst>
                                      </p:cBhvr>
                                      <p:to>
                                        <p:strVal val="visible"/>
                                      </p:to>
                                    </p:set>
                                    <p:animEffect transition="in" filter="wipe(up)">
                                      <p:cBhvr>
                                        <p:cTn id="40" dur="500"/>
                                        <p:tgtEl>
                                          <p:spTgt spid="8478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7875" grpId="0" animBg="1"/>
    </p:bldLst>
  </p:timing>
</p:sld>
</file>

<file path=ppt/theme/theme1.xml><?xml version="1.0" encoding="utf-8"?>
<a:theme xmlns:a="http://schemas.openxmlformats.org/drawingml/2006/main" name="wasedaSample5">
  <a:themeElements>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wasedaSample5">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wasedaSample5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wasedaSample5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wasedaSample5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wasedaSample5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wasedaSample5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wasedaSample5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wasedaSample5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wasedaSample5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wasedaSample5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TotalTime>
  <Words>6337</Words>
  <Application>Microsoft Office PowerPoint</Application>
  <PresentationFormat>宽屏</PresentationFormat>
  <Paragraphs>614</Paragraphs>
  <Slides>75</Slides>
  <Notes>5</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75</vt:i4>
      </vt:variant>
    </vt:vector>
  </HeadingPairs>
  <TitlesOfParts>
    <vt:vector size="86" baseType="lpstr">
      <vt:lpstr>ＭＳ Ｐゴシック</vt:lpstr>
      <vt:lpstr>等线</vt:lpstr>
      <vt:lpstr>黑体</vt:lpstr>
      <vt:lpstr>楷体_GB2312</vt:lpstr>
      <vt:lpstr>宋体</vt:lpstr>
      <vt:lpstr>Arial</vt:lpstr>
      <vt:lpstr>Times New Roman</vt:lpstr>
      <vt:lpstr>Verdana</vt:lpstr>
      <vt:lpstr>Wingdings</vt:lpstr>
      <vt:lpstr>wasedaSample5</vt:lpstr>
      <vt:lpstr>公式</vt:lpstr>
      <vt:lpstr>第 11 章   智能体与多智能体系统</vt:lpstr>
      <vt:lpstr>PowerPoint 演示文稿</vt:lpstr>
      <vt:lpstr>第11章  智能体与多智能体系统</vt:lpstr>
      <vt:lpstr>第11章  智能体与多智能体系统</vt:lpstr>
      <vt:lpstr>11.1 智能体的概念与结构 </vt:lpstr>
      <vt:lpstr>11.1 智能体的概念与结构 </vt:lpstr>
      <vt:lpstr>11.1 智能体的概念与结构 </vt:lpstr>
      <vt:lpstr>11.1 智能体的概念与结构 </vt:lpstr>
      <vt:lpstr>11.1 智能体的概念与结构 </vt:lpstr>
      <vt:lpstr>PowerPoint 演示文稿</vt:lpstr>
      <vt:lpstr>PowerPoint 演示文稿</vt:lpstr>
      <vt:lpstr>PowerPoint 演示文稿</vt:lpstr>
      <vt:lpstr>PowerPoint 演示文稿</vt:lpstr>
      <vt:lpstr>第11章  智能体与多智能体系统</vt:lpstr>
      <vt:lpstr>11.2 多智能体系统的概念与结构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 12 章 自然语言处理及其应用 </vt:lpstr>
      <vt:lpstr>PowerPoint 演示文稿</vt:lpstr>
      <vt:lpstr>第12章  自然语言处理及其应用</vt:lpstr>
      <vt:lpstr>第12章  自然语言处理及其应用</vt:lpstr>
      <vt:lpstr>12.1.1  自然语言理解的概念</vt:lpstr>
      <vt:lpstr>12.1.2  自然语言理解研究的产生与发展 </vt:lpstr>
      <vt:lpstr>第12章  自然语言处理及其应用</vt:lpstr>
      <vt:lpstr>12.2 语言处理过程的层次</vt:lpstr>
      <vt:lpstr>1.  词法分析</vt:lpstr>
      <vt:lpstr>1.  词法分析</vt:lpstr>
      <vt:lpstr>2.  句法分析: 乔姆斯基的形式文法</vt:lpstr>
      <vt:lpstr>PowerPoint 演示文稿</vt:lpstr>
      <vt:lpstr>PowerPoint 演示文稿</vt:lpstr>
      <vt:lpstr>PowerPoint 演示文稿</vt:lpstr>
      <vt:lpstr>PowerPoint 演示文稿</vt:lpstr>
      <vt:lpstr>第12章  自然语言理解及其应用</vt:lpstr>
      <vt:lpstr>12.3  机器翻译</vt:lpstr>
      <vt:lpstr>12.3.1  机器翻译方法概述</vt:lpstr>
      <vt:lpstr>PowerPoint 演示文稿</vt:lpstr>
      <vt:lpstr>PowerPoint 演示文稿</vt:lpstr>
      <vt:lpstr>PowerPoint 演示文稿</vt:lpstr>
      <vt:lpstr>PowerPoint 演示文稿</vt:lpstr>
      <vt:lpstr>第12章  自然语言理解及其应用</vt:lpstr>
      <vt:lpstr>12.4.1  语言识别的概念</vt:lpstr>
      <vt:lpstr>12.4.2  语音识别的主要过程</vt:lpstr>
      <vt:lpstr>12.4.2  语音识别的主要过程</vt:lpstr>
      <vt:lpstr>12.4.2  语音识别的主要过程</vt:lpstr>
      <vt:lpstr>12.4.2  语音识别的主要过程</vt:lpstr>
      <vt:lpstr>12.4.2  语音识别的主要过程</vt:lpstr>
      <vt:lpstr>12.4.2  语音识别的主要过程</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9 章   智能体与多智能体系统</dc:title>
  <dc:creator>Think</dc:creator>
  <cp:lastModifiedBy>Think</cp:lastModifiedBy>
  <cp:revision>30</cp:revision>
  <dcterms:created xsi:type="dcterms:W3CDTF">2021-12-12T06:33:17Z</dcterms:created>
  <dcterms:modified xsi:type="dcterms:W3CDTF">2021-12-22T04:28:32Z</dcterms:modified>
</cp:coreProperties>
</file>